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474df534b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d474df534b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d474df534b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d474df534b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d474df534b_0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d474df534b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d474df534b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d474df534b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>
            <p:ph idx="2" type="pic"/>
          </p:nvPr>
        </p:nvSpPr>
        <p:spPr>
          <a:xfrm>
            <a:off x="426189" y="458788"/>
            <a:ext cx="11339623" cy="59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>
            <p:ph idx="2" type="pic"/>
          </p:nvPr>
        </p:nvSpPr>
        <p:spPr>
          <a:xfrm>
            <a:off x="9392565" y="988141"/>
            <a:ext cx="1150224" cy="1150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"/>
          <p:cNvSpPr/>
          <p:nvPr>
            <p:ph idx="3" type="pic"/>
          </p:nvPr>
        </p:nvSpPr>
        <p:spPr>
          <a:xfrm>
            <a:off x="5638859" y="2846439"/>
            <a:ext cx="91428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/>
          <p:nvPr>
            <p:ph idx="4" type="pic"/>
          </p:nvPr>
        </p:nvSpPr>
        <p:spPr>
          <a:xfrm>
            <a:off x="1767181" y="2846439"/>
            <a:ext cx="914281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>
            <p:ph idx="2" type="pic"/>
          </p:nvPr>
        </p:nvSpPr>
        <p:spPr>
          <a:xfrm>
            <a:off x="426189" y="458788"/>
            <a:ext cx="11339623" cy="59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4"/>
          <p:cNvSpPr/>
          <p:nvPr>
            <p:ph idx="3" type="pic"/>
          </p:nvPr>
        </p:nvSpPr>
        <p:spPr>
          <a:xfrm>
            <a:off x="1895455" y="1511319"/>
            <a:ext cx="2752140" cy="38353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>
            <p:ph idx="2" type="pic"/>
          </p:nvPr>
        </p:nvSpPr>
        <p:spPr>
          <a:xfrm>
            <a:off x="426189" y="458788"/>
            <a:ext cx="3363475" cy="59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5"/>
          <p:cNvSpPr/>
          <p:nvPr>
            <p:ph idx="3" type="pic"/>
          </p:nvPr>
        </p:nvSpPr>
        <p:spPr>
          <a:xfrm>
            <a:off x="3789663" y="458788"/>
            <a:ext cx="3363475" cy="59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426188" y="458788"/>
            <a:ext cx="5669812" cy="2970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6"/>
          <p:cNvSpPr/>
          <p:nvPr>
            <p:ph idx="3" type="pic"/>
          </p:nvPr>
        </p:nvSpPr>
        <p:spPr>
          <a:xfrm>
            <a:off x="6096000" y="3429000"/>
            <a:ext cx="5669812" cy="2970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/>
          <p:nvPr>
            <p:ph idx="2" type="pic"/>
          </p:nvPr>
        </p:nvSpPr>
        <p:spPr>
          <a:xfrm>
            <a:off x="9391221" y="458788"/>
            <a:ext cx="2374591" cy="281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7"/>
          <p:cNvSpPr/>
          <p:nvPr>
            <p:ph idx="3" type="pic"/>
          </p:nvPr>
        </p:nvSpPr>
        <p:spPr>
          <a:xfrm>
            <a:off x="9391221" y="3583860"/>
            <a:ext cx="2374591" cy="2815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7"/>
          <p:cNvSpPr/>
          <p:nvPr>
            <p:ph idx="4" type="pic"/>
          </p:nvPr>
        </p:nvSpPr>
        <p:spPr>
          <a:xfrm>
            <a:off x="6340981" y="458787"/>
            <a:ext cx="2787134" cy="5940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>
            <p:ph idx="2" type="pic"/>
          </p:nvPr>
        </p:nvSpPr>
        <p:spPr>
          <a:xfrm>
            <a:off x="6096000" y="458788"/>
            <a:ext cx="5669812" cy="5940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8"/>
          <p:cNvSpPr/>
          <p:nvPr>
            <p:ph idx="3" type="pic"/>
          </p:nvPr>
        </p:nvSpPr>
        <p:spPr>
          <a:xfrm>
            <a:off x="4963539" y="2381250"/>
            <a:ext cx="2264923" cy="3119899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Заголовок и объект">
  <p:cSld name="1_Заголовок и объект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>
            <p:ph idx="2" type="pic"/>
          </p:nvPr>
        </p:nvSpPr>
        <p:spPr>
          <a:xfrm>
            <a:off x="1423690" y="0"/>
            <a:ext cx="5399972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9">
          <p15:clr>
            <a:srgbClr val="F26B43"/>
          </p15:clr>
        </p15:guide>
        <p15:guide id="4" pos="268">
          <p15:clr>
            <a:srgbClr val="F26B43"/>
          </p15:clr>
        </p15:guide>
        <p15:guide id="5" orient="horz" pos="4031">
          <p15:clr>
            <a:srgbClr val="F26B43"/>
          </p15:clr>
        </p15:guide>
        <p15:guide id="6" pos="74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715" l="0" r="0" t="10715"/>
          <a:stretch/>
        </p:blipFill>
        <p:spPr>
          <a:xfrm>
            <a:off x="426189" y="458788"/>
            <a:ext cx="11339623" cy="594042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pic>
      <p:sp>
        <p:nvSpPr>
          <p:cNvPr id="41" name="Google Shape;41;p10"/>
          <p:cNvSpPr/>
          <p:nvPr/>
        </p:nvSpPr>
        <p:spPr>
          <a:xfrm>
            <a:off x="425450" y="459560"/>
            <a:ext cx="11339623" cy="5939652"/>
          </a:xfrm>
          <a:custGeom>
            <a:rect b="b" l="l" r="r" t="t"/>
            <a:pathLst>
              <a:path extrusionOk="0" h="11880850" w="22682199">
                <a:moveTo>
                  <a:pt x="5517647" y="11816985"/>
                </a:moveTo>
                <a:lnTo>
                  <a:pt x="5482057" y="11880850"/>
                </a:lnTo>
                <a:lnTo>
                  <a:pt x="5312141" y="11880850"/>
                </a:lnTo>
                <a:lnTo>
                  <a:pt x="5402744" y="11843857"/>
                </a:lnTo>
                <a:cubicBezTo>
                  <a:pt x="5439391" y="11831932"/>
                  <a:pt x="5477549" y="11822731"/>
                  <a:pt x="5517647" y="11816985"/>
                </a:cubicBezTo>
                <a:close/>
                <a:moveTo>
                  <a:pt x="3451689" y="11725796"/>
                </a:moveTo>
                <a:lnTo>
                  <a:pt x="3522244" y="11880850"/>
                </a:lnTo>
                <a:lnTo>
                  <a:pt x="3428869" y="11880850"/>
                </a:lnTo>
                <a:lnTo>
                  <a:pt x="3416407" y="11822216"/>
                </a:lnTo>
                <a:lnTo>
                  <a:pt x="3401933" y="11759749"/>
                </a:lnTo>
                <a:close/>
                <a:moveTo>
                  <a:pt x="3392853" y="11596494"/>
                </a:moveTo>
                <a:lnTo>
                  <a:pt x="3434649" y="11688344"/>
                </a:lnTo>
                <a:lnTo>
                  <a:pt x="3393279" y="11722409"/>
                </a:lnTo>
                <a:lnTo>
                  <a:pt x="3367638" y="11611751"/>
                </a:lnTo>
                <a:cubicBezTo>
                  <a:pt x="3378444" y="11605211"/>
                  <a:pt x="3385650" y="11600852"/>
                  <a:pt x="3392853" y="11596494"/>
                </a:cubicBezTo>
                <a:close/>
                <a:moveTo>
                  <a:pt x="11860969" y="9247942"/>
                </a:moveTo>
                <a:lnTo>
                  <a:pt x="11869076" y="9248309"/>
                </a:lnTo>
                <a:lnTo>
                  <a:pt x="11841504" y="9295396"/>
                </a:lnTo>
                <a:lnTo>
                  <a:pt x="11830618" y="9313435"/>
                </a:lnTo>
                <a:lnTo>
                  <a:pt x="11807698" y="9309052"/>
                </a:lnTo>
                <a:close/>
                <a:moveTo>
                  <a:pt x="1720116" y="7638744"/>
                </a:moveTo>
                <a:lnTo>
                  <a:pt x="1725448" y="7700778"/>
                </a:lnTo>
                <a:cubicBezTo>
                  <a:pt x="1728089" y="7729563"/>
                  <a:pt x="1731814" y="7758476"/>
                  <a:pt x="1739141" y="7785207"/>
                </a:cubicBezTo>
                <a:cubicBezTo>
                  <a:pt x="1772117" y="7905500"/>
                  <a:pt x="1806358" y="8026584"/>
                  <a:pt x="1840782" y="8148336"/>
                </a:cubicBezTo>
                <a:lnTo>
                  <a:pt x="1890009" y="8324242"/>
                </a:lnTo>
                <a:lnTo>
                  <a:pt x="1875029" y="8326894"/>
                </a:lnTo>
                <a:lnTo>
                  <a:pt x="1686900" y="7640589"/>
                </a:lnTo>
                <a:close/>
                <a:moveTo>
                  <a:pt x="1521752" y="7287583"/>
                </a:moveTo>
                <a:lnTo>
                  <a:pt x="1554129" y="7386046"/>
                </a:lnTo>
                <a:cubicBezTo>
                  <a:pt x="1555594" y="7391392"/>
                  <a:pt x="1549856" y="7401098"/>
                  <a:pt x="1544115" y="7410805"/>
                </a:cubicBezTo>
                <a:cubicBezTo>
                  <a:pt x="1528820" y="7377985"/>
                  <a:pt x="1517202" y="7349956"/>
                  <a:pt x="1498513" y="7306920"/>
                </a:cubicBezTo>
                <a:lnTo>
                  <a:pt x="1491072" y="7289998"/>
                </a:lnTo>
                <a:close/>
                <a:moveTo>
                  <a:pt x="1279006" y="4591512"/>
                </a:moveTo>
                <a:cubicBezTo>
                  <a:pt x="1290072" y="4597602"/>
                  <a:pt x="1297448" y="4601662"/>
                  <a:pt x="1304828" y="4605720"/>
                </a:cubicBezTo>
                <a:lnTo>
                  <a:pt x="1242783" y="4692597"/>
                </a:lnTo>
                <a:lnTo>
                  <a:pt x="1233669" y="4681864"/>
                </a:lnTo>
                <a:lnTo>
                  <a:pt x="1216405" y="4649982"/>
                </a:lnTo>
                <a:close/>
                <a:moveTo>
                  <a:pt x="10340552" y="425927"/>
                </a:moveTo>
                <a:lnTo>
                  <a:pt x="10345127" y="445671"/>
                </a:lnTo>
                <a:lnTo>
                  <a:pt x="10341589" y="447924"/>
                </a:lnTo>
                <a:cubicBezTo>
                  <a:pt x="10337901" y="445894"/>
                  <a:pt x="10334212" y="443865"/>
                  <a:pt x="10326833" y="439804"/>
                </a:cubicBezTo>
                <a:close/>
                <a:moveTo>
                  <a:pt x="10288087" y="192187"/>
                </a:moveTo>
                <a:lnTo>
                  <a:pt x="10295116" y="225263"/>
                </a:lnTo>
                <a:lnTo>
                  <a:pt x="10226712" y="278368"/>
                </a:lnTo>
                <a:lnTo>
                  <a:pt x="10222502" y="269112"/>
                </a:lnTo>
                <a:lnTo>
                  <a:pt x="10234604" y="254673"/>
                </a:lnTo>
                <a:cubicBezTo>
                  <a:pt x="10247352" y="239528"/>
                  <a:pt x="10259116" y="225646"/>
                  <a:pt x="10270871" y="211954"/>
                </a:cubicBezTo>
                <a:close/>
                <a:moveTo>
                  <a:pt x="10265238" y="84683"/>
                </a:moveTo>
                <a:lnTo>
                  <a:pt x="10279086" y="149839"/>
                </a:lnTo>
                <a:lnTo>
                  <a:pt x="10246786" y="161420"/>
                </a:lnTo>
                <a:cubicBezTo>
                  <a:pt x="10233228" y="166133"/>
                  <a:pt x="10221220" y="170179"/>
                  <a:pt x="10210463" y="173769"/>
                </a:cubicBezTo>
                <a:lnTo>
                  <a:pt x="10183252" y="182855"/>
                </a:lnTo>
                <a:lnTo>
                  <a:pt x="10182846" y="181966"/>
                </a:lnTo>
                <a:close/>
                <a:moveTo>
                  <a:pt x="8492440" y="6167"/>
                </a:moveTo>
                <a:lnTo>
                  <a:pt x="8503312" y="45839"/>
                </a:lnTo>
                <a:lnTo>
                  <a:pt x="8467905" y="56067"/>
                </a:lnTo>
                <a:close/>
                <a:moveTo>
                  <a:pt x="10639399" y="0"/>
                </a:moveTo>
                <a:lnTo>
                  <a:pt x="20532671" y="0"/>
                </a:lnTo>
                <a:lnTo>
                  <a:pt x="21829711" y="0"/>
                </a:lnTo>
                <a:lnTo>
                  <a:pt x="22682199" y="0"/>
                </a:lnTo>
                <a:lnTo>
                  <a:pt x="22682199" y="11880850"/>
                </a:lnTo>
                <a:lnTo>
                  <a:pt x="21829711" y="11880850"/>
                </a:lnTo>
                <a:lnTo>
                  <a:pt x="20532671" y="11880850"/>
                </a:lnTo>
                <a:lnTo>
                  <a:pt x="9250433" y="11880850"/>
                </a:lnTo>
                <a:lnTo>
                  <a:pt x="9284503" y="11857827"/>
                </a:lnTo>
                <a:cubicBezTo>
                  <a:pt x="9402926" y="11768276"/>
                  <a:pt x="9508986" y="11662246"/>
                  <a:pt x="9616479" y="11564163"/>
                </a:cubicBezTo>
                <a:cubicBezTo>
                  <a:pt x="9747518" y="11444595"/>
                  <a:pt x="9867821" y="11318373"/>
                  <a:pt x="9991701" y="11194371"/>
                </a:cubicBezTo>
                <a:cubicBezTo>
                  <a:pt x="9995797" y="11190634"/>
                  <a:pt x="10007051" y="11191330"/>
                  <a:pt x="10018306" y="11192027"/>
                </a:cubicBezTo>
                <a:cubicBezTo>
                  <a:pt x="9988609" y="11230090"/>
                  <a:pt x="9963523" y="11258463"/>
                  <a:pt x="9912837" y="11321163"/>
                </a:cubicBezTo>
                <a:lnTo>
                  <a:pt x="10107478" y="11153399"/>
                </a:lnTo>
                <a:lnTo>
                  <a:pt x="10186903" y="11488650"/>
                </a:lnTo>
                <a:cubicBezTo>
                  <a:pt x="10191326" y="11420525"/>
                  <a:pt x="10186182" y="11351958"/>
                  <a:pt x="10178403" y="11283132"/>
                </a:cubicBezTo>
                <a:lnTo>
                  <a:pt x="10158079" y="11109786"/>
                </a:lnTo>
                <a:lnTo>
                  <a:pt x="10219592" y="11056765"/>
                </a:lnTo>
                <a:cubicBezTo>
                  <a:pt x="10522364" y="10796176"/>
                  <a:pt x="10808082" y="10542665"/>
                  <a:pt x="11030803" y="10257195"/>
                </a:cubicBezTo>
                <a:cubicBezTo>
                  <a:pt x="10978083" y="10299816"/>
                  <a:pt x="10917689" y="10343959"/>
                  <a:pt x="10832208" y="10416472"/>
                </a:cubicBezTo>
                <a:cubicBezTo>
                  <a:pt x="10875220" y="10355294"/>
                  <a:pt x="10896727" y="10324703"/>
                  <a:pt x="10914139" y="10297849"/>
                </a:cubicBezTo>
                <a:cubicBezTo>
                  <a:pt x="10910559" y="10295634"/>
                  <a:pt x="10903399" y="10291200"/>
                  <a:pt x="10896241" y="10286767"/>
                </a:cubicBezTo>
                <a:cubicBezTo>
                  <a:pt x="10646447" y="10514694"/>
                  <a:pt x="10400745" y="10738888"/>
                  <a:pt x="10150950" y="10966816"/>
                </a:cubicBezTo>
                <a:lnTo>
                  <a:pt x="10149507" y="10965601"/>
                </a:lnTo>
                <a:lnTo>
                  <a:pt x="10152108" y="10924860"/>
                </a:lnTo>
                <a:lnTo>
                  <a:pt x="10194094" y="10898664"/>
                </a:lnTo>
                <a:cubicBezTo>
                  <a:pt x="10218531" y="10883217"/>
                  <a:pt x="10242586" y="10866752"/>
                  <a:pt x="10263063" y="10848070"/>
                </a:cubicBezTo>
                <a:cubicBezTo>
                  <a:pt x="10447337" y="10679925"/>
                  <a:pt x="10632127" y="10505827"/>
                  <a:pt x="10820497" y="10333945"/>
                </a:cubicBezTo>
                <a:cubicBezTo>
                  <a:pt x="10857868" y="10294364"/>
                  <a:pt x="10934642" y="10235277"/>
                  <a:pt x="10929030" y="10212983"/>
                </a:cubicBezTo>
                <a:cubicBezTo>
                  <a:pt x="10895841" y="10117155"/>
                  <a:pt x="10988996" y="10043123"/>
                  <a:pt x="11067316" y="9966174"/>
                </a:cubicBezTo>
                <a:lnTo>
                  <a:pt x="11239449" y="9807060"/>
                </a:lnTo>
                <a:lnTo>
                  <a:pt x="11279624" y="9867521"/>
                </a:lnTo>
                <a:lnTo>
                  <a:pt x="11302781" y="9750001"/>
                </a:lnTo>
                <a:lnTo>
                  <a:pt x="11415391" y="9648569"/>
                </a:lnTo>
                <a:cubicBezTo>
                  <a:pt x="11417425" y="9668644"/>
                  <a:pt x="11423037" y="9690938"/>
                  <a:pt x="11428649" y="9713234"/>
                </a:cubicBezTo>
                <a:cubicBezTo>
                  <a:pt x="11527431" y="9639550"/>
                  <a:pt x="11602430" y="9557409"/>
                  <a:pt x="11672441" y="9472962"/>
                </a:cubicBezTo>
                <a:lnTo>
                  <a:pt x="11704764" y="9433154"/>
                </a:lnTo>
                <a:lnTo>
                  <a:pt x="11765087" y="9428044"/>
                </a:lnTo>
                <a:cubicBezTo>
                  <a:pt x="11756026" y="9415944"/>
                  <a:pt x="11752505" y="9403813"/>
                  <a:pt x="11748985" y="9391682"/>
                </a:cubicBezTo>
                <a:lnTo>
                  <a:pt x="11740049" y="9389701"/>
                </a:lnTo>
                <a:lnTo>
                  <a:pt x="11771431" y="9351050"/>
                </a:lnTo>
                <a:lnTo>
                  <a:pt x="11808039" y="9350838"/>
                </a:lnTo>
                <a:lnTo>
                  <a:pt x="11793621" y="9374729"/>
                </a:lnTo>
                <a:cubicBezTo>
                  <a:pt x="11804874" y="9375427"/>
                  <a:pt x="11808455" y="9377643"/>
                  <a:pt x="11812034" y="9379859"/>
                </a:cubicBezTo>
                <a:lnTo>
                  <a:pt x="11836345" y="9350675"/>
                </a:lnTo>
                <a:lnTo>
                  <a:pt x="11981164" y="9349843"/>
                </a:lnTo>
                <a:cubicBezTo>
                  <a:pt x="11981164" y="9349843"/>
                  <a:pt x="11979992" y="9345800"/>
                  <a:pt x="11978817" y="9341756"/>
                </a:cubicBezTo>
                <a:lnTo>
                  <a:pt x="11862321" y="9319492"/>
                </a:lnTo>
                <a:lnTo>
                  <a:pt x="11919720" y="9250592"/>
                </a:lnTo>
                <a:lnTo>
                  <a:pt x="11966867" y="9252715"/>
                </a:lnTo>
                <a:cubicBezTo>
                  <a:pt x="12047035" y="9256305"/>
                  <a:pt x="12127202" y="9259895"/>
                  <a:pt x="12205984" y="9263493"/>
                </a:cubicBezTo>
                <a:cubicBezTo>
                  <a:pt x="12202464" y="9251362"/>
                  <a:pt x="12200118" y="9243275"/>
                  <a:pt x="12197771" y="9235188"/>
                </a:cubicBezTo>
                <a:cubicBezTo>
                  <a:pt x="12155821" y="9229353"/>
                  <a:pt x="12113525" y="9223521"/>
                  <a:pt x="12070258" y="9217631"/>
                </a:cubicBezTo>
                <a:lnTo>
                  <a:pt x="11959557" y="9202768"/>
                </a:lnTo>
                <a:lnTo>
                  <a:pt x="12101395" y="9032500"/>
                </a:lnTo>
                <a:lnTo>
                  <a:pt x="12213200" y="9020427"/>
                </a:lnTo>
                <a:cubicBezTo>
                  <a:pt x="12267462" y="9016065"/>
                  <a:pt x="12311487" y="8995561"/>
                  <a:pt x="12357859" y="8983141"/>
                </a:cubicBezTo>
                <a:cubicBezTo>
                  <a:pt x="12322595" y="8962082"/>
                  <a:pt x="12283555" y="8938763"/>
                  <a:pt x="12235071" y="8909803"/>
                </a:cubicBezTo>
                <a:lnTo>
                  <a:pt x="12214061" y="8897253"/>
                </a:lnTo>
                <a:lnTo>
                  <a:pt x="12228321" y="8880134"/>
                </a:lnTo>
                <a:lnTo>
                  <a:pt x="12535291" y="8888964"/>
                </a:lnTo>
                <a:cubicBezTo>
                  <a:pt x="12650798" y="8892350"/>
                  <a:pt x="12765612" y="8895742"/>
                  <a:pt x="12883197" y="8899116"/>
                </a:cubicBezTo>
                <a:cubicBezTo>
                  <a:pt x="12721551" y="8844353"/>
                  <a:pt x="12541754" y="8846653"/>
                  <a:pt x="12374639" y="8802006"/>
                </a:cubicBezTo>
                <a:lnTo>
                  <a:pt x="12311236" y="8780602"/>
                </a:lnTo>
                <a:lnTo>
                  <a:pt x="12611735" y="8419874"/>
                </a:lnTo>
                <a:cubicBezTo>
                  <a:pt x="12624509" y="8446600"/>
                  <a:pt x="12603001" y="8477191"/>
                  <a:pt x="12604520" y="8503221"/>
                </a:cubicBezTo>
                <a:cubicBezTo>
                  <a:pt x="12605520" y="8535203"/>
                  <a:pt x="12609587" y="8575359"/>
                  <a:pt x="12638223" y="8593094"/>
                </a:cubicBezTo>
                <a:cubicBezTo>
                  <a:pt x="12656120" y="8604177"/>
                  <a:pt x="12741055" y="8581508"/>
                  <a:pt x="12753857" y="8564345"/>
                </a:cubicBezTo>
                <a:cubicBezTo>
                  <a:pt x="12828627" y="8441289"/>
                  <a:pt x="12907492" y="8314498"/>
                  <a:pt x="12963847" y="8186313"/>
                </a:cubicBezTo>
                <a:cubicBezTo>
                  <a:pt x="12983320" y="8135645"/>
                  <a:pt x="12946524" y="8081493"/>
                  <a:pt x="12939395" y="8033168"/>
                </a:cubicBezTo>
                <a:cubicBezTo>
                  <a:pt x="12916887" y="8031773"/>
                  <a:pt x="12890284" y="8034116"/>
                  <a:pt x="12860100" y="8034241"/>
                </a:cubicBezTo>
                <a:cubicBezTo>
                  <a:pt x="12880089" y="7977621"/>
                  <a:pt x="12888824" y="7920303"/>
                  <a:pt x="12923646" y="7866596"/>
                </a:cubicBezTo>
                <a:cubicBezTo>
                  <a:pt x="13032208" y="7701740"/>
                  <a:pt x="13148443" y="7535368"/>
                  <a:pt x="13251363" y="7392111"/>
                </a:cubicBezTo>
                <a:cubicBezTo>
                  <a:pt x="13154114" y="7469881"/>
                  <a:pt x="13040483" y="7562597"/>
                  <a:pt x="12930435" y="7657530"/>
                </a:cubicBezTo>
                <a:cubicBezTo>
                  <a:pt x="12919695" y="7650879"/>
                  <a:pt x="12912537" y="7646445"/>
                  <a:pt x="12905379" y="7642011"/>
                </a:cubicBezTo>
                <a:cubicBezTo>
                  <a:pt x="13074849" y="7427064"/>
                  <a:pt x="13243805" y="7218067"/>
                  <a:pt x="13413275" y="7003117"/>
                </a:cubicBezTo>
                <a:cubicBezTo>
                  <a:pt x="13402023" y="7002420"/>
                  <a:pt x="13391283" y="6995771"/>
                  <a:pt x="13380029" y="6995073"/>
                </a:cubicBezTo>
                <a:cubicBezTo>
                  <a:pt x="13295066" y="7061634"/>
                  <a:pt x="13206005" y="7131930"/>
                  <a:pt x="13084185" y="7232119"/>
                </a:cubicBezTo>
                <a:cubicBezTo>
                  <a:pt x="13101626" y="7161376"/>
                  <a:pt x="13113424" y="7112229"/>
                  <a:pt x="13117033" y="7070555"/>
                </a:cubicBezTo>
                <a:cubicBezTo>
                  <a:pt x="13084789" y="7094493"/>
                  <a:pt x="13040774" y="7123689"/>
                  <a:pt x="12996245" y="7158838"/>
                </a:cubicBezTo>
                <a:cubicBezTo>
                  <a:pt x="12985507" y="7152188"/>
                  <a:pt x="12978347" y="7147753"/>
                  <a:pt x="12967611" y="7141103"/>
                </a:cubicBezTo>
                <a:cubicBezTo>
                  <a:pt x="13029553" y="7079101"/>
                  <a:pt x="13091490" y="7017098"/>
                  <a:pt x="13149337" y="6958835"/>
                </a:cubicBezTo>
                <a:cubicBezTo>
                  <a:pt x="13142176" y="6954401"/>
                  <a:pt x="13138599" y="6952183"/>
                  <a:pt x="13131438" y="6947750"/>
                </a:cubicBezTo>
                <a:cubicBezTo>
                  <a:pt x="13033159" y="7037427"/>
                  <a:pt x="12930783" y="7130841"/>
                  <a:pt x="12828409" y="7224254"/>
                </a:cubicBezTo>
                <a:cubicBezTo>
                  <a:pt x="12821249" y="7219820"/>
                  <a:pt x="12814090" y="7215388"/>
                  <a:pt x="12806931" y="7210952"/>
                </a:cubicBezTo>
                <a:cubicBezTo>
                  <a:pt x="12877091" y="7097586"/>
                  <a:pt x="12950830" y="6986439"/>
                  <a:pt x="13012801" y="6880545"/>
                </a:cubicBezTo>
                <a:cubicBezTo>
                  <a:pt x="12968786" y="6909741"/>
                  <a:pt x="12900718" y="6955403"/>
                  <a:pt x="12832649" y="7001063"/>
                </a:cubicBezTo>
                <a:cubicBezTo>
                  <a:pt x="12825489" y="6996630"/>
                  <a:pt x="12821911" y="6994413"/>
                  <a:pt x="12818331" y="6992195"/>
                </a:cubicBezTo>
                <a:cubicBezTo>
                  <a:pt x="12905871" y="6895868"/>
                  <a:pt x="12989320" y="6803275"/>
                  <a:pt x="13076345" y="6712903"/>
                </a:cubicBezTo>
                <a:cubicBezTo>
                  <a:pt x="13065607" y="6706252"/>
                  <a:pt x="13058447" y="6701817"/>
                  <a:pt x="13043615" y="6698904"/>
                </a:cubicBezTo>
                <a:cubicBezTo>
                  <a:pt x="12920765" y="6811001"/>
                  <a:pt x="12797913" y="6923098"/>
                  <a:pt x="12675065" y="7035193"/>
                </a:cubicBezTo>
                <a:cubicBezTo>
                  <a:pt x="12672028" y="6983131"/>
                  <a:pt x="12682796" y="6945891"/>
                  <a:pt x="12708912" y="6905611"/>
                </a:cubicBezTo>
                <a:cubicBezTo>
                  <a:pt x="12721713" y="6888448"/>
                  <a:pt x="12749864" y="6868246"/>
                  <a:pt x="12770338" y="6849564"/>
                </a:cubicBezTo>
                <a:cubicBezTo>
                  <a:pt x="12735030" y="6865332"/>
                  <a:pt x="12692047" y="6882622"/>
                  <a:pt x="12660317" y="6900606"/>
                </a:cubicBezTo>
                <a:lnTo>
                  <a:pt x="12506564" y="7017917"/>
                </a:lnTo>
                <a:lnTo>
                  <a:pt x="12504547" y="6982105"/>
                </a:lnTo>
                <a:lnTo>
                  <a:pt x="12490891" y="6532739"/>
                </a:lnTo>
                <a:lnTo>
                  <a:pt x="12528258" y="6484110"/>
                </a:lnTo>
                <a:cubicBezTo>
                  <a:pt x="12550914" y="6454527"/>
                  <a:pt x="12574307" y="6423931"/>
                  <a:pt x="12598754" y="6392027"/>
                </a:cubicBezTo>
                <a:cubicBezTo>
                  <a:pt x="12551163" y="6419005"/>
                  <a:pt x="12523527" y="6433252"/>
                  <a:pt x="12495892" y="6447501"/>
                </a:cubicBezTo>
                <a:cubicBezTo>
                  <a:pt x="12514851" y="6402790"/>
                  <a:pt x="12529197" y="6367766"/>
                  <a:pt x="12556860" y="6309625"/>
                </a:cubicBezTo>
                <a:cubicBezTo>
                  <a:pt x="12528455" y="6332805"/>
                  <a:pt x="12506188" y="6350379"/>
                  <a:pt x="12487442" y="6365428"/>
                </a:cubicBezTo>
                <a:lnTo>
                  <a:pt x="12485695" y="6366899"/>
                </a:lnTo>
                <a:lnTo>
                  <a:pt x="12483751" y="6315664"/>
                </a:lnTo>
                <a:lnTo>
                  <a:pt x="12810353" y="5908351"/>
                </a:lnTo>
                <a:cubicBezTo>
                  <a:pt x="12795519" y="5905437"/>
                  <a:pt x="12777105" y="5900307"/>
                  <a:pt x="12766367" y="5893654"/>
                </a:cubicBezTo>
                <a:cubicBezTo>
                  <a:pt x="12666928" y="5996727"/>
                  <a:pt x="12571804" y="6098944"/>
                  <a:pt x="12486616" y="6190554"/>
                </a:cubicBezTo>
                <a:lnTo>
                  <a:pt x="12479299" y="6198412"/>
                </a:lnTo>
                <a:lnTo>
                  <a:pt x="12475599" y="6100868"/>
                </a:lnTo>
                <a:lnTo>
                  <a:pt x="12539109" y="6079087"/>
                </a:lnTo>
                <a:cubicBezTo>
                  <a:pt x="12521333" y="6077487"/>
                  <a:pt x="12505891" y="6076158"/>
                  <a:pt x="12491735" y="6074936"/>
                </a:cubicBezTo>
                <a:lnTo>
                  <a:pt x="12474110" y="6073387"/>
                </a:lnTo>
                <a:lnTo>
                  <a:pt x="12470714" y="6019792"/>
                </a:lnTo>
                <a:lnTo>
                  <a:pt x="12508401" y="6003615"/>
                </a:lnTo>
                <a:cubicBezTo>
                  <a:pt x="12550041" y="5985495"/>
                  <a:pt x="12588293" y="5968413"/>
                  <a:pt x="12625649" y="5950774"/>
                </a:cubicBezTo>
                <a:cubicBezTo>
                  <a:pt x="12622585" y="5942605"/>
                  <a:pt x="12619005" y="5940389"/>
                  <a:pt x="12615941" y="5932219"/>
                </a:cubicBezTo>
                <a:lnTo>
                  <a:pt x="12466708" y="5956582"/>
                </a:lnTo>
                <a:lnTo>
                  <a:pt x="12465759" y="5941591"/>
                </a:lnTo>
                <a:lnTo>
                  <a:pt x="12543600" y="5863893"/>
                </a:lnTo>
                <a:cubicBezTo>
                  <a:pt x="12576617" y="5831023"/>
                  <a:pt x="12612706" y="5795355"/>
                  <a:pt x="12658010" y="5751272"/>
                </a:cubicBezTo>
                <a:cubicBezTo>
                  <a:pt x="12594552" y="5787244"/>
                  <a:pt x="12574592" y="5799976"/>
                  <a:pt x="12531094" y="5823216"/>
                </a:cubicBezTo>
                <a:cubicBezTo>
                  <a:pt x="12568978" y="5777681"/>
                  <a:pt x="12594065" y="5749307"/>
                  <a:pt x="12615571" y="5718720"/>
                </a:cubicBezTo>
                <a:cubicBezTo>
                  <a:pt x="12608411" y="5714283"/>
                  <a:pt x="12601253" y="5709851"/>
                  <a:pt x="12594094" y="5705417"/>
                </a:cubicBezTo>
                <a:lnTo>
                  <a:pt x="12458626" y="5829026"/>
                </a:lnTo>
                <a:lnTo>
                  <a:pt x="12456515" y="5795709"/>
                </a:lnTo>
                <a:lnTo>
                  <a:pt x="12454312" y="5777778"/>
                </a:lnTo>
                <a:lnTo>
                  <a:pt x="12493810" y="5731124"/>
                </a:lnTo>
                <a:cubicBezTo>
                  <a:pt x="12542063" y="5674761"/>
                  <a:pt x="12590315" y="5618394"/>
                  <a:pt x="12636650" y="5562409"/>
                </a:cubicBezTo>
                <a:cubicBezTo>
                  <a:pt x="12625909" y="5555757"/>
                  <a:pt x="12618751" y="5551325"/>
                  <a:pt x="12603917" y="5548411"/>
                </a:cubicBezTo>
                <a:lnTo>
                  <a:pt x="12446039" y="5710385"/>
                </a:lnTo>
                <a:lnTo>
                  <a:pt x="12438418" y="5648301"/>
                </a:lnTo>
                <a:cubicBezTo>
                  <a:pt x="12412517" y="5502106"/>
                  <a:pt x="12366318" y="5359431"/>
                  <a:pt x="12327848" y="5219091"/>
                </a:cubicBezTo>
                <a:cubicBezTo>
                  <a:pt x="12280952" y="5048007"/>
                  <a:pt x="12223249" y="4883463"/>
                  <a:pt x="12169147" y="4716742"/>
                </a:cubicBezTo>
                <a:cubicBezTo>
                  <a:pt x="12167681" y="4711396"/>
                  <a:pt x="12173419" y="4701689"/>
                  <a:pt x="12179159" y="4691982"/>
                </a:cubicBezTo>
                <a:cubicBezTo>
                  <a:pt x="12199553" y="4735742"/>
                  <a:pt x="12213414" y="4770985"/>
                  <a:pt x="12246205" y="4844639"/>
                </a:cubicBezTo>
                <a:cubicBezTo>
                  <a:pt x="12113388" y="4314163"/>
                  <a:pt x="12010979" y="3802683"/>
                  <a:pt x="11807037" y="3365111"/>
                </a:cubicBezTo>
                <a:cubicBezTo>
                  <a:pt x="11821022" y="3431446"/>
                  <a:pt x="11832871" y="3505310"/>
                  <a:pt x="11858578" y="3614414"/>
                </a:cubicBezTo>
                <a:cubicBezTo>
                  <a:pt x="11823651" y="3548286"/>
                  <a:pt x="11806189" y="3515221"/>
                  <a:pt x="11790190" y="3487501"/>
                </a:cubicBezTo>
                <a:cubicBezTo>
                  <a:pt x="11786588" y="3489683"/>
                  <a:pt x="11779384" y="3494042"/>
                  <a:pt x="11772181" y="3498401"/>
                </a:cubicBezTo>
                <a:cubicBezTo>
                  <a:pt x="11861577" y="3824526"/>
                  <a:pt x="11949508" y="4145304"/>
                  <a:pt x="12038906" y="4471432"/>
                </a:cubicBezTo>
                <a:cubicBezTo>
                  <a:pt x="12028099" y="4477971"/>
                  <a:pt x="12015827" y="4479163"/>
                  <a:pt x="12005021" y="4485702"/>
                </a:cubicBezTo>
                <a:cubicBezTo>
                  <a:pt x="11999034" y="4433226"/>
                  <a:pt x="11998790" y="4371042"/>
                  <a:pt x="11984134" y="4317580"/>
                </a:cubicBezTo>
                <a:cubicBezTo>
                  <a:pt x="11918183" y="4076997"/>
                  <a:pt x="11847168" y="3833247"/>
                  <a:pt x="11779755" y="3587314"/>
                </a:cubicBezTo>
                <a:cubicBezTo>
                  <a:pt x="11761495" y="3536032"/>
                  <a:pt x="11743787" y="3440785"/>
                  <a:pt x="11721379" y="3435645"/>
                </a:cubicBezTo>
                <a:cubicBezTo>
                  <a:pt x="11620940" y="3421623"/>
                  <a:pt x="11597370" y="3304992"/>
                  <a:pt x="11564456" y="3200245"/>
                </a:cubicBezTo>
                <a:cubicBezTo>
                  <a:pt x="11519821" y="3052729"/>
                  <a:pt x="11480922" y="2895506"/>
                  <a:pt x="11439889" y="2745809"/>
                </a:cubicBezTo>
                <a:cubicBezTo>
                  <a:pt x="11458693" y="2753128"/>
                  <a:pt x="11481100" y="2758269"/>
                  <a:pt x="11503509" y="2763409"/>
                </a:cubicBezTo>
                <a:cubicBezTo>
                  <a:pt x="11462104" y="2520438"/>
                  <a:pt x="11347312" y="2346809"/>
                  <a:pt x="11271350" y="2130983"/>
                </a:cubicBezTo>
                <a:cubicBezTo>
                  <a:pt x="11301880" y="2181075"/>
                  <a:pt x="11336012" y="2228984"/>
                  <a:pt x="11368009" y="2284420"/>
                </a:cubicBezTo>
                <a:cubicBezTo>
                  <a:pt x="11373748" y="2274714"/>
                  <a:pt x="11377348" y="2272535"/>
                  <a:pt x="11380952" y="2270355"/>
                </a:cubicBezTo>
                <a:cubicBezTo>
                  <a:pt x="11216209" y="1883860"/>
                  <a:pt x="11052932" y="1502711"/>
                  <a:pt x="10889654" y="1121563"/>
                </a:cubicBezTo>
                <a:cubicBezTo>
                  <a:pt x="10919268" y="1122342"/>
                  <a:pt x="10936730" y="1155406"/>
                  <a:pt x="10960604" y="1165892"/>
                </a:cubicBezTo>
                <a:cubicBezTo>
                  <a:pt x="10989545" y="1179546"/>
                  <a:pt x="11027156" y="1194184"/>
                  <a:pt x="11055974" y="1176747"/>
                </a:cubicBezTo>
                <a:cubicBezTo>
                  <a:pt x="11073985" y="1165848"/>
                  <a:pt x="11092420" y="1079896"/>
                  <a:pt x="11082955" y="1060689"/>
                </a:cubicBezTo>
                <a:cubicBezTo>
                  <a:pt x="11007365" y="938138"/>
                  <a:pt x="10930308" y="810237"/>
                  <a:pt x="10841772" y="701751"/>
                </a:cubicBezTo>
                <a:cubicBezTo>
                  <a:pt x="10805504" y="661368"/>
                  <a:pt x="10740542" y="669512"/>
                  <a:pt x="10694260" y="653884"/>
                </a:cubicBezTo>
                <a:cubicBezTo>
                  <a:pt x="10682784" y="673296"/>
                  <a:pt x="10672772" y="698054"/>
                  <a:pt x="10659157" y="724992"/>
                </a:cubicBezTo>
                <a:cubicBezTo>
                  <a:pt x="10617820" y="681442"/>
                  <a:pt x="10570743" y="647595"/>
                  <a:pt x="10538750" y="592160"/>
                </a:cubicBezTo>
                <a:lnTo>
                  <a:pt x="10449436" y="430180"/>
                </a:lnTo>
                <a:lnTo>
                  <a:pt x="10470971" y="403465"/>
                </a:lnTo>
                <a:cubicBezTo>
                  <a:pt x="10456007" y="401318"/>
                  <a:pt x="10444938" y="395230"/>
                  <a:pt x="10433872" y="389140"/>
                </a:cubicBezTo>
                <a:lnTo>
                  <a:pt x="10428643" y="392470"/>
                </a:lnTo>
                <a:lnTo>
                  <a:pt x="10408944" y="356745"/>
                </a:lnTo>
                <a:lnTo>
                  <a:pt x="10568465" y="195379"/>
                </a:lnTo>
                <a:cubicBezTo>
                  <a:pt x="10568465" y="195379"/>
                  <a:pt x="10564775" y="193350"/>
                  <a:pt x="10561086" y="191320"/>
                </a:cubicBezTo>
                <a:lnTo>
                  <a:pt x="10384431" y="311286"/>
                </a:lnTo>
                <a:lnTo>
                  <a:pt x="10356620" y="258390"/>
                </a:lnTo>
                <a:close/>
                <a:moveTo>
                  <a:pt x="10336959" y="0"/>
                </a:moveTo>
                <a:lnTo>
                  <a:pt x="10589468" y="0"/>
                </a:lnTo>
                <a:lnTo>
                  <a:pt x="10431029" y="120518"/>
                </a:lnTo>
                <a:lnTo>
                  <a:pt x="10326448" y="201005"/>
                </a:lnTo>
                <a:lnTo>
                  <a:pt x="10309138" y="168079"/>
                </a:lnTo>
                <a:lnTo>
                  <a:pt x="10349155" y="123403"/>
                </a:lnTo>
                <a:lnTo>
                  <a:pt x="10296264" y="143592"/>
                </a:lnTo>
                <a:lnTo>
                  <a:pt x="10265272" y="84644"/>
                </a:lnTo>
                <a:close/>
                <a:moveTo>
                  <a:pt x="8575954" y="0"/>
                </a:moveTo>
                <a:lnTo>
                  <a:pt x="8630914" y="0"/>
                </a:lnTo>
                <a:lnTo>
                  <a:pt x="8583121" y="22449"/>
                </a:lnTo>
                <a:lnTo>
                  <a:pt x="8582286" y="19867"/>
                </a:lnTo>
                <a:close/>
                <a:moveTo>
                  <a:pt x="8535053" y="0"/>
                </a:moveTo>
                <a:lnTo>
                  <a:pt x="8540024" y="0"/>
                </a:lnTo>
                <a:lnTo>
                  <a:pt x="8540373" y="12507"/>
                </a:lnTo>
                <a:close/>
                <a:moveTo>
                  <a:pt x="4531051" y="0"/>
                </a:moveTo>
                <a:lnTo>
                  <a:pt x="5002632" y="0"/>
                </a:lnTo>
                <a:lnTo>
                  <a:pt x="4822551" y="119764"/>
                </a:lnTo>
                <a:cubicBezTo>
                  <a:pt x="4781176" y="147215"/>
                  <a:pt x="4741825" y="177300"/>
                  <a:pt x="4703937" y="209143"/>
                </a:cubicBezTo>
                <a:lnTo>
                  <a:pt x="4685602" y="225827"/>
                </a:lnTo>
                <a:lnTo>
                  <a:pt x="4632132" y="77649"/>
                </a:lnTo>
                <a:cubicBezTo>
                  <a:pt x="4622790" y="89534"/>
                  <a:pt x="4611984" y="96076"/>
                  <a:pt x="4601177" y="102614"/>
                </a:cubicBezTo>
                <a:cubicBezTo>
                  <a:pt x="4602766" y="139052"/>
                  <a:pt x="4604356" y="175489"/>
                  <a:pt x="4605943" y="211925"/>
                </a:cubicBezTo>
                <a:cubicBezTo>
                  <a:pt x="4602342" y="214104"/>
                  <a:pt x="4598739" y="216285"/>
                  <a:pt x="4591534" y="220645"/>
                </a:cubicBezTo>
                <a:cubicBezTo>
                  <a:pt x="4576147" y="164509"/>
                  <a:pt x="4560759" y="108372"/>
                  <a:pt x="4545553" y="52904"/>
                </a:cubicBezTo>
                <a:close/>
                <a:moveTo>
                  <a:pt x="4426383" y="0"/>
                </a:moveTo>
                <a:lnTo>
                  <a:pt x="4501249" y="0"/>
                </a:lnTo>
                <a:lnTo>
                  <a:pt x="4511794" y="144237"/>
                </a:lnTo>
                <a:cubicBezTo>
                  <a:pt x="4495920" y="147609"/>
                  <a:pt x="4477908" y="158506"/>
                  <a:pt x="4462034" y="161880"/>
                </a:cubicBezTo>
                <a:close/>
                <a:moveTo>
                  <a:pt x="4218595" y="0"/>
                </a:moveTo>
                <a:lnTo>
                  <a:pt x="4371015" y="0"/>
                </a:lnTo>
                <a:lnTo>
                  <a:pt x="4386139" y="113626"/>
                </a:lnTo>
                <a:cubicBezTo>
                  <a:pt x="4392846" y="163231"/>
                  <a:pt x="4399957" y="215026"/>
                  <a:pt x="4407577" y="269630"/>
                </a:cubicBezTo>
                <a:cubicBezTo>
                  <a:pt x="4373990" y="177757"/>
                  <a:pt x="4357198" y="131820"/>
                  <a:pt x="4328681" y="43113"/>
                </a:cubicBezTo>
                <a:cubicBezTo>
                  <a:pt x="4315316" y="132232"/>
                  <a:pt x="4303961" y="182736"/>
                  <a:pt x="4296880" y="218187"/>
                </a:cubicBezTo>
                <a:close/>
                <a:moveTo>
                  <a:pt x="0" y="0"/>
                </a:moveTo>
                <a:lnTo>
                  <a:pt x="3755863" y="0"/>
                </a:lnTo>
                <a:lnTo>
                  <a:pt x="3760376" y="110508"/>
                </a:lnTo>
                <a:cubicBezTo>
                  <a:pt x="3771415" y="333189"/>
                  <a:pt x="3778725" y="537965"/>
                  <a:pt x="3703130" y="733303"/>
                </a:cubicBezTo>
                <a:cubicBezTo>
                  <a:pt x="3660203" y="653316"/>
                  <a:pt x="3620881" y="571147"/>
                  <a:pt x="3570628" y="464428"/>
                </a:cubicBezTo>
                <a:cubicBezTo>
                  <a:pt x="3581929" y="582252"/>
                  <a:pt x="3589503" y="671164"/>
                  <a:pt x="3605199" y="805029"/>
                </a:cubicBezTo>
                <a:cubicBezTo>
                  <a:pt x="3568683" y="702461"/>
                  <a:pt x="3548959" y="645833"/>
                  <a:pt x="3527772" y="583857"/>
                </a:cubicBezTo>
                <a:cubicBezTo>
                  <a:pt x="3447056" y="626465"/>
                  <a:pt x="3440044" y="861334"/>
                  <a:pt x="3318171" y="723157"/>
                </a:cubicBezTo>
                <a:cubicBezTo>
                  <a:pt x="3294184" y="957389"/>
                  <a:pt x="3371720" y="1182781"/>
                  <a:pt x="3367713" y="1410183"/>
                </a:cubicBezTo>
                <a:lnTo>
                  <a:pt x="3359210" y="1510592"/>
                </a:lnTo>
                <a:lnTo>
                  <a:pt x="3292918" y="1583690"/>
                </a:lnTo>
                <a:lnTo>
                  <a:pt x="3172588" y="1404081"/>
                </a:lnTo>
                <a:cubicBezTo>
                  <a:pt x="3018497" y="1174466"/>
                  <a:pt x="2873708" y="959385"/>
                  <a:pt x="2739120" y="755662"/>
                </a:cubicBezTo>
                <a:cubicBezTo>
                  <a:pt x="2715738" y="869540"/>
                  <a:pt x="2693824" y="988763"/>
                  <a:pt x="2667634" y="1123040"/>
                </a:cubicBezTo>
                <a:cubicBezTo>
                  <a:pt x="2638571" y="1078296"/>
                  <a:pt x="2627640" y="1053745"/>
                  <a:pt x="2610177" y="1020680"/>
                </a:cubicBezTo>
                <a:cubicBezTo>
                  <a:pt x="2620684" y="1120286"/>
                  <a:pt x="2633326" y="1212366"/>
                  <a:pt x="2645297" y="1317319"/>
                </a:cubicBezTo>
                <a:cubicBezTo>
                  <a:pt x="2609029" y="1276934"/>
                  <a:pt x="2584359" y="1248229"/>
                  <a:pt x="2569157" y="1238729"/>
                </a:cubicBezTo>
                <a:cubicBezTo>
                  <a:pt x="2533256" y="1291618"/>
                  <a:pt x="2512561" y="1354007"/>
                  <a:pt x="2476539" y="1375805"/>
                </a:cubicBezTo>
                <a:cubicBezTo>
                  <a:pt x="2458528" y="1386703"/>
                  <a:pt x="2419999" y="1322754"/>
                  <a:pt x="2398261" y="1304741"/>
                </a:cubicBezTo>
                <a:cubicBezTo>
                  <a:pt x="2334532" y="1623798"/>
                  <a:pt x="2272265" y="1948200"/>
                  <a:pt x="2210001" y="2272601"/>
                </a:cubicBezTo>
                <a:cubicBezTo>
                  <a:pt x="2190400" y="2247064"/>
                  <a:pt x="2165734" y="2218358"/>
                  <a:pt x="2142532" y="2194997"/>
                </a:cubicBezTo>
                <a:cubicBezTo>
                  <a:pt x="2115303" y="2248875"/>
                  <a:pt x="2096071" y="2316610"/>
                  <a:pt x="2072992" y="2324341"/>
                </a:cubicBezTo>
                <a:cubicBezTo>
                  <a:pt x="2039778" y="2325742"/>
                  <a:pt x="2005646" y="2277831"/>
                  <a:pt x="1972309" y="2248138"/>
                </a:cubicBezTo>
                <a:cubicBezTo>
                  <a:pt x="1881705" y="2346596"/>
                  <a:pt x="2019948" y="2605766"/>
                  <a:pt x="1866394" y="2673752"/>
                </a:cubicBezTo>
                <a:cubicBezTo>
                  <a:pt x="1826591" y="2834968"/>
                  <a:pt x="1786786" y="2996182"/>
                  <a:pt x="1744848" y="3164920"/>
                </a:cubicBezTo>
                <a:cubicBezTo>
                  <a:pt x="1736850" y="3151062"/>
                  <a:pt x="1717249" y="3125522"/>
                  <a:pt x="1689649" y="3086125"/>
                </a:cubicBezTo>
                <a:cubicBezTo>
                  <a:pt x="1641055" y="3215261"/>
                  <a:pt x="1595388" y="3355090"/>
                  <a:pt x="1493421" y="3136305"/>
                </a:cubicBezTo>
                <a:cubicBezTo>
                  <a:pt x="1490557" y="3325032"/>
                  <a:pt x="1508513" y="3482461"/>
                  <a:pt x="1514196" y="3641081"/>
                </a:cubicBezTo>
                <a:lnTo>
                  <a:pt x="1514212" y="3641666"/>
                </a:lnTo>
                <a:lnTo>
                  <a:pt x="1498762" y="3640781"/>
                </a:lnTo>
                <a:cubicBezTo>
                  <a:pt x="1466894" y="3644931"/>
                  <a:pt x="1417606" y="3663461"/>
                  <a:pt x="1408680" y="3676812"/>
                </a:cubicBezTo>
                <a:cubicBezTo>
                  <a:pt x="1340345" y="3803552"/>
                  <a:pt x="1268109" y="3934237"/>
                  <a:pt x="1218423" y="4065150"/>
                </a:cubicBezTo>
                <a:cubicBezTo>
                  <a:pt x="1201582" y="4116753"/>
                  <a:pt x="1241120" y="4168941"/>
                  <a:pt x="1250725" y="4216836"/>
                </a:cubicBezTo>
                <a:cubicBezTo>
                  <a:pt x="1273276" y="4217067"/>
                  <a:pt x="1299724" y="4213362"/>
                  <a:pt x="1329859" y="4211683"/>
                </a:cubicBezTo>
                <a:cubicBezTo>
                  <a:pt x="1312811" y="4269255"/>
                  <a:pt x="1307036" y="4326948"/>
                  <a:pt x="1275024" y="4382374"/>
                </a:cubicBezTo>
                <a:cubicBezTo>
                  <a:pt x="1175093" y="4552598"/>
                  <a:pt x="1067574" y="4724733"/>
                  <a:pt x="972162" y="4873098"/>
                </a:cubicBezTo>
                <a:cubicBezTo>
                  <a:pt x="1018723" y="4831761"/>
                  <a:pt x="1069177" y="4786484"/>
                  <a:pt x="1121121" y="4738980"/>
                </a:cubicBezTo>
                <a:lnTo>
                  <a:pt x="1198415" y="4666785"/>
                </a:lnTo>
                <a:lnTo>
                  <a:pt x="1199194" y="4752090"/>
                </a:lnTo>
                <a:lnTo>
                  <a:pt x="1199260" y="4753539"/>
                </a:lnTo>
                <a:lnTo>
                  <a:pt x="830483" y="5269908"/>
                </a:lnTo>
                <a:cubicBezTo>
                  <a:pt x="841758" y="5270027"/>
                  <a:pt x="852825" y="5276114"/>
                  <a:pt x="864101" y="5276230"/>
                </a:cubicBezTo>
                <a:cubicBezTo>
                  <a:pt x="945527" y="5205386"/>
                  <a:pt x="1030851" y="5130599"/>
                  <a:pt x="1147351" y="5024273"/>
                </a:cubicBezTo>
                <a:cubicBezTo>
                  <a:pt x="1133575" y="5095822"/>
                  <a:pt x="1124322" y="5145510"/>
                  <a:pt x="1122862" y="5187313"/>
                </a:cubicBezTo>
                <a:cubicBezTo>
                  <a:pt x="1138348" y="5174531"/>
                  <a:pt x="1156704" y="5160285"/>
                  <a:pt x="1176520" y="5144558"/>
                </a:cubicBezTo>
                <a:lnTo>
                  <a:pt x="1218136" y="5110144"/>
                </a:lnTo>
                <a:lnTo>
                  <a:pt x="1218729" y="5120683"/>
                </a:lnTo>
                <a:lnTo>
                  <a:pt x="1220016" y="5163035"/>
                </a:lnTo>
                <a:lnTo>
                  <a:pt x="1096352" y="5300549"/>
                </a:lnTo>
                <a:cubicBezTo>
                  <a:pt x="1103731" y="5304609"/>
                  <a:pt x="1107418" y="5306639"/>
                  <a:pt x="1114795" y="5310696"/>
                </a:cubicBezTo>
                <a:lnTo>
                  <a:pt x="1221230" y="5203033"/>
                </a:lnTo>
                <a:lnTo>
                  <a:pt x="1229797" y="5484879"/>
                </a:lnTo>
                <a:lnTo>
                  <a:pt x="1181906" y="5542398"/>
                </a:lnTo>
                <a:cubicBezTo>
                  <a:pt x="1192970" y="5548487"/>
                  <a:pt x="1200350" y="5552548"/>
                  <a:pt x="1215311" y="5554695"/>
                </a:cubicBezTo>
                <a:lnTo>
                  <a:pt x="1231422" y="5538398"/>
                </a:lnTo>
                <a:lnTo>
                  <a:pt x="1236791" y="5715146"/>
                </a:lnTo>
                <a:cubicBezTo>
                  <a:pt x="1242814" y="5913300"/>
                  <a:pt x="1250818" y="6111033"/>
                  <a:pt x="1266762" y="6307079"/>
                </a:cubicBezTo>
                <a:cubicBezTo>
                  <a:pt x="1279104" y="6505304"/>
                  <a:pt x="1344135" y="6696579"/>
                  <a:pt x="1395426" y="6883699"/>
                </a:cubicBezTo>
                <a:cubicBezTo>
                  <a:pt x="1418876" y="6969239"/>
                  <a:pt x="1445027" y="7053147"/>
                  <a:pt x="1472075" y="7136508"/>
                </a:cubicBezTo>
                <a:lnTo>
                  <a:pt x="1500747" y="7223702"/>
                </a:lnTo>
                <a:lnTo>
                  <a:pt x="1221597" y="7269042"/>
                </a:lnTo>
                <a:cubicBezTo>
                  <a:pt x="1230660" y="7281141"/>
                  <a:pt x="1240897" y="7297284"/>
                  <a:pt x="1244416" y="7309415"/>
                </a:cubicBezTo>
                <a:lnTo>
                  <a:pt x="1484959" y="7290480"/>
                </a:lnTo>
                <a:lnTo>
                  <a:pt x="1512002" y="7401351"/>
                </a:lnTo>
                <a:lnTo>
                  <a:pt x="1509621" y="7400543"/>
                </a:lnTo>
                <a:cubicBezTo>
                  <a:pt x="1466562" y="7386107"/>
                  <a:pt x="1426716" y="7373172"/>
                  <a:pt x="1387165" y="7361250"/>
                </a:cubicBezTo>
                <a:cubicBezTo>
                  <a:pt x="1383969" y="7369368"/>
                  <a:pt x="1385141" y="7373412"/>
                  <a:pt x="1381946" y="7381531"/>
                </a:cubicBezTo>
                <a:cubicBezTo>
                  <a:pt x="1430136" y="7413657"/>
                  <a:pt x="1477151" y="7441739"/>
                  <a:pt x="1525341" y="7473865"/>
                </a:cubicBezTo>
                <a:cubicBezTo>
                  <a:pt x="1432277" y="7478450"/>
                  <a:pt x="1355840" y="7482940"/>
                  <a:pt x="1229513" y="7487717"/>
                </a:cubicBezTo>
                <a:cubicBezTo>
                  <a:pt x="1300727" y="7503509"/>
                  <a:pt x="1324076" y="7507427"/>
                  <a:pt x="1371942" y="7519301"/>
                </a:cubicBezTo>
                <a:cubicBezTo>
                  <a:pt x="1313310" y="7527739"/>
                  <a:pt x="1275679" y="7532006"/>
                  <a:pt x="1239223" y="7540316"/>
                </a:cubicBezTo>
                <a:cubicBezTo>
                  <a:pt x="1241568" y="7548404"/>
                  <a:pt x="1243914" y="7556490"/>
                  <a:pt x="1246260" y="7564577"/>
                </a:cubicBezTo>
                <a:cubicBezTo>
                  <a:pt x="1298923" y="7564276"/>
                  <a:pt x="1350203" y="7563980"/>
                  <a:pt x="1401477" y="7563686"/>
                </a:cubicBezTo>
                <a:lnTo>
                  <a:pt x="1551391" y="7562822"/>
                </a:lnTo>
                <a:lnTo>
                  <a:pt x="1556347" y="7583133"/>
                </a:lnTo>
                <a:lnTo>
                  <a:pt x="1337947" y="7612655"/>
                </a:lnTo>
                <a:cubicBezTo>
                  <a:pt x="1264364" y="7622191"/>
                  <a:pt x="1190781" y="7631727"/>
                  <a:pt x="1118877" y="7642267"/>
                </a:cubicBezTo>
                <a:cubicBezTo>
                  <a:pt x="1122397" y="7654400"/>
                  <a:pt x="1124744" y="7662485"/>
                  <a:pt x="1133804" y="7674586"/>
                </a:cubicBezTo>
                <a:cubicBezTo>
                  <a:pt x="1256775" y="7667802"/>
                  <a:pt x="1380541" y="7658991"/>
                  <a:pt x="1505147" y="7650679"/>
                </a:cubicBezTo>
                <a:lnTo>
                  <a:pt x="1571918" y="7646971"/>
                </a:lnTo>
                <a:lnTo>
                  <a:pt x="1573046" y="7651585"/>
                </a:lnTo>
                <a:cubicBezTo>
                  <a:pt x="1604508" y="7780972"/>
                  <a:pt x="1636132" y="7908314"/>
                  <a:pt x="1669982" y="8032751"/>
                </a:cubicBezTo>
                <a:lnTo>
                  <a:pt x="1765062" y="8346369"/>
                </a:lnTo>
                <a:lnTo>
                  <a:pt x="1735571" y="8351590"/>
                </a:lnTo>
                <a:cubicBezTo>
                  <a:pt x="1739091" y="8363721"/>
                  <a:pt x="1742611" y="8375851"/>
                  <a:pt x="1746128" y="8387983"/>
                </a:cubicBezTo>
                <a:lnTo>
                  <a:pt x="1776654" y="8384613"/>
                </a:lnTo>
                <a:lnTo>
                  <a:pt x="1780259" y="8396497"/>
                </a:lnTo>
                <a:cubicBezTo>
                  <a:pt x="1820613" y="8514271"/>
                  <a:pt x="1865252" y="8628284"/>
                  <a:pt x="1916238" y="8737676"/>
                </a:cubicBezTo>
                <a:cubicBezTo>
                  <a:pt x="1902255" y="8671341"/>
                  <a:pt x="1890407" y="8597479"/>
                  <a:pt x="1864697" y="8488371"/>
                </a:cubicBezTo>
                <a:cubicBezTo>
                  <a:pt x="1899624" y="8554502"/>
                  <a:pt x="1917087" y="8587565"/>
                  <a:pt x="1933085" y="8615286"/>
                </a:cubicBezTo>
                <a:cubicBezTo>
                  <a:pt x="1936686" y="8613105"/>
                  <a:pt x="1943891" y="8608745"/>
                  <a:pt x="1951096" y="8604386"/>
                </a:cubicBezTo>
                <a:lnTo>
                  <a:pt x="1887496" y="8372370"/>
                </a:lnTo>
                <a:lnTo>
                  <a:pt x="1902999" y="8370658"/>
                </a:lnTo>
                <a:lnTo>
                  <a:pt x="1943522" y="8515473"/>
                </a:lnTo>
                <a:cubicBezTo>
                  <a:pt x="1961780" y="8566755"/>
                  <a:pt x="1979489" y="8662002"/>
                  <a:pt x="2001897" y="8667142"/>
                </a:cubicBezTo>
                <a:cubicBezTo>
                  <a:pt x="2102335" y="8681165"/>
                  <a:pt x="2125906" y="8797795"/>
                  <a:pt x="2158819" y="8902542"/>
                </a:cubicBezTo>
                <a:cubicBezTo>
                  <a:pt x="2203456" y="9050058"/>
                  <a:pt x="2242353" y="9207282"/>
                  <a:pt x="2283389" y="9356978"/>
                </a:cubicBezTo>
                <a:cubicBezTo>
                  <a:pt x="2264583" y="9349659"/>
                  <a:pt x="2242174" y="9344519"/>
                  <a:pt x="2219767" y="9339378"/>
                </a:cubicBezTo>
                <a:cubicBezTo>
                  <a:pt x="2261171" y="9582349"/>
                  <a:pt x="2375965" y="9755978"/>
                  <a:pt x="2451925" y="9971804"/>
                </a:cubicBezTo>
                <a:cubicBezTo>
                  <a:pt x="2421395" y="9921714"/>
                  <a:pt x="2387264" y="9873803"/>
                  <a:pt x="2355268" y="9818367"/>
                </a:cubicBezTo>
                <a:cubicBezTo>
                  <a:pt x="2349529" y="9828072"/>
                  <a:pt x="2345927" y="9830252"/>
                  <a:pt x="2342326" y="9832432"/>
                </a:cubicBezTo>
                <a:cubicBezTo>
                  <a:pt x="2507067" y="10218927"/>
                  <a:pt x="2670345" y="10600076"/>
                  <a:pt x="2833621" y="10981225"/>
                </a:cubicBezTo>
                <a:cubicBezTo>
                  <a:pt x="2804009" y="10980446"/>
                  <a:pt x="2786544" y="10947380"/>
                  <a:pt x="2762674" y="10936894"/>
                </a:cubicBezTo>
                <a:cubicBezTo>
                  <a:pt x="2733731" y="10923241"/>
                  <a:pt x="2696119" y="10908601"/>
                  <a:pt x="2667302" y="10926039"/>
                </a:cubicBezTo>
                <a:cubicBezTo>
                  <a:pt x="2649291" y="10936938"/>
                  <a:pt x="2630855" y="11022892"/>
                  <a:pt x="2640320" y="11042098"/>
                </a:cubicBezTo>
                <a:cubicBezTo>
                  <a:pt x="2715912" y="11164650"/>
                  <a:pt x="2792967" y="11292549"/>
                  <a:pt x="2881505" y="11401036"/>
                </a:cubicBezTo>
                <a:cubicBezTo>
                  <a:pt x="2917773" y="11441421"/>
                  <a:pt x="2982736" y="11433275"/>
                  <a:pt x="3029015" y="11448902"/>
                </a:cubicBezTo>
                <a:cubicBezTo>
                  <a:pt x="3040493" y="11429491"/>
                  <a:pt x="3050505" y="11404733"/>
                  <a:pt x="3064121" y="11377794"/>
                </a:cubicBezTo>
                <a:cubicBezTo>
                  <a:pt x="3105455" y="11421346"/>
                  <a:pt x="3152532" y="11455192"/>
                  <a:pt x="3184526" y="11510627"/>
                </a:cubicBezTo>
                <a:cubicBezTo>
                  <a:pt x="3233253" y="11596455"/>
                  <a:pt x="3281446" y="11684166"/>
                  <a:pt x="3327553" y="11770020"/>
                </a:cubicBezTo>
                <a:lnTo>
                  <a:pt x="3329944" y="11774564"/>
                </a:lnTo>
                <a:lnTo>
                  <a:pt x="3317934" y="11784452"/>
                </a:lnTo>
                <a:cubicBezTo>
                  <a:pt x="3328674" y="11791101"/>
                  <a:pt x="3335831" y="11795534"/>
                  <a:pt x="3342990" y="11799969"/>
                </a:cubicBezTo>
                <a:lnTo>
                  <a:pt x="3343218" y="11799814"/>
                </a:lnTo>
                <a:lnTo>
                  <a:pt x="3385824" y="11880850"/>
                </a:lnTo>
                <a:lnTo>
                  <a:pt x="0" y="11880850"/>
                </a:lnTo>
                <a:close/>
              </a:path>
            </a:pathLst>
          </a:custGeom>
          <a:solidFill>
            <a:schemeClr val="lt1">
              <a:alpha val="80000"/>
            </a:schemeClr>
          </a:solidFill>
          <a:ln>
            <a:noFill/>
          </a:ln>
          <a:effectLst>
            <a:outerShdw blurRad="1270000" rotWithShape="0" algn="r" dir="10800000" dist="317500">
              <a:srgbClr val="000000">
                <a:alpha val="9803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0"/>
          <p:cNvSpPr txBox="1"/>
          <p:nvPr/>
        </p:nvSpPr>
        <p:spPr>
          <a:xfrm>
            <a:off x="7790161" y="2707080"/>
            <a:ext cx="290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LiveFit</a:t>
            </a:r>
            <a:endParaRPr b="1" i="0" sz="399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0"/>
          <p:cNvSpPr txBox="1"/>
          <p:nvPr/>
        </p:nvSpPr>
        <p:spPr>
          <a:xfrm flipH="1">
            <a:off x="7234864" y="3848248"/>
            <a:ext cx="4017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INFO 6150 Web Design</a:t>
            </a:r>
            <a:endParaRPr b="1"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Final Project</a:t>
            </a:r>
            <a:endParaRPr b="1"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Ankur Chauhan (1565993)</a:t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Dwaraganath Setti Ashok (1007680)</a:t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Aparna Anil Shelar (1009233)</a:t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Vishakha Vinayak (1550683)</a:t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Madhurima Chatterjee (1003806)</a:t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Nitish Solabannavar (1316804)</a:t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0"/>
          <p:cNvSpPr/>
          <p:nvPr/>
        </p:nvSpPr>
        <p:spPr>
          <a:xfrm>
            <a:off x="8782348" y="3427505"/>
            <a:ext cx="162000" cy="162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1270000" rotWithShape="0" algn="tl" dir="2700000" dist="4826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0"/>
          <p:cNvSpPr/>
          <p:nvPr/>
        </p:nvSpPr>
        <p:spPr>
          <a:xfrm>
            <a:off x="9162504" y="3427505"/>
            <a:ext cx="162000" cy="162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1270000" rotWithShape="0" algn="tl" dir="2700000" dist="4826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0"/>
          <p:cNvSpPr/>
          <p:nvPr/>
        </p:nvSpPr>
        <p:spPr>
          <a:xfrm>
            <a:off x="9542661" y="3427505"/>
            <a:ext cx="162000" cy="1620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1270000" rotWithShape="0" algn="tl" dir="2700000" dist="4826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715" l="0" r="0" t="10715"/>
          <a:stretch/>
        </p:blipFill>
        <p:spPr>
          <a:xfrm>
            <a:off x="852389" y="458788"/>
            <a:ext cx="11339700" cy="5940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11"/>
          <p:cNvGrpSpPr/>
          <p:nvPr/>
        </p:nvGrpSpPr>
        <p:grpSpPr>
          <a:xfrm>
            <a:off x="1731850" y="1791275"/>
            <a:ext cx="8389871" cy="4194367"/>
            <a:chOff x="1028274" y="-9366267"/>
            <a:chExt cx="6661800" cy="20390700"/>
          </a:xfrm>
        </p:grpSpPr>
        <p:sp>
          <p:nvSpPr>
            <p:cNvPr id="53" name="Google Shape;53;p11"/>
            <p:cNvSpPr/>
            <p:nvPr/>
          </p:nvSpPr>
          <p:spPr>
            <a:xfrm>
              <a:off x="1242281" y="2682926"/>
              <a:ext cx="6042825" cy="1892054"/>
            </a:xfrm>
            <a:prstGeom prst="roundRect">
              <a:avLst>
                <a:gd fmla="val 8362" name="adj"/>
              </a:avLst>
            </a:prstGeom>
            <a:solidFill>
              <a:schemeClr val="lt1">
                <a:alpha val="60000"/>
              </a:schemeClr>
            </a:solidFill>
            <a:ln>
              <a:noFill/>
            </a:ln>
            <a:effectLst>
              <a:outerShdw blurRad="1270000" rotWithShape="0" algn="tl" dir="2700000" dist="482600">
                <a:srgbClr val="000000">
                  <a:alpha val="2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1"/>
            <p:cNvSpPr/>
            <p:nvPr/>
          </p:nvSpPr>
          <p:spPr>
            <a:xfrm>
              <a:off x="1028281" y="2582949"/>
              <a:ext cx="6042825" cy="1892054"/>
            </a:xfrm>
            <a:prstGeom prst="roundRect">
              <a:avLst>
                <a:gd fmla="val 8362" name="adj"/>
              </a:avLst>
            </a:prstGeom>
            <a:solidFill>
              <a:schemeClr val="lt1">
                <a:alpha val="69803"/>
              </a:schemeClr>
            </a:solidFill>
            <a:ln>
              <a:noFill/>
            </a:ln>
            <a:effectLst>
              <a:outerShdw blurRad="1270000" rotWithShape="0" algn="tl" dir="2700000" dist="482600">
                <a:srgbClr val="000000">
                  <a:alpha val="2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11"/>
            <p:cNvSpPr/>
            <p:nvPr/>
          </p:nvSpPr>
          <p:spPr>
            <a:xfrm>
              <a:off x="1028274" y="-6172417"/>
              <a:ext cx="6661800" cy="16375500"/>
            </a:xfrm>
            <a:prstGeom prst="roundRect">
              <a:avLst>
                <a:gd fmla="val 8362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1270000" rotWithShape="0" algn="tl" dir="2700000" dist="482600">
                <a:srgbClr val="000000">
                  <a:alpha val="29803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11"/>
            <p:cNvSpPr txBox="1"/>
            <p:nvPr/>
          </p:nvSpPr>
          <p:spPr>
            <a:xfrm>
              <a:off x="1135230" y="-9366267"/>
              <a:ext cx="6554700" cy="203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Overview:</a:t>
              </a:r>
              <a:endParaRPr b="1" sz="2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 one-stop platform for fitness freaks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Purchase accessories related to gym, yoga and calorie intake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Book virtual events for home exercises, diet recipes, etc</a:t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715" l="0" r="0" t="10715"/>
          <a:stretch/>
        </p:blipFill>
        <p:spPr>
          <a:xfrm>
            <a:off x="426189" y="458788"/>
            <a:ext cx="11339700" cy="59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2"/>
          <p:cNvSpPr/>
          <p:nvPr/>
        </p:nvSpPr>
        <p:spPr>
          <a:xfrm>
            <a:off x="426188" y="459174"/>
            <a:ext cx="6965442" cy="5940426"/>
          </a:xfrm>
          <a:custGeom>
            <a:rect b="b" l="l" r="r" t="t"/>
            <a:pathLst>
              <a:path extrusionOk="0" h="11880851" w="13930883">
                <a:moveTo>
                  <a:pt x="7198768" y="11473003"/>
                </a:moveTo>
                <a:lnTo>
                  <a:pt x="7163322" y="11483773"/>
                </a:lnTo>
                <a:lnTo>
                  <a:pt x="7213389" y="11486994"/>
                </a:lnTo>
                <a:cubicBezTo>
                  <a:pt x="7235535" y="11488661"/>
                  <a:pt x="7255448" y="11491698"/>
                  <a:pt x="7269406" y="11497994"/>
                </a:cubicBezTo>
                <a:lnTo>
                  <a:pt x="7282426" y="11507795"/>
                </a:lnTo>
                <a:lnTo>
                  <a:pt x="7299917" y="11502741"/>
                </a:lnTo>
                <a:lnTo>
                  <a:pt x="7254236" y="11489013"/>
                </a:lnTo>
                <a:close/>
                <a:moveTo>
                  <a:pt x="7084015" y="11418645"/>
                </a:moveTo>
                <a:cubicBezTo>
                  <a:pt x="7076141" y="11419422"/>
                  <a:pt x="7067445" y="11423773"/>
                  <a:pt x="7058082" y="11433643"/>
                </a:cubicBezTo>
                <a:cubicBezTo>
                  <a:pt x="7050213" y="11440917"/>
                  <a:pt x="7050006" y="11448258"/>
                  <a:pt x="7053593" y="11454943"/>
                </a:cubicBezTo>
                <a:lnTo>
                  <a:pt x="7070323" y="11470940"/>
                </a:lnTo>
                <a:lnTo>
                  <a:pt x="7129468" y="11458058"/>
                </a:lnTo>
                <a:lnTo>
                  <a:pt x="7128432" y="11455770"/>
                </a:lnTo>
                <a:cubicBezTo>
                  <a:pt x="7123850" y="11446159"/>
                  <a:pt x="7107636" y="11416313"/>
                  <a:pt x="7084015" y="11418645"/>
                </a:cubicBezTo>
                <a:close/>
                <a:moveTo>
                  <a:pt x="8490311" y="10802975"/>
                </a:moveTo>
                <a:cubicBezTo>
                  <a:pt x="8495412" y="10795144"/>
                  <a:pt x="8474995" y="10826480"/>
                  <a:pt x="8474995" y="10826480"/>
                </a:cubicBezTo>
                <a:cubicBezTo>
                  <a:pt x="8484075" y="10812548"/>
                  <a:pt x="8488611" y="10805584"/>
                  <a:pt x="8490311" y="10802975"/>
                </a:cubicBezTo>
                <a:close/>
                <a:moveTo>
                  <a:pt x="7901920" y="10784509"/>
                </a:moveTo>
                <a:lnTo>
                  <a:pt x="7872902" y="10786434"/>
                </a:lnTo>
                <a:lnTo>
                  <a:pt x="7912253" y="10789591"/>
                </a:lnTo>
                <a:lnTo>
                  <a:pt x="7925612" y="10787581"/>
                </a:lnTo>
                <a:cubicBezTo>
                  <a:pt x="7921786" y="10785495"/>
                  <a:pt x="7913044" y="10784534"/>
                  <a:pt x="7901920" y="10784509"/>
                </a:cubicBezTo>
                <a:close/>
                <a:moveTo>
                  <a:pt x="7805819" y="10700458"/>
                </a:moveTo>
                <a:cubicBezTo>
                  <a:pt x="7788928" y="10700797"/>
                  <a:pt x="7771716" y="10706219"/>
                  <a:pt x="7754973" y="10720083"/>
                </a:cubicBezTo>
                <a:lnTo>
                  <a:pt x="7751267" y="10732298"/>
                </a:lnTo>
                <a:lnTo>
                  <a:pt x="7835779" y="10707147"/>
                </a:lnTo>
                <a:close/>
                <a:moveTo>
                  <a:pt x="8798126" y="9523489"/>
                </a:moveTo>
                <a:lnTo>
                  <a:pt x="8792730" y="9531674"/>
                </a:lnTo>
                <a:lnTo>
                  <a:pt x="8781692" y="9548417"/>
                </a:lnTo>
                <a:cubicBezTo>
                  <a:pt x="8781692" y="9548417"/>
                  <a:pt x="8787173" y="9540105"/>
                  <a:pt x="8791961" y="9532841"/>
                </a:cubicBezTo>
                <a:lnTo>
                  <a:pt x="8792730" y="9531674"/>
                </a:lnTo>
                <a:lnTo>
                  <a:pt x="8797873" y="9523877"/>
                </a:lnTo>
                <a:cubicBezTo>
                  <a:pt x="8799157" y="9521930"/>
                  <a:pt x="8799497" y="9521412"/>
                  <a:pt x="8798126" y="9523489"/>
                </a:cubicBezTo>
                <a:close/>
                <a:moveTo>
                  <a:pt x="8409329" y="9515268"/>
                </a:moveTo>
                <a:cubicBezTo>
                  <a:pt x="8400931" y="9515281"/>
                  <a:pt x="8389936" y="9518127"/>
                  <a:pt x="8377286" y="9522071"/>
                </a:cubicBezTo>
                <a:lnTo>
                  <a:pt x="8339327" y="9531940"/>
                </a:lnTo>
                <a:lnTo>
                  <a:pt x="8336307" y="9553975"/>
                </a:lnTo>
                <a:lnTo>
                  <a:pt x="8425799" y="9525467"/>
                </a:lnTo>
                <a:cubicBezTo>
                  <a:pt x="8423532" y="9518075"/>
                  <a:pt x="8417728" y="9515255"/>
                  <a:pt x="8409329" y="9515268"/>
                </a:cubicBezTo>
                <a:close/>
                <a:moveTo>
                  <a:pt x="8523326" y="9477852"/>
                </a:moveTo>
                <a:lnTo>
                  <a:pt x="8507093" y="9495792"/>
                </a:lnTo>
                <a:lnTo>
                  <a:pt x="8507820" y="9503024"/>
                </a:lnTo>
                <a:lnTo>
                  <a:pt x="8512732" y="9497334"/>
                </a:lnTo>
                <a:cubicBezTo>
                  <a:pt x="8518164" y="9488036"/>
                  <a:pt x="8523326" y="9477852"/>
                  <a:pt x="8523326" y="9477852"/>
                </a:cubicBezTo>
                <a:close/>
                <a:moveTo>
                  <a:pt x="8845899" y="9327824"/>
                </a:moveTo>
                <a:cubicBezTo>
                  <a:pt x="8844900" y="9327686"/>
                  <a:pt x="8843175" y="9328296"/>
                  <a:pt x="8839996" y="9330404"/>
                </a:cubicBezTo>
                <a:cubicBezTo>
                  <a:pt x="8824134" y="9343063"/>
                  <a:pt x="8818467" y="9350025"/>
                  <a:pt x="8818557" y="9353168"/>
                </a:cubicBezTo>
                <a:cubicBezTo>
                  <a:pt x="8818622" y="9355527"/>
                  <a:pt x="8821923" y="9355736"/>
                  <a:pt x="8826590" y="9354593"/>
                </a:cubicBezTo>
                <a:cubicBezTo>
                  <a:pt x="8831261" y="9353449"/>
                  <a:pt x="8837297" y="9350944"/>
                  <a:pt x="8842827" y="9347873"/>
                </a:cubicBezTo>
                <a:cubicBezTo>
                  <a:pt x="8853869" y="9341752"/>
                  <a:pt x="8862889" y="9333366"/>
                  <a:pt x="8854890" y="9329065"/>
                </a:cubicBezTo>
                <a:cubicBezTo>
                  <a:pt x="8845358" y="9335390"/>
                  <a:pt x="8848897" y="9328238"/>
                  <a:pt x="8845899" y="9327824"/>
                </a:cubicBezTo>
                <a:close/>
                <a:moveTo>
                  <a:pt x="8907569" y="9311210"/>
                </a:moveTo>
                <a:lnTo>
                  <a:pt x="8885465" y="9322835"/>
                </a:lnTo>
                <a:cubicBezTo>
                  <a:pt x="8877145" y="9327910"/>
                  <a:pt x="8872486" y="9331936"/>
                  <a:pt x="8874576" y="9333818"/>
                </a:cubicBezTo>
                <a:cubicBezTo>
                  <a:pt x="8876667" y="9335701"/>
                  <a:pt x="8885508" y="9335440"/>
                  <a:pt x="8904187" y="9331944"/>
                </a:cubicBezTo>
                <a:lnTo>
                  <a:pt x="8925493" y="9326377"/>
                </a:lnTo>
                <a:close/>
                <a:moveTo>
                  <a:pt x="9041406" y="9263299"/>
                </a:moveTo>
                <a:lnTo>
                  <a:pt x="9035898" y="9264901"/>
                </a:lnTo>
                <a:lnTo>
                  <a:pt x="9045277" y="9295084"/>
                </a:lnTo>
                <a:lnTo>
                  <a:pt x="9059031" y="9291493"/>
                </a:lnTo>
                <a:lnTo>
                  <a:pt x="9079104" y="9286932"/>
                </a:lnTo>
                <a:close/>
                <a:moveTo>
                  <a:pt x="9506533" y="8757989"/>
                </a:moveTo>
                <a:lnTo>
                  <a:pt x="9298436" y="8814244"/>
                </a:lnTo>
                <a:cubicBezTo>
                  <a:pt x="9291021" y="8819163"/>
                  <a:pt x="9264917" y="8825449"/>
                  <a:pt x="9238032" y="8834389"/>
                </a:cubicBezTo>
                <a:lnTo>
                  <a:pt x="9218921" y="8842078"/>
                </a:lnTo>
                <a:lnTo>
                  <a:pt x="9246499" y="8854815"/>
                </a:lnTo>
                <a:lnTo>
                  <a:pt x="9246784" y="8859750"/>
                </a:lnTo>
                <a:lnTo>
                  <a:pt x="9292026" y="8842694"/>
                </a:lnTo>
                <a:cubicBezTo>
                  <a:pt x="9309817" y="8835783"/>
                  <a:pt x="9324338" y="8830153"/>
                  <a:pt x="9330796" y="8828359"/>
                </a:cubicBezTo>
                <a:lnTo>
                  <a:pt x="9507629" y="8780523"/>
                </a:lnTo>
                <a:close/>
                <a:moveTo>
                  <a:pt x="10228272" y="7903948"/>
                </a:moveTo>
                <a:lnTo>
                  <a:pt x="10025843" y="7975389"/>
                </a:lnTo>
                <a:lnTo>
                  <a:pt x="9911576" y="8006789"/>
                </a:lnTo>
                <a:lnTo>
                  <a:pt x="9911692" y="8023132"/>
                </a:lnTo>
                <a:lnTo>
                  <a:pt x="10080856" y="7977142"/>
                </a:lnTo>
                <a:lnTo>
                  <a:pt x="10217889" y="7941344"/>
                </a:lnTo>
                <a:close/>
                <a:moveTo>
                  <a:pt x="10288314" y="7881354"/>
                </a:moveTo>
                <a:lnTo>
                  <a:pt x="10258862" y="7893153"/>
                </a:lnTo>
                <a:lnTo>
                  <a:pt x="10249773" y="7896359"/>
                </a:lnTo>
                <a:lnTo>
                  <a:pt x="10248063" y="7902439"/>
                </a:lnTo>
                <a:cubicBezTo>
                  <a:pt x="10246584" y="7911324"/>
                  <a:pt x="10247454" y="7914779"/>
                  <a:pt x="10251123" y="7909083"/>
                </a:cubicBezTo>
                <a:lnTo>
                  <a:pt x="10248785" y="7919389"/>
                </a:lnTo>
                <a:lnTo>
                  <a:pt x="10223202" y="7935855"/>
                </a:lnTo>
                <a:lnTo>
                  <a:pt x="10222963" y="7940018"/>
                </a:lnTo>
                <a:lnTo>
                  <a:pt x="10273628" y="7926784"/>
                </a:lnTo>
                <a:lnTo>
                  <a:pt x="10273850" y="7925737"/>
                </a:lnTo>
                <a:cubicBezTo>
                  <a:pt x="10276025" y="7919250"/>
                  <a:pt x="10280444" y="7906025"/>
                  <a:pt x="10285627" y="7889995"/>
                </a:cubicBezTo>
                <a:close/>
                <a:moveTo>
                  <a:pt x="10346436" y="7858072"/>
                </a:moveTo>
                <a:lnTo>
                  <a:pt x="10304390" y="7874913"/>
                </a:lnTo>
                <a:lnTo>
                  <a:pt x="10289189" y="7922718"/>
                </a:lnTo>
                <a:lnTo>
                  <a:pt x="10339309" y="7909625"/>
                </a:lnTo>
                <a:close/>
                <a:moveTo>
                  <a:pt x="10165018" y="7832989"/>
                </a:moveTo>
                <a:lnTo>
                  <a:pt x="10079356" y="7858014"/>
                </a:lnTo>
                <a:lnTo>
                  <a:pt x="10063358" y="7861247"/>
                </a:lnTo>
                <a:lnTo>
                  <a:pt x="10053886" y="7868222"/>
                </a:lnTo>
                <a:lnTo>
                  <a:pt x="9988179" y="7910568"/>
                </a:lnTo>
                <a:lnTo>
                  <a:pt x="10035432" y="7900716"/>
                </a:lnTo>
                <a:lnTo>
                  <a:pt x="10175570" y="7867782"/>
                </a:lnTo>
                <a:lnTo>
                  <a:pt x="10176632" y="7856171"/>
                </a:lnTo>
                <a:lnTo>
                  <a:pt x="10180721" y="7844640"/>
                </a:lnTo>
                <a:lnTo>
                  <a:pt x="10171197" y="7840363"/>
                </a:lnTo>
                <a:close/>
                <a:moveTo>
                  <a:pt x="10255298" y="7806616"/>
                </a:moveTo>
                <a:lnTo>
                  <a:pt x="10222805" y="7816108"/>
                </a:lnTo>
                <a:lnTo>
                  <a:pt x="10218692" y="7834184"/>
                </a:lnTo>
                <a:lnTo>
                  <a:pt x="10206300" y="7860561"/>
                </a:lnTo>
                <a:lnTo>
                  <a:pt x="10242695" y="7852007"/>
                </a:lnTo>
                <a:close/>
                <a:moveTo>
                  <a:pt x="10313779" y="7789533"/>
                </a:moveTo>
                <a:lnTo>
                  <a:pt x="10297664" y="7794240"/>
                </a:lnTo>
                <a:lnTo>
                  <a:pt x="10281527" y="7813682"/>
                </a:lnTo>
                <a:lnTo>
                  <a:pt x="10266727" y="7846359"/>
                </a:lnTo>
                <a:lnTo>
                  <a:pt x="10270962" y="7845364"/>
                </a:lnTo>
                <a:lnTo>
                  <a:pt x="10301527" y="7838847"/>
                </a:lnTo>
                <a:lnTo>
                  <a:pt x="10301971" y="7837426"/>
                </a:lnTo>
                <a:cubicBezTo>
                  <a:pt x="10307187" y="7819720"/>
                  <a:pt x="10311678" y="7803141"/>
                  <a:pt x="10313955" y="7791622"/>
                </a:cubicBezTo>
                <a:close/>
                <a:moveTo>
                  <a:pt x="10363456" y="7775020"/>
                </a:moveTo>
                <a:lnTo>
                  <a:pt x="10333363" y="7783812"/>
                </a:lnTo>
                <a:lnTo>
                  <a:pt x="10316901" y="7835569"/>
                </a:lnTo>
                <a:lnTo>
                  <a:pt x="10350540" y="7828399"/>
                </a:lnTo>
                <a:lnTo>
                  <a:pt x="10351467" y="7821686"/>
                </a:lnTo>
                <a:close/>
                <a:moveTo>
                  <a:pt x="9972829" y="7720562"/>
                </a:moveTo>
                <a:lnTo>
                  <a:pt x="9958334" y="7723639"/>
                </a:lnTo>
                <a:lnTo>
                  <a:pt x="9954771" y="7732803"/>
                </a:lnTo>
                <a:lnTo>
                  <a:pt x="9955682" y="7733901"/>
                </a:lnTo>
                <a:lnTo>
                  <a:pt x="9952411" y="7738883"/>
                </a:lnTo>
                <a:lnTo>
                  <a:pt x="9948400" y="7749200"/>
                </a:lnTo>
                <a:lnTo>
                  <a:pt x="9963079" y="7750663"/>
                </a:lnTo>
                <a:lnTo>
                  <a:pt x="9969106" y="7749428"/>
                </a:lnTo>
                <a:close/>
                <a:moveTo>
                  <a:pt x="10038921" y="7706534"/>
                </a:moveTo>
                <a:lnTo>
                  <a:pt x="10011218" y="7712413"/>
                </a:lnTo>
                <a:lnTo>
                  <a:pt x="9998110" y="7743479"/>
                </a:lnTo>
                <a:lnTo>
                  <a:pt x="10027757" y="7737400"/>
                </a:lnTo>
                <a:lnTo>
                  <a:pt x="10065477" y="7720894"/>
                </a:lnTo>
                <a:lnTo>
                  <a:pt x="10063171" y="7721191"/>
                </a:lnTo>
                <a:cubicBezTo>
                  <a:pt x="10057708" y="7719339"/>
                  <a:pt x="10051807" y="7715439"/>
                  <a:pt x="10045601" y="7710825"/>
                </a:cubicBezTo>
                <a:close/>
                <a:moveTo>
                  <a:pt x="10089201" y="7700523"/>
                </a:moveTo>
                <a:lnTo>
                  <a:pt x="10081220" y="7714007"/>
                </a:lnTo>
                <a:lnTo>
                  <a:pt x="10101830" y="7704988"/>
                </a:lnTo>
                <a:lnTo>
                  <a:pt x="10102518" y="7701850"/>
                </a:lnTo>
                <a:close/>
                <a:moveTo>
                  <a:pt x="10162775" y="7690139"/>
                </a:moveTo>
                <a:lnTo>
                  <a:pt x="10136202" y="7701221"/>
                </a:lnTo>
                <a:lnTo>
                  <a:pt x="10130632" y="7701447"/>
                </a:lnTo>
                <a:lnTo>
                  <a:pt x="10134435" y="7720290"/>
                </a:lnTo>
                <a:lnTo>
                  <a:pt x="10162956" y="7713982"/>
                </a:lnTo>
                <a:close/>
                <a:moveTo>
                  <a:pt x="10299733" y="7646321"/>
                </a:moveTo>
                <a:lnTo>
                  <a:pt x="10256704" y="7658626"/>
                </a:lnTo>
                <a:lnTo>
                  <a:pt x="10246885" y="7695418"/>
                </a:lnTo>
                <a:lnTo>
                  <a:pt x="10251529" y="7694391"/>
                </a:lnTo>
                <a:lnTo>
                  <a:pt x="10289298" y="7684167"/>
                </a:lnTo>
                <a:lnTo>
                  <a:pt x="10298813" y="7649899"/>
                </a:lnTo>
                <a:close/>
                <a:moveTo>
                  <a:pt x="10405352" y="7616118"/>
                </a:moveTo>
                <a:lnTo>
                  <a:pt x="10381271" y="7623005"/>
                </a:lnTo>
                <a:lnTo>
                  <a:pt x="10370030" y="7662314"/>
                </a:lnTo>
                <a:lnTo>
                  <a:pt x="10394372" y="7655725"/>
                </a:lnTo>
                <a:close/>
                <a:moveTo>
                  <a:pt x="10452462" y="7428251"/>
                </a:moveTo>
                <a:lnTo>
                  <a:pt x="10447994" y="7429675"/>
                </a:lnTo>
                <a:lnTo>
                  <a:pt x="10434772" y="7435919"/>
                </a:lnTo>
                <a:lnTo>
                  <a:pt x="10430977" y="7449188"/>
                </a:lnTo>
                <a:lnTo>
                  <a:pt x="10440152" y="7450617"/>
                </a:lnTo>
                <a:lnTo>
                  <a:pt x="10447691" y="7450141"/>
                </a:lnTo>
                <a:close/>
                <a:moveTo>
                  <a:pt x="10527149" y="7392143"/>
                </a:moveTo>
                <a:lnTo>
                  <a:pt x="10500306" y="7412987"/>
                </a:lnTo>
                <a:lnTo>
                  <a:pt x="10486530" y="7417382"/>
                </a:lnTo>
                <a:lnTo>
                  <a:pt x="10478887" y="7448171"/>
                </a:lnTo>
                <a:lnTo>
                  <a:pt x="10510854" y="7446152"/>
                </a:lnTo>
                <a:lnTo>
                  <a:pt x="10516193" y="7445301"/>
                </a:lnTo>
                <a:lnTo>
                  <a:pt x="10523796" y="7404292"/>
                </a:lnTo>
                <a:close/>
                <a:moveTo>
                  <a:pt x="10963931" y="7194979"/>
                </a:moveTo>
                <a:cubicBezTo>
                  <a:pt x="10956915" y="7194058"/>
                  <a:pt x="10948771" y="7194391"/>
                  <a:pt x="10939333" y="7196156"/>
                </a:cubicBezTo>
                <a:cubicBezTo>
                  <a:pt x="10879579" y="7229265"/>
                  <a:pt x="10843974" y="7257868"/>
                  <a:pt x="10825321" y="7243068"/>
                </a:cubicBezTo>
                <a:lnTo>
                  <a:pt x="10820678" y="7233635"/>
                </a:lnTo>
                <a:lnTo>
                  <a:pt x="10803187" y="7246180"/>
                </a:lnTo>
                <a:cubicBezTo>
                  <a:pt x="10765030" y="7265446"/>
                  <a:pt x="10752656" y="7246405"/>
                  <a:pt x="10708425" y="7270670"/>
                </a:cubicBezTo>
                <a:cubicBezTo>
                  <a:pt x="10672022" y="7285455"/>
                  <a:pt x="10631767" y="7312352"/>
                  <a:pt x="10594727" y="7339893"/>
                </a:cubicBezTo>
                <a:lnTo>
                  <a:pt x="10546951" y="7376788"/>
                </a:lnTo>
                <a:lnTo>
                  <a:pt x="10527005" y="7443581"/>
                </a:lnTo>
                <a:lnTo>
                  <a:pt x="10597217" y="7432402"/>
                </a:lnTo>
                <a:lnTo>
                  <a:pt x="10533484" y="7452610"/>
                </a:lnTo>
                <a:lnTo>
                  <a:pt x="10614166" y="7435795"/>
                </a:lnTo>
                <a:lnTo>
                  <a:pt x="10597217" y="7432402"/>
                </a:lnTo>
                <a:cubicBezTo>
                  <a:pt x="10633626" y="7417611"/>
                  <a:pt x="10673003" y="7403413"/>
                  <a:pt x="10698864" y="7397557"/>
                </a:cubicBezTo>
                <a:lnTo>
                  <a:pt x="10708882" y="7404929"/>
                </a:lnTo>
                <a:lnTo>
                  <a:pt x="10757642" y="7386881"/>
                </a:lnTo>
                <a:cubicBezTo>
                  <a:pt x="10796028" y="7372451"/>
                  <a:pt x="10831884" y="7360121"/>
                  <a:pt x="10859956" y="7356008"/>
                </a:cubicBezTo>
                <a:lnTo>
                  <a:pt x="10897534" y="7359883"/>
                </a:lnTo>
                <a:lnTo>
                  <a:pt x="10876624" y="7378819"/>
                </a:lnTo>
                <a:cubicBezTo>
                  <a:pt x="10809530" y="7392728"/>
                  <a:pt x="10747229" y="7407728"/>
                  <a:pt x="10744914" y="7412643"/>
                </a:cubicBezTo>
                <a:cubicBezTo>
                  <a:pt x="10742601" y="7417557"/>
                  <a:pt x="10800272" y="7412389"/>
                  <a:pt x="10973120" y="7385969"/>
                </a:cubicBezTo>
                <a:cubicBezTo>
                  <a:pt x="10957816" y="7377620"/>
                  <a:pt x="10863917" y="7387249"/>
                  <a:pt x="10853397" y="7402767"/>
                </a:cubicBezTo>
                <a:cubicBezTo>
                  <a:pt x="10863917" y="7387249"/>
                  <a:pt x="10863917" y="7387249"/>
                  <a:pt x="10876624" y="7378819"/>
                </a:cubicBezTo>
                <a:cubicBezTo>
                  <a:pt x="10913984" y="7371826"/>
                  <a:pt x="10951884" y="7366610"/>
                  <a:pt x="10979130" y="7365081"/>
                </a:cubicBezTo>
                <a:lnTo>
                  <a:pt x="11000120" y="7365554"/>
                </a:lnTo>
                <a:lnTo>
                  <a:pt x="11001245" y="7337367"/>
                </a:lnTo>
                <a:cubicBezTo>
                  <a:pt x="11006813" y="7269256"/>
                  <a:pt x="11013039" y="7201420"/>
                  <a:pt x="10963931" y="7194979"/>
                </a:cubicBezTo>
                <a:close/>
                <a:moveTo>
                  <a:pt x="10671166" y="6782058"/>
                </a:moveTo>
                <a:lnTo>
                  <a:pt x="10666622" y="6784031"/>
                </a:lnTo>
                <a:lnTo>
                  <a:pt x="10660581" y="6790876"/>
                </a:lnTo>
                <a:cubicBezTo>
                  <a:pt x="10653238" y="6802274"/>
                  <a:pt x="10667797" y="6792144"/>
                  <a:pt x="10660457" y="6803536"/>
                </a:cubicBezTo>
                <a:lnTo>
                  <a:pt x="10663275" y="6803612"/>
                </a:lnTo>
                <a:lnTo>
                  <a:pt x="10666191" y="6799684"/>
                </a:lnTo>
                <a:close/>
                <a:moveTo>
                  <a:pt x="12119917" y="6319375"/>
                </a:moveTo>
                <a:cubicBezTo>
                  <a:pt x="12122161" y="6313642"/>
                  <a:pt x="12113153" y="6336591"/>
                  <a:pt x="12113153" y="6336591"/>
                </a:cubicBezTo>
                <a:cubicBezTo>
                  <a:pt x="12117159" y="6326391"/>
                  <a:pt x="12119162" y="6321288"/>
                  <a:pt x="12119917" y="6319375"/>
                </a:cubicBezTo>
                <a:close/>
                <a:moveTo>
                  <a:pt x="11588831" y="6285489"/>
                </a:moveTo>
                <a:cubicBezTo>
                  <a:pt x="11589394" y="6284054"/>
                  <a:pt x="11589253" y="6284411"/>
                  <a:pt x="11588727" y="6285753"/>
                </a:cubicBezTo>
                <a:lnTo>
                  <a:pt x="11587659" y="6288474"/>
                </a:lnTo>
                <a:lnTo>
                  <a:pt x="11586299" y="6291938"/>
                </a:lnTo>
                <a:cubicBezTo>
                  <a:pt x="11584329" y="6296956"/>
                  <a:pt x="11582079" y="6302693"/>
                  <a:pt x="11582079" y="6302693"/>
                </a:cubicBezTo>
                <a:lnTo>
                  <a:pt x="11587659" y="6288474"/>
                </a:lnTo>
                <a:close/>
                <a:moveTo>
                  <a:pt x="12633773" y="5685009"/>
                </a:moveTo>
                <a:lnTo>
                  <a:pt x="12636755" y="5693116"/>
                </a:lnTo>
                <a:lnTo>
                  <a:pt x="12646370" y="5690848"/>
                </a:lnTo>
                <a:cubicBezTo>
                  <a:pt x="12646459" y="5701907"/>
                  <a:pt x="12648876" y="5710675"/>
                  <a:pt x="12653035" y="5717718"/>
                </a:cubicBezTo>
                <a:cubicBezTo>
                  <a:pt x="12665519" y="5738853"/>
                  <a:pt x="12693702" y="5744499"/>
                  <a:pt x="12721884" y="5750143"/>
                </a:cubicBezTo>
                <a:cubicBezTo>
                  <a:pt x="12672439" y="5740238"/>
                  <a:pt x="12670099" y="5695607"/>
                  <a:pt x="12646370" y="5690848"/>
                </a:cubicBezTo>
                <a:close/>
                <a:moveTo>
                  <a:pt x="13160096" y="4448308"/>
                </a:moveTo>
                <a:lnTo>
                  <a:pt x="13152966" y="4467066"/>
                </a:lnTo>
                <a:lnTo>
                  <a:pt x="13152710" y="4477300"/>
                </a:lnTo>
                <a:lnTo>
                  <a:pt x="13156838" y="4524773"/>
                </a:lnTo>
                <a:lnTo>
                  <a:pt x="13164615" y="4460122"/>
                </a:lnTo>
                <a:cubicBezTo>
                  <a:pt x="13164743" y="4454730"/>
                  <a:pt x="13164518" y="4450597"/>
                  <a:pt x="13163809" y="4448402"/>
                </a:cubicBezTo>
                <a:cubicBezTo>
                  <a:pt x="13163104" y="4446205"/>
                  <a:pt x="13161908" y="4445948"/>
                  <a:pt x="13160096" y="4448308"/>
                </a:cubicBezTo>
                <a:close/>
                <a:moveTo>
                  <a:pt x="13721789" y="4259682"/>
                </a:moveTo>
                <a:cubicBezTo>
                  <a:pt x="13719534" y="4259680"/>
                  <a:pt x="13715954" y="4262888"/>
                  <a:pt x="13710452" y="4271434"/>
                </a:cubicBezTo>
                <a:cubicBezTo>
                  <a:pt x="13695163" y="4295167"/>
                  <a:pt x="13694460" y="4305606"/>
                  <a:pt x="13699567" y="4307028"/>
                </a:cubicBezTo>
                <a:cubicBezTo>
                  <a:pt x="13704675" y="4308451"/>
                  <a:pt x="13715592" y="4300853"/>
                  <a:pt x="13723546" y="4288512"/>
                </a:cubicBezTo>
                <a:cubicBezTo>
                  <a:pt x="13723546" y="4288512"/>
                  <a:pt x="13728570" y="4259675"/>
                  <a:pt x="13721789" y="4259682"/>
                </a:cubicBezTo>
                <a:close/>
                <a:moveTo>
                  <a:pt x="13494760" y="1578865"/>
                </a:moveTo>
                <a:lnTo>
                  <a:pt x="13558533" y="1950092"/>
                </a:lnTo>
                <a:lnTo>
                  <a:pt x="13569448" y="1978825"/>
                </a:lnTo>
                <a:cubicBezTo>
                  <a:pt x="13590909" y="2126252"/>
                  <a:pt x="13628284" y="2248986"/>
                  <a:pt x="13660538" y="2402517"/>
                </a:cubicBezTo>
                <a:cubicBezTo>
                  <a:pt x="13659802" y="2416121"/>
                  <a:pt x="13667131" y="2436947"/>
                  <a:pt x="13674603" y="2443009"/>
                </a:cubicBezTo>
                <a:cubicBezTo>
                  <a:pt x="13682075" y="2449071"/>
                  <a:pt x="13689690" y="2440368"/>
                  <a:pt x="13689525" y="2394917"/>
                </a:cubicBezTo>
                <a:cubicBezTo>
                  <a:pt x="13676557" y="2365179"/>
                  <a:pt x="13668506" y="2325742"/>
                  <a:pt x="13668896" y="2285667"/>
                </a:cubicBezTo>
                <a:cubicBezTo>
                  <a:pt x="13662310" y="2219022"/>
                  <a:pt x="13666322" y="2177472"/>
                  <a:pt x="13664533" y="2113767"/>
                </a:cubicBezTo>
                <a:cubicBezTo>
                  <a:pt x="13652202" y="2018653"/>
                  <a:pt x="13585343" y="1954146"/>
                  <a:pt x="13570584" y="1860717"/>
                </a:cubicBezTo>
                <a:cubicBezTo>
                  <a:pt x="13552572" y="1792069"/>
                  <a:pt x="13536054" y="1724218"/>
                  <a:pt x="13517889" y="1655809"/>
                </a:cubicBezTo>
                <a:close/>
                <a:moveTo>
                  <a:pt x="0" y="0"/>
                </a:moveTo>
                <a:lnTo>
                  <a:pt x="6805711" y="0"/>
                </a:lnTo>
                <a:lnTo>
                  <a:pt x="6805711" y="1"/>
                </a:lnTo>
                <a:lnTo>
                  <a:pt x="13151230" y="2"/>
                </a:lnTo>
                <a:lnTo>
                  <a:pt x="13200473" y="97510"/>
                </a:lnTo>
                <a:cubicBezTo>
                  <a:pt x="13307133" y="461136"/>
                  <a:pt x="13373442" y="840607"/>
                  <a:pt x="13433866" y="1224414"/>
                </a:cubicBezTo>
                <a:lnTo>
                  <a:pt x="13436719" y="1241007"/>
                </a:lnTo>
                <a:lnTo>
                  <a:pt x="13441335" y="1239937"/>
                </a:lnTo>
                <a:lnTo>
                  <a:pt x="13437491" y="1245525"/>
                </a:lnTo>
                <a:lnTo>
                  <a:pt x="13446194" y="1296163"/>
                </a:lnTo>
                <a:lnTo>
                  <a:pt x="13449576" y="1291033"/>
                </a:lnTo>
                <a:cubicBezTo>
                  <a:pt x="13458609" y="1291291"/>
                  <a:pt x="13467563" y="1299726"/>
                  <a:pt x="13471115" y="1306679"/>
                </a:cubicBezTo>
                <a:cubicBezTo>
                  <a:pt x="13486502" y="1334729"/>
                  <a:pt x="13485995" y="1387456"/>
                  <a:pt x="13501388" y="1415502"/>
                </a:cubicBezTo>
                <a:cubicBezTo>
                  <a:pt x="13557845" y="1558475"/>
                  <a:pt x="13586528" y="1707161"/>
                  <a:pt x="13639539" y="1832630"/>
                </a:cubicBezTo>
                <a:cubicBezTo>
                  <a:pt x="13718599" y="2004919"/>
                  <a:pt x="13714992" y="2253587"/>
                  <a:pt x="13735830" y="2466393"/>
                </a:cubicBezTo>
                <a:cubicBezTo>
                  <a:pt x="13756583" y="2562987"/>
                  <a:pt x="13785773" y="2658943"/>
                  <a:pt x="13813745" y="2756794"/>
                </a:cubicBezTo>
                <a:cubicBezTo>
                  <a:pt x="13863066" y="3014719"/>
                  <a:pt x="13800477" y="3381951"/>
                  <a:pt x="13739087" y="3749393"/>
                </a:cubicBezTo>
                <a:cubicBezTo>
                  <a:pt x="13720369" y="3815845"/>
                  <a:pt x="13686643" y="3892738"/>
                  <a:pt x="13683017" y="3940728"/>
                </a:cubicBezTo>
                <a:lnTo>
                  <a:pt x="13689885" y="3972109"/>
                </a:lnTo>
                <a:lnTo>
                  <a:pt x="13685380" y="3977154"/>
                </a:lnTo>
                <a:cubicBezTo>
                  <a:pt x="13682319" y="3981900"/>
                  <a:pt x="13683814" y="3982695"/>
                  <a:pt x="13691095" y="3977629"/>
                </a:cubicBezTo>
                <a:lnTo>
                  <a:pt x="13689885" y="3972109"/>
                </a:lnTo>
                <a:lnTo>
                  <a:pt x="13706995" y="3952942"/>
                </a:lnTo>
                <a:cubicBezTo>
                  <a:pt x="13699153" y="4017060"/>
                  <a:pt x="13698516" y="4082453"/>
                  <a:pt x="13713074" y="4072320"/>
                </a:cubicBezTo>
                <a:cubicBezTo>
                  <a:pt x="13698516" y="4082453"/>
                  <a:pt x="13736441" y="4023585"/>
                  <a:pt x="13736441" y="4023585"/>
                </a:cubicBezTo>
                <a:cubicBezTo>
                  <a:pt x="13758454" y="3989411"/>
                  <a:pt x="13765551" y="4003327"/>
                  <a:pt x="13796133" y="3955855"/>
                </a:cubicBezTo>
                <a:cubicBezTo>
                  <a:pt x="13803598" y="3931808"/>
                  <a:pt x="13818664" y="3868947"/>
                  <a:pt x="13834812" y="3818953"/>
                </a:cubicBezTo>
                <a:cubicBezTo>
                  <a:pt x="13852038" y="3750139"/>
                  <a:pt x="13870357" y="3678207"/>
                  <a:pt x="13888268" y="3605581"/>
                </a:cubicBezTo>
                <a:lnTo>
                  <a:pt x="13930883" y="3423838"/>
                </a:lnTo>
                <a:lnTo>
                  <a:pt x="13929451" y="3460944"/>
                </a:lnTo>
                <a:cubicBezTo>
                  <a:pt x="13916379" y="3535771"/>
                  <a:pt x="13895108" y="3617090"/>
                  <a:pt x="13872641" y="3697666"/>
                </a:cubicBezTo>
                <a:cubicBezTo>
                  <a:pt x="13825278" y="3860516"/>
                  <a:pt x="13816677" y="4002678"/>
                  <a:pt x="13777736" y="4166998"/>
                </a:cubicBezTo>
                <a:cubicBezTo>
                  <a:pt x="13750320" y="4260448"/>
                  <a:pt x="13728685" y="4348568"/>
                  <a:pt x="13706166" y="4434944"/>
                </a:cubicBezTo>
                <a:cubicBezTo>
                  <a:pt x="13683642" y="4521324"/>
                  <a:pt x="13660231" y="4605963"/>
                  <a:pt x="13629268" y="4692456"/>
                </a:cubicBezTo>
                <a:cubicBezTo>
                  <a:pt x="13638465" y="4613781"/>
                  <a:pt x="13663546" y="4512525"/>
                  <a:pt x="13694634" y="4412328"/>
                </a:cubicBezTo>
                <a:lnTo>
                  <a:pt x="13709945" y="4324157"/>
                </a:lnTo>
                <a:cubicBezTo>
                  <a:pt x="13678401" y="4346114"/>
                  <a:pt x="13648658" y="4431757"/>
                  <a:pt x="13648539" y="4444406"/>
                </a:cubicBezTo>
                <a:cubicBezTo>
                  <a:pt x="13578896" y="4668851"/>
                  <a:pt x="13562441" y="4875136"/>
                  <a:pt x="13463821" y="5105082"/>
                </a:cubicBezTo>
                <a:cubicBezTo>
                  <a:pt x="13465204" y="4961661"/>
                  <a:pt x="13570210" y="4694797"/>
                  <a:pt x="13594713" y="4527957"/>
                </a:cubicBezTo>
                <a:cubicBezTo>
                  <a:pt x="13588213" y="4577521"/>
                  <a:pt x="13610863" y="4477956"/>
                  <a:pt x="13586537" y="4501174"/>
                </a:cubicBezTo>
                <a:cubicBezTo>
                  <a:pt x="13542748" y="4544217"/>
                  <a:pt x="13580161" y="4538080"/>
                  <a:pt x="13580161" y="4538080"/>
                </a:cubicBezTo>
                <a:cubicBezTo>
                  <a:pt x="13545271" y="4656638"/>
                  <a:pt x="13514678" y="4768536"/>
                  <a:pt x="13482416" y="4879893"/>
                </a:cubicBezTo>
                <a:lnTo>
                  <a:pt x="13410044" y="5107472"/>
                </a:lnTo>
                <a:lnTo>
                  <a:pt x="13402512" y="5091251"/>
                </a:lnTo>
                <a:lnTo>
                  <a:pt x="13401910" y="5090808"/>
                </a:lnTo>
                <a:lnTo>
                  <a:pt x="13403806" y="5081902"/>
                </a:lnTo>
                <a:cubicBezTo>
                  <a:pt x="13412490" y="5055953"/>
                  <a:pt x="13457155" y="4922222"/>
                  <a:pt x="13442598" y="4932347"/>
                </a:cubicBezTo>
                <a:cubicBezTo>
                  <a:pt x="13396505" y="4964425"/>
                  <a:pt x="13366390" y="5088036"/>
                  <a:pt x="13381071" y="5065250"/>
                </a:cubicBezTo>
                <a:lnTo>
                  <a:pt x="13378732" y="5075565"/>
                </a:lnTo>
                <a:lnTo>
                  <a:pt x="13353148" y="5092024"/>
                </a:lnTo>
                <a:cubicBezTo>
                  <a:pt x="13349027" y="5100216"/>
                  <a:pt x="13349133" y="5110352"/>
                  <a:pt x="13351490" y="5121071"/>
                </a:cubicBezTo>
                <a:lnTo>
                  <a:pt x="13360453" y="5145731"/>
                </a:lnTo>
                <a:lnTo>
                  <a:pt x="13349858" y="5178100"/>
                </a:lnTo>
                <a:cubicBezTo>
                  <a:pt x="13313283" y="5222414"/>
                  <a:pt x="13344496" y="5109561"/>
                  <a:pt x="13344496" y="5109561"/>
                </a:cubicBezTo>
                <a:cubicBezTo>
                  <a:pt x="13411698" y="4888909"/>
                  <a:pt x="13450752" y="4711940"/>
                  <a:pt x="13498236" y="4536435"/>
                </a:cubicBezTo>
                <a:cubicBezTo>
                  <a:pt x="13498358" y="4523781"/>
                  <a:pt x="13574000" y="4302494"/>
                  <a:pt x="13520565" y="4345968"/>
                </a:cubicBezTo>
                <a:cubicBezTo>
                  <a:pt x="13484114" y="4377614"/>
                  <a:pt x="13459988" y="4504394"/>
                  <a:pt x="13506965" y="4381618"/>
                </a:cubicBezTo>
                <a:cubicBezTo>
                  <a:pt x="13452265" y="4555857"/>
                  <a:pt x="13420807" y="4694023"/>
                  <a:pt x="13375880" y="4855176"/>
                </a:cubicBezTo>
                <a:cubicBezTo>
                  <a:pt x="13368537" y="4866569"/>
                  <a:pt x="13360050" y="4996080"/>
                  <a:pt x="13329593" y="5030894"/>
                </a:cubicBezTo>
                <a:cubicBezTo>
                  <a:pt x="13268815" y="5085764"/>
                  <a:pt x="13329145" y="4952643"/>
                  <a:pt x="13329145" y="4952643"/>
                </a:cubicBezTo>
                <a:cubicBezTo>
                  <a:pt x="13375670" y="4751619"/>
                  <a:pt x="13392331" y="4648892"/>
                  <a:pt x="13446067" y="4449137"/>
                </a:cubicBezTo>
                <a:cubicBezTo>
                  <a:pt x="13446186" y="4436487"/>
                  <a:pt x="13509575" y="4236296"/>
                  <a:pt x="13470697" y="4269635"/>
                </a:cubicBezTo>
                <a:cubicBezTo>
                  <a:pt x="13440239" y="4304450"/>
                  <a:pt x="13440318" y="4420665"/>
                  <a:pt x="13440440" y="4408012"/>
                </a:cubicBezTo>
                <a:cubicBezTo>
                  <a:pt x="13416958" y="4469396"/>
                  <a:pt x="13415486" y="4496606"/>
                  <a:pt x="13385863" y="4569593"/>
                </a:cubicBezTo>
                <a:cubicBezTo>
                  <a:pt x="13371937" y="4514341"/>
                  <a:pt x="13432141" y="4393882"/>
                  <a:pt x="13432774" y="4328500"/>
                </a:cubicBezTo>
                <a:cubicBezTo>
                  <a:pt x="13440239" y="4304450"/>
                  <a:pt x="13410046" y="4311843"/>
                  <a:pt x="13411504" y="4284645"/>
                </a:cubicBezTo>
                <a:lnTo>
                  <a:pt x="13414587" y="4247954"/>
                </a:lnTo>
                <a:lnTo>
                  <a:pt x="13415638" y="4245820"/>
                </a:lnTo>
                <a:lnTo>
                  <a:pt x="13415287" y="4239618"/>
                </a:lnTo>
                <a:lnTo>
                  <a:pt x="13421891" y="4161011"/>
                </a:lnTo>
                <a:cubicBezTo>
                  <a:pt x="13431859" y="4111783"/>
                  <a:pt x="13443796" y="4061050"/>
                  <a:pt x="13444111" y="4028358"/>
                </a:cubicBezTo>
                <a:cubicBezTo>
                  <a:pt x="13448517" y="4040221"/>
                  <a:pt x="13449907" y="4013522"/>
                  <a:pt x="13444183" y="4003709"/>
                </a:cubicBezTo>
                <a:cubicBezTo>
                  <a:pt x="13442274" y="4000439"/>
                  <a:pt x="13439576" y="3999042"/>
                  <a:pt x="13435937" y="4001578"/>
                </a:cubicBezTo>
                <a:cubicBezTo>
                  <a:pt x="13389840" y="4033654"/>
                  <a:pt x="13413524" y="4075832"/>
                  <a:pt x="13406189" y="4087224"/>
                </a:cubicBezTo>
                <a:lnTo>
                  <a:pt x="13392343" y="4155823"/>
                </a:lnTo>
                <a:lnTo>
                  <a:pt x="13413275" y="4204259"/>
                </a:lnTo>
                <a:lnTo>
                  <a:pt x="13415287" y="4239618"/>
                </a:lnTo>
                <a:lnTo>
                  <a:pt x="13414587" y="4247954"/>
                </a:lnTo>
                <a:lnTo>
                  <a:pt x="13394961" y="4287767"/>
                </a:lnTo>
                <a:lnTo>
                  <a:pt x="13366685" y="4282965"/>
                </a:lnTo>
                <a:lnTo>
                  <a:pt x="13345289" y="4388991"/>
                </a:lnTo>
                <a:cubicBezTo>
                  <a:pt x="13322775" y="4489893"/>
                  <a:pt x="13295871" y="4592941"/>
                  <a:pt x="13258055" y="4703579"/>
                </a:cubicBezTo>
                <a:cubicBezTo>
                  <a:pt x="13253930" y="4632077"/>
                  <a:pt x="13278863" y="4545071"/>
                  <a:pt x="13303041" y="4459239"/>
                </a:cubicBezTo>
                <a:lnTo>
                  <a:pt x="13339033" y="4247889"/>
                </a:lnTo>
                <a:lnTo>
                  <a:pt x="13325355" y="4226899"/>
                </a:lnTo>
                <a:lnTo>
                  <a:pt x="13309506" y="4196081"/>
                </a:lnTo>
                <a:lnTo>
                  <a:pt x="13298932" y="4214237"/>
                </a:lnTo>
                <a:cubicBezTo>
                  <a:pt x="13251059" y="4429818"/>
                  <a:pt x="13220437" y="4606156"/>
                  <a:pt x="13159357" y="4817310"/>
                </a:cubicBezTo>
                <a:lnTo>
                  <a:pt x="13131347" y="4888278"/>
                </a:lnTo>
                <a:lnTo>
                  <a:pt x="13139623" y="4942489"/>
                </a:lnTo>
                <a:cubicBezTo>
                  <a:pt x="13141542" y="4989662"/>
                  <a:pt x="13119804" y="4979961"/>
                  <a:pt x="13088471" y="4952296"/>
                </a:cubicBezTo>
                <a:lnTo>
                  <a:pt x="13047431" y="4913275"/>
                </a:lnTo>
                <a:lnTo>
                  <a:pt x="13035654" y="4969521"/>
                </a:lnTo>
                <a:lnTo>
                  <a:pt x="13000963" y="4954145"/>
                </a:lnTo>
                <a:cubicBezTo>
                  <a:pt x="12913624" y="4974626"/>
                  <a:pt x="12947472" y="5024882"/>
                  <a:pt x="12979260" y="5047653"/>
                </a:cubicBezTo>
                <a:lnTo>
                  <a:pt x="13006493" y="5092535"/>
                </a:lnTo>
                <a:lnTo>
                  <a:pt x="12991013" y="5155480"/>
                </a:lnTo>
                <a:lnTo>
                  <a:pt x="12989201" y="5163026"/>
                </a:lnTo>
                <a:lnTo>
                  <a:pt x="12973867" y="5149418"/>
                </a:lnTo>
                <a:cubicBezTo>
                  <a:pt x="12952747" y="5131563"/>
                  <a:pt x="12933574" y="5112153"/>
                  <a:pt x="12923770" y="5085259"/>
                </a:cubicBezTo>
                <a:cubicBezTo>
                  <a:pt x="12906523" y="5060951"/>
                  <a:pt x="12897777" y="5024534"/>
                  <a:pt x="12886699" y="4989976"/>
                </a:cubicBezTo>
                <a:lnTo>
                  <a:pt x="12850663" y="4930728"/>
                </a:lnTo>
                <a:lnTo>
                  <a:pt x="12824216" y="4990306"/>
                </a:lnTo>
                <a:lnTo>
                  <a:pt x="12825635" y="4996752"/>
                </a:lnTo>
                <a:cubicBezTo>
                  <a:pt x="12835555" y="5036993"/>
                  <a:pt x="12844116" y="5086165"/>
                  <a:pt x="12854529" y="5092405"/>
                </a:cubicBezTo>
                <a:cubicBezTo>
                  <a:pt x="12846827" y="5112001"/>
                  <a:pt x="12830809" y="5152801"/>
                  <a:pt x="12826970" y="5162589"/>
                </a:cubicBezTo>
                <a:cubicBezTo>
                  <a:pt x="12834173" y="5177001"/>
                  <a:pt x="12848423" y="5173453"/>
                  <a:pt x="12862590" y="5175577"/>
                </a:cubicBezTo>
                <a:cubicBezTo>
                  <a:pt x="12858753" y="5185366"/>
                  <a:pt x="12824718" y="5233839"/>
                  <a:pt x="12834400" y="5247387"/>
                </a:cubicBezTo>
                <a:cubicBezTo>
                  <a:pt x="12841601" y="5261799"/>
                  <a:pt x="12892115" y="5269611"/>
                  <a:pt x="12886502" y="5316662"/>
                </a:cubicBezTo>
                <a:cubicBezTo>
                  <a:pt x="12885940" y="5334473"/>
                  <a:pt x="12881780" y="5344729"/>
                  <a:pt x="12875760" y="5349834"/>
                </a:cubicBezTo>
                <a:lnTo>
                  <a:pt x="12863767" y="5351103"/>
                </a:lnTo>
                <a:lnTo>
                  <a:pt x="12888281" y="5386132"/>
                </a:lnTo>
                <a:cubicBezTo>
                  <a:pt x="12893477" y="5398556"/>
                  <a:pt x="12894320" y="5411144"/>
                  <a:pt x="12887010" y="5422558"/>
                </a:cubicBezTo>
                <a:cubicBezTo>
                  <a:pt x="12828404" y="5499147"/>
                  <a:pt x="12825696" y="5410284"/>
                  <a:pt x="12825696" y="5410284"/>
                </a:cubicBezTo>
                <a:cubicBezTo>
                  <a:pt x="12820650" y="5396388"/>
                  <a:pt x="12808138" y="5375943"/>
                  <a:pt x="12792445" y="5354511"/>
                </a:cubicBezTo>
                <a:lnTo>
                  <a:pt x="12742842" y="5296088"/>
                </a:lnTo>
                <a:lnTo>
                  <a:pt x="12716867" y="5306554"/>
                </a:lnTo>
                <a:cubicBezTo>
                  <a:pt x="12702481" y="5309083"/>
                  <a:pt x="12692380" y="5303086"/>
                  <a:pt x="12685015" y="5291812"/>
                </a:cubicBezTo>
                <a:lnTo>
                  <a:pt x="12680869" y="5279345"/>
                </a:lnTo>
                <a:lnTo>
                  <a:pt x="12680537" y="5285513"/>
                </a:lnTo>
                <a:lnTo>
                  <a:pt x="12684353" y="5300180"/>
                </a:lnTo>
                <a:lnTo>
                  <a:pt x="12718377" y="5373675"/>
                </a:lnTo>
                <a:cubicBezTo>
                  <a:pt x="12721656" y="5381699"/>
                  <a:pt x="12719297" y="5395903"/>
                  <a:pt x="12715976" y="5412558"/>
                </a:cubicBezTo>
                <a:lnTo>
                  <a:pt x="12715277" y="5417121"/>
                </a:lnTo>
                <a:lnTo>
                  <a:pt x="12726129" y="5456570"/>
                </a:lnTo>
                <a:lnTo>
                  <a:pt x="12731900" y="5493288"/>
                </a:lnTo>
                <a:lnTo>
                  <a:pt x="12731945" y="5493339"/>
                </a:lnTo>
                <a:lnTo>
                  <a:pt x="12731925" y="5493419"/>
                </a:lnTo>
                <a:lnTo>
                  <a:pt x="12752436" y="5623773"/>
                </a:lnTo>
                <a:cubicBezTo>
                  <a:pt x="12742912" y="5666030"/>
                  <a:pt x="12771324" y="5760047"/>
                  <a:pt x="12771324" y="5760047"/>
                </a:cubicBezTo>
                <a:lnTo>
                  <a:pt x="12714647" y="5792387"/>
                </a:lnTo>
                <a:lnTo>
                  <a:pt x="12725948" y="5809768"/>
                </a:lnTo>
                <a:lnTo>
                  <a:pt x="12717039" y="5825894"/>
                </a:lnTo>
                <a:lnTo>
                  <a:pt x="12696965" y="5867949"/>
                </a:lnTo>
                <a:lnTo>
                  <a:pt x="12685863" y="5855697"/>
                </a:lnTo>
                <a:cubicBezTo>
                  <a:pt x="12635023" y="5794794"/>
                  <a:pt x="12582987" y="5732189"/>
                  <a:pt x="12520271" y="5670832"/>
                </a:cubicBezTo>
                <a:cubicBezTo>
                  <a:pt x="12516672" y="5663627"/>
                  <a:pt x="12507705" y="5653706"/>
                  <a:pt x="12496233" y="5641311"/>
                </a:cubicBezTo>
                <a:lnTo>
                  <a:pt x="12466321" y="5607376"/>
                </a:lnTo>
                <a:lnTo>
                  <a:pt x="12412233" y="5582309"/>
                </a:lnTo>
                <a:lnTo>
                  <a:pt x="12392762" y="5566609"/>
                </a:lnTo>
                <a:lnTo>
                  <a:pt x="12391185" y="5587641"/>
                </a:lnTo>
                <a:cubicBezTo>
                  <a:pt x="12381794" y="5594670"/>
                  <a:pt x="12355105" y="5542899"/>
                  <a:pt x="12346817" y="5539436"/>
                </a:cubicBezTo>
                <a:cubicBezTo>
                  <a:pt x="12332564" y="5542984"/>
                  <a:pt x="12266028" y="5575974"/>
                  <a:pt x="12243453" y="5600729"/>
                </a:cubicBezTo>
                <a:cubicBezTo>
                  <a:pt x="12239611" y="5610519"/>
                  <a:pt x="12315159" y="5723792"/>
                  <a:pt x="12321718" y="5739839"/>
                </a:cubicBezTo>
                <a:cubicBezTo>
                  <a:pt x="12327800" y="5789864"/>
                  <a:pt x="12340199" y="5829245"/>
                  <a:pt x="12335229" y="5874664"/>
                </a:cubicBezTo>
                <a:cubicBezTo>
                  <a:pt x="12331385" y="5884455"/>
                  <a:pt x="12300471" y="5930433"/>
                  <a:pt x="12296630" y="5940221"/>
                </a:cubicBezTo>
                <a:cubicBezTo>
                  <a:pt x="12279482" y="6016653"/>
                  <a:pt x="12425675" y="5982757"/>
                  <a:pt x="12362498" y="6039945"/>
                </a:cubicBezTo>
                <a:cubicBezTo>
                  <a:pt x="12362498" y="6039945"/>
                  <a:pt x="12336558" y="6040505"/>
                  <a:pt x="12306777" y="6050857"/>
                </a:cubicBezTo>
                <a:lnTo>
                  <a:pt x="12316466" y="6043627"/>
                </a:lnTo>
                <a:lnTo>
                  <a:pt x="12321667" y="6045678"/>
                </a:lnTo>
                <a:cubicBezTo>
                  <a:pt x="12323590" y="6040785"/>
                  <a:pt x="12324556" y="6038333"/>
                  <a:pt x="12322690" y="6038984"/>
                </a:cubicBezTo>
                <a:lnTo>
                  <a:pt x="12316466" y="6043627"/>
                </a:lnTo>
                <a:lnTo>
                  <a:pt x="12306892" y="6039861"/>
                </a:lnTo>
                <a:lnTo>
                  <a:pt x="12306981" y="6031230"/>
                </a:lnTo>
                <a:cubicBezTo>
                  <a:pt x="12304480" y="6028046"/>
                  <a:pt x="12300938" y="6027516"/>
                  <a:pt x="12300938" y="6027516"/>
                </a:cubicBezTo>
                <a:cubicBezTo>
                  <a:pt x="12300938" y="6027516"/>
                  <a:pt x="12244734" y="6072414"/>
                  <a:pt x="12231205" y="6068660"/>
                </a:cubicBezTo>
                <a:cubicBezTo>
                  <a:pt x="12211108" y="6070714"/>
                  <a:pt x="12199045" y="6050942"/>
                  <a:pt x="12189321" y="6029309"/>
                </a:cubicBezTo>
                <a:lnTo>
                  <a:pt x="12171644" y="5997191"/>
                </a:lnTo>
                <a:lnTo>
                  <a:pt x="12137216" y="6051632"/>
                </a:lnTo>
                <a:cubicBezTo>
                  <a:pt x="12122470" y="6073981"/>
                  <a:pt x="12106806" y="6097755"/>
                  <a:pt x="12094486" y="6119098"/>
                </a:cubicBezTo>
                <a:lnTo>
                  <a:pt x="12091295" y="6126545"/>
                </a:lnTo>
                <a:lnTo>
                  <a:pt x="12137341" y="6226533"/>
                </a:lnTo>
                <a:lnTo>
                  <a:pt x="12243283" y="6359451"/>
                </a:lnTo>
                <a:lnTo>
                  <a:pt x="12231622" y="6386168"/>
                </a:lnTo>
                <a:lnTo>
                  <a:pt x="12210225" y="6443836"/>
                </a:lnTo>
                <a:lnTo>
                  <a:pt x="12163896" y="6414791"/>
                </a:lnTo>
                <a:cubicBezTo>
                  <a:pt x="12171905" y="6394388"/>
                  <a:pt x="12173489" y="6380803"/>
                  <a:pt x="12168864" y="6374838"/>
                </a:cubicBezTo>
                <a:cubicBezTo>
                  <a:pt x="12164243" y="6368867"/>
                  <a:pt x="12153417" y="6370516"/>
                  <a:pt x="12136602" y="6380588"/>
                </a:cubicBezTo>
                <a:cubicBezTo>
                  <a:pt x="12124430" y="6411595"/>
                  <a:pt x="12131635" y="6426004"/>
                  <a:pt x="12163896" y="6414791"/>
                </a:cubicBezTo>
                <a:lnTo>
                  <a:pt x="12181074" y="6470085"/>
                </a:lnTo>
                <a:lnTo>
                  <a:pt x="12135692" y="6510142"/>
                </a:lnTo>
                <a:cubicBezTo>
                  <a:pt x="12144252" y="6496854"/>
                  <a:pt x="12151588" y="6485466"/>
                  <a:pt x="12151588" y="6485466"/>
                </a:cubicBezTo>
                <a:cubicBezTo>
                  <a:pt x="12104150" y="6532090"/>
                  <a:pt x="12118708" y="6521962"/>
                  <a:pt x="12135692" y="6510142"/>
                </a:cubicBezTo>
                <a:lnTo>
                  <a:pt x="12126800" y="6542946"/>
                </a:lnTo>
                <a:lnTo>
                  <a:pt x="12088407" y="6510450"/>
                </a:lnTo>
                <a:lnTo>
                  <a:pt x="12085261" y="6491717"/>
                </a:lnTo>
                <a:cubicBezTo>
                  <a:pt x="12085174" y="6484806"/>
                  <a:pt x="12086584" y="6479373"/>
                  <a:pt x="12090225" y="6476840"/>
                </a:cubicBezTo>
                <a:lnTo>
                  <a:pt x="12071856" y="6496451"/>
                </a:lnTo>
                <a:lnTo>
                  <a:pt x="12020488" y="6452973"/>
                </a:lnTo>
                <a:lnTo>
                  <a:pt x="12026811" y="6419365"/>
                </a:lnTo>
                <a:lnTo>
                  <a:pt x="12028870" y="6411374"/>
                </a:lnTo>
                <a:lnTo>
                  <a:pt x="11963679" y="6496331"/>
                </a:lnTo>
                <a:lnTo>
                  <a:pt x="11953378" y="6510311"/>
                </a:lnTo>
                <a:lnTo>
                  <a:pt x="11944616" y="6513125"/>
                </a:lnTo>
                <a:cubicBezTo>
                  <a:pt x="11919040" y="6521385"/>
                  <a:pt x="11855582" y="6542132"/>
                  <a:pt x="11802412" y="6561594"/>
                </a:cubicBezTo>
                <a:lnTo>
                  <a:pt x="11772171" y="6573744"/>
                </a:lnTo>
                <a:lnTo>
                  <a:pt x="11755883" y="6519561"/>
                </a:lnTo>
                <a:cubicBezTo>
                  <a:pt x="11744014" y="6495657"/>
                  <a:pt x="11729178" y="6481516"/>
                  <a:pt x="11710050" y="6485090"/>
                </a:cubicBezTo>
                <a:lnTo>
                  <a:pt x="11691562" y="6555134"/>
                </a:lnTo>
                <a:lnTo>
                  <a:pt x="11685458" y="6504850"/>
                </a:lnTo>
                <a:lnTo>
                  <a:pt x="11684547" y="6497340"/>
                </a:lnTo>
                <a:cubicBezTo>
                  <a:pt x="11682848" y="6471242"/>
                  <a:pt x="11681144" y="6443756"/>
                  <a:pt x="11676004" y="6419263"/>
                </a:cubicBezTo>
                <a:lnTo>
                  <a:pt x="11661729" y="6389772"/>
                </a:lnTo>
                <a:lnTo>
                  <a:pt x="11600556" y="6392111"/>
                </a:lnTo>
                <a:cubicBezTo>
                  <a:pt x="11553395" y="6408497"/>
                  <a:pt x="11640022" y="6395302"/>
                  <a:pt x="11584541" y="6432905"/>
                </a:cubicBezTo>
                <a:cubicBezTo>
                  <a:pt x="11529054" y="6470512"/>
                  <a:pt x="11550040" y="6384296"/>
                  <a:pt x="11528582" y="6373433"/>
                </a:cubicBezTo>
                <a:cubicBezTo>
                  <a:pt x="11526591" y="6340299"/>
                  <a:pt x="11531566" y="6294877"/>
                  <a:pt x="11495219" y="6289190"/>
                </a:cubicBezTo>
                <a:cubicBezTo>
                  <a:pt x="11495219" y="6289190"/>
                  <a:pt x="11485071" y="6297296"/>
                  <a:pt x="11473065" y="6306049"/>
                </a:cubicBezTo>
                <a:lnTo>
                  <a:pt x="11445847" y="6322988"/>
                </a:lnTo>
                <a:lnTo>
                  <a:pt x="11439587" y="6361779"/>
                </a:lnTo>
                <a:lnTo>
                  <a:pt x="11436677" y="6371205"/>
                </a:lnTo>
                <a:lnTo>
                  <a:pt x="11437675" y="6371231"/>
                </a:lnTo>
                <a:cubicBezTo>
                  <a:pt x="11478013" y="6376896"/>
                  <a:pt x="11494428" y="6392146"/>
                  <a:pt x="11469501" y="6422115"/>
                </a:cubicBezTo>
                <a:cubicBezTo>
                  <a:pt x="11460691" y="6431392"/>
                  <a:pt x="11447301" y="6442626"/>
                  <a:pt x="11430613" y="6455183"/>
                </a:cubicBezTo>
                <a:lnTo>
                  <a:pt x="11405293" y="6472879"/>
                </a:lnTo>
                <a:lnTo>
                  <a:pt x="11399201" y="6492613"/>
                </a:lnTo>
                <a:lnTo>
                  <a:pt x="11393693" y="6535495"/>
                </a:lnTo>
                <a:lnTo>
                  <a:pt x="11405865" y="6617085"/>
                </a:lnTo>
                <a:lnTo>
                  <a:pt x="11417577" y="6708256"/>
                </a:lnTo>
                <a:lnTo>
                  <a:pt x="11424823" y="6725920"/>
                </a:lnTo>
                <a:lnTo>
                  <a:pt x="11437607" y="6746096"/>
                </a:lnTo>
                <a:lnTo>
                  <a:pt x="11455634" y="6749624"/>
                </a:lnTo>
                <a:cubicBezTo>
                  <a:pt x="11457455" y="6754210"/>
                  <a:pt x="11455281" y="6760134"/>
                  <a:pt x="11451245" y="6765429"/>
                </a:cubicBezTo>
                <a:lnTo>
                  <a:pt x="11450214" y="6765996"/>
                </a:lnTo>
                <a:lnTo>
                  <a:pt x="11451450" y="6767942"/>
                </a:lnTo>
                <a:cubicBezTo>
                  <a:pt x="11456137" y="6782800"/>
                  <a:pt x="11455038" y="6799137"/>
                  <a:pt x="11443351" y="6818879"/>
                </a:cubicBezTo>
                <a:lnTo>
                  <a:pt x="11430527" y="6822860"/>
                </a:lnTo>
                <a:lnTo>
                  <a:pt x="11418677" y="6766352"/>
                </a:lnTo>
                <a:cubicBezTo>
                  <a:pt x="11418677" y="6766352"/>
                  <a:pt x="11399393" y="6781846"/>
                  <a:pt x="11377095" y="6797897"/>
                </a:cubicBezTo>
                <a:lnTo>
                  <a:pt x="11361851" y="6806820"/>
                </a:lnTo>
                <a:lnTo>
                  <a:pt x="11344793" y="6786716"/>
                </a:lnTo>
                <a:cubicBezTo>
                  <a:pt x="11341558" y="6776416"/>
                  <a:pt x="11344185" y="6765899"/>
                  <a:pt x="11355961" y="6757215"/>
                </a:cubicBezTo>
                <a:lnTo>
                  <a:pt x="11311951" y="6812660"/>
                </a:lnTo>
                <a:lnTo>
                  <a:pt x="11306243" y="6791362"/>
                </a:lnTo>
                <a:cubicBezTo>
                  <a:pt x="11292884" y="6730413"/>
                  <a:pt x="11275350" y="6623945"/>
                  <a:pt x="11275826" y="6588187"/>
                </a:cubicBezTo>
                <a:lnTo>
                  <a:pt x="11247203" y="6573641"/>
                </a:lnTo>
                <a:lnTo>
                  <a:pt x="11226021" y="6586793"/>
                </a:lnTo>
                <a:lnTo>
                  <a:pt x="11194890" y="6604985"/>
                </a:lnTo>
                <a:lnTo>
                  <a:pt x="11187352" y="6621825"/>
                </a:lnTo>
                <a:cubicBezTo>
                  <a:pt x="11164111" y="6707265"/>
                  <a:pt x="11172935" y="6868520"/>
                  <a:pt x="11158242" y="6928424"/>
                </a:cubicBezTo>
                <a:cubicBezTo>
                  <a:pt x="11161206" y="6995554"/>
                  <a:pt x="11168896" y="7050817"/>
                  <a:pt x="11169878" y="7101848"/>
                </a:cubicBezTo>
                <a:lnTo>
                  <a:pt x="11142260" y="7244916"/>
                </a:lnTo>
                <a:lnTo>
                  <a:pt x="11131048" y="7256825"/>
                </a:lnTo>
                <a:cubicBezTo>
                  <a:pt x="11123737" y="7268249"/>
                  <a:pt x="11122258" y="7283127"/>
                  <a:pt x="11124148" y="7299032"/>
                </a:cubicBezTo>
                <a:lnTo>
                  <a:pt x="11129203" y="7317361"/>
                </a:lnTo>
                <a:lnTo>
                  <a:pt x="11108589" y="7432326"/>
                </a:lnTo>
                <a:lnTo>
                  <a:pt x="11056145" y="7458606"/>
                </a:lnTo>
                <a:lnTo>
                  <a:pt x="10998394" y="7439064"/>
                </a:lnTo>
                <a:lnTo>
                  <a:pt x="10998269" y="7411947"/>
                </a:lnTo>
                <a:lnTo>
                  <a:pt x="10999596" y="7378732"/>
                </a:lnTo>
                <a:lnTo>
                  <a:pt x="10994090" y="7381666"/>
                </a:lnTo>
                <a:cubicBezTo>
                  <a:pt x="10978994" y="7390612"/>
                  <a:pt x="10962583" y="7401499"/>
                  <a:pt x="10962583" y="7401499"/>
                </a:cubicBezTo>
                <a:cubicBezTo>
                  <a:pt x="10924469" y="7426780"/>
                  <a:pt x="10941523" y="7432546"/>
                  <a:pt x="10888584" y="7467663"/>
                </a:cubicBezTo>
                <a:cubicBezTo>
                  <a:pt x="10860989" y="7477430"/>
                  <a:pt x="10788457" y="7498503"/>
                  <a:pt x="10731155" y="7519437"/>
                </a:cubicBezTo>
                <a:cubicBezTo>
                  <a:pt x="10651808" y="7543251"/>
                  <a:pt x="10568903" y="7568449"/>
                  <a:pt x="10485137" y="7593305"/>
                </a:cubicBezTo>
                <a:lnTo>
                  <a:pt x="10439625" y="7606318"/>
                </a:lnTo>
                <a:lnTo>
                  <a:pt x="10437097" y="7616511"/>
                </a:lnTo>
                <a:lnTo>
                  <a:pt x="10429366" y="7646252"/>
                </a:lnTo>
                <a:lnTo>
                  <a:pt x="10494644" y="7628583"/>
                </a:lnTo>
                <a:cubicBezTo>
                  <a:pt x="10576699" y="7606330"/>
                  <a:pt x="10659889" y="7584146"/>
                  <a:pt x="10744576" y="7563193"/>
                </a:cubicBezTo>
                <a:cubicBezTo>
                  <a:pt x="10859529" y="7522518"/>
                  <a:pt x="10917245" y="7511272"/>
                  <a:pt x="11023850" y="7493211"/>
                </a:cubicBezTo>
                <a:cubicBezTo>
                  <a:pt x="11071037" y="7497488"/>
                  <a:pt x="11004968" y="7531354"/>
                  <a:pt x="10943377" y="7546592"/>
                </a:cubicBezTo>
                <a:cubicBezTo>
                  <a:pt x="10915793" y="7556352"/>
                  <a:pt x="10928068" y="7538249"/>
                  <a:pt x="10860246" y="7574694"/>
                </a:cubicBezTo>
                <a:cubicBezTo>
                  <a:pt x="10731132" y="7668884"/>
                  <a:pt x="10611816" y="7695376"/>
                  <a:pt x="10496868" y="7736047"/>
                </a:cubicBezTo>
                <a:lnTo>
                  <a:pt x="10398567" y="7764763"/>
                </a:lnTo>
                <a:lnTo>
                  <a:pt x="10394546" y="7780234"/>
                </a:lnTo>
                <a:lnTo>
                  <a:pt x="10379437" y="7822237"/>
                </a:lnTo>
                <a:lnTo>
                  <a:pt x="10500120" y="7796510"/>
                </a:lnTo>
                <a:lnTo>
                  <a:pt x="10369933" y="7848659"/>
                </a:lnTo>
                <a:lnTo>
                  <a:pt x="10348907" y="7907118"/>
                </a:lnTo>
                <a:lnTo>
                  <a:pt x="10395522" y="7894940"/>
                </a:lnTo>
                <a:lnTo>
                  <a:pt x="10395679" y="7894251"/>
                </a:lnTo>
                <a:cubicBezTo>
                  <a:pt x="10423473" y="7848845"/>
                  <a:pt x="10502038" y="7771687"/>
                  <a:pt x="10513611" y="7827827"/>
                </a:cubicBezTo>
                <a:lnTo>
                  <a:pt x="10478370" y="7864940"/>
                </a:lnTo>
                <a:cubicBezTo>
                  <a:pt x="10423963" y="7911077"/>
                  <a:pt x="10397675" y="7925588"/>
                  <a:pt x="10389168" y="7922970"/>
                </a:cubicBezTo>
                <a:lnTo>
                  <a:pt x="10394714" y="7898503"/>
                </a:lnTo>
                <a:lnTo>
                  <a:pt x="10345881" y="7915531"/>
                </a:lnTo>
                <a:lnTo>
                  <a:pt x="10333875" y="7948909"/>
                </a:lnTo>
                <a:lnTo>
                  <a:pt x="10338117" y="7918238"/>
                </a:lnTo>
                <a:lnTo>
                  <a:pt x="10284688" y="7936869"/>
                </a:lnTo>
                <a:lnTo>
                  <a:pt x="10280101" y="7951299"/>
                </a:lnTo>
                <a:lnTo>
                  <a:pt x="10274972" y="7940257"/>
                </a:lnTo>
                <a:lnTo>
                  <a:pt x="10221891" y="7958768"/>
                </a:lnTo>
                <a:lnTo>
                  <a:pt x="10221539" y="7964903"/>
                </a:lnTo>
                <a:lnTo>
                  <a:pt x="10230510" y="7989557"/>
                </a:lnTo>
                <a:lnTo>
                  <a:pt x="10219912" y="8021932"/>
                </a:lnTo>
                <a:cubicBezTo>
                  <a:pt x="10192479" y="8055164"/>
                  <a:pt x="10203176" y="7999994"/>
                  <a:pt x="10210239" y="7970333"/>
                </a:cubicBezTo>
                <a:lnTo>
                  <a:pt x="10212331" y="7962100"/>
                </a:lnTo>
                <a:lnTo>
                  <a:pt x="10049671" y="8018822"/>
                </a:lnTo>
                <a:lnTo>
                  <a:pt x="9911942" y="8057828"/>
                </a:lnTo>
                <a:lnTo>
                  <a:pt x="9912285" y="8106019"/>
                </a:lnTo>
                <a:lnTo>
                  <a:pt x="9912273" y="8106144"/>
                </a:lnTo>
                <a:lnTo>
                  <a:pt x="9926285" y="8103611"/>
                </a:lnTo>
                <a:cubicBezTo>
                  <a:pt x="10031644" y="8074000"/>
                  <a:pt x="10221119" y="7975331"/>
                  <a:pt x="10187552" y="8034849"/>
                </a:cubicBezTo>
                <a:lnTo>
                  <a:pt x="10157044" y="8063788"/>
                </a:lnTo>
                <a:lnTo>
                  <a:pt x="10272730" y="8035586"/>
                </a:lnTo>
                <a:lnTo>
                  <a:pt x="10287425" y="8030416"/>
                </a:lnTo>
                <a:lnTo>
                  <a:pt x="10286440" y="8036308"/>
                </a:lnTo>
                <a:lnTo>
                  <a:pt x="10304433" y="8053013"/>
                </a:lnTo>
                <a:lnTo>
                  <a:pt x="10294497" y="8056729"/>
                </a:lnTo>
                <a:lnTo>
                  <a:pt x="10073023" y="8124039"/>
                </a:lnTo>
                <a:lnTo>
                  <a:pt x="10036804" y="8145181"/>
                </a:lnTo>
                <a:cubicBezTo>
                  <a:pt x="10004052" y="8161507"/>
                  <a:pt x="9969283" y="8176681"/>
                  <a:pt x="9935197" y="8190525"/>
                </a:cubicBezTo>
                <a:lnTo>
                  <a:pt x="9902536" y="8203042"/>
                </a:lnTo>
                <a:lnTo>
                  <a:pt x="9899996" y="8228324"/>
                </a:lnTo>
                <a:lnTo>
                  <a:pt x="10169383" y="8152531"/>
                </a:lnTo>
                <a:lnTo>
                  <a:pt x="10171537" y="8151909"/>
                </a:lnTo>
                <a:lnTo>
                  <a:pt x="10205499" y="8158839"/>
                </a:lnTo>
                <a:cubicBezTo>
                  <a:pt x="10217156" y="8159907"/>
                  <a:pt x="10225529" y="8158969"/>
                  <a:pt x="10226698" y="8155121"/>
                </a:cubicBezTo>
                <a:cubicBezTo>
                  <a:pt x="10206207" y="8190673"/>
                  <a:pt x="10133789" y="8264089"/>
                  <a:pt x="10143895" y="8230758"/>
                </a:cubicBezTo>
                <a:cubicBezTo>
                  <a:pt x="10129128" y="8279473"/>
                  <a:pt x="10132742" y="8235537"/>
                  <a:pt x="10169121" y="8248952"/>
                </a:cubicBezTo>
                <a:cubicBezTo>
                  <a:pt x="10212772" y="8270397"/>
                  <a:pt x="10143971" y="8299878"/>
                  <a:pt x="10143971" y="8299878"/>
                </a:cubicBezTo>
                <a:cubicBezTo>
                  <a:pt x="10097485" y="8319796"/>
                  <a:pt x="10056643" y="8283760"/>
                  <a:pt x="10034331" y="8293319"/>
                </a:cubicBezTo>
                <a:cubicBezTo>
                  <a:pt x="10034331" y="8293319"/>
                  <a:pt x="9991526" y="8338434"/>
                  <a:pt x="9946864" y="8384346"/>
                </a:cubicBezTo>
                <a:cubicBezTo>
                  <a:pt x="9929219" y="8378518"/>
                  <a:pt x="9903215" y="8362893"/>
                  <a:pt x="9903215" y="8362893"/>
                </a:cubicBezTo>
                <a:cubicBezTo>
                  <a:pt x="9836245" y="8418360"/>
                  <a:pt x="9902239" y="8403463"/>
                  <a:pt x="9902239" y="8403463"/>
                </a:cubicBezTo>
                <a:lnTo>
                  <a:pt x="9904267" y="8421275"/>
                </a:lnTo>
                <a:lnTo>
                  <a:pt x="9939112" y="8418025"/>
                </a:lnTo>
                <a:lnTo>
                  <a:pt x="9906176" y="8437967"/>
                </a:lnTo>
                <a:lnTo>
                  <a:pt x="9910034" y="8471788"/>
                </a:lnTo>
                <a:cubicBezTo>
                  <a:pt x="9915170" y="8495522"/>
                  <a:pt x="9922392" y="8513061"/>
                  <a:pt x="9930296" y="8502985"/>
                </a:cubicBezTo>
                <a:cubicBezTo>
                  <a:pt x="9871677" y="8568255"/>
                  <a:pt x="9866164" y="8517081"/>
                  <a:pt x="9831655" y="8502862"/>
                </a:cubicBezTo>
                <a:lnTo>
                  <a:pt x="9802297" y="8500862"/>
                </a:lnTo>
                <a:lnTo>
                  <a:pt x="9800459" y="8501972"/>
                </a:lnTo>
                <a:cubicBezTo>
                  <a:pt x="9763082" y="8518404"/>
                  <a:pt x="9738931" y="8522763"/>
                  <a:pt x="9721025" y="8521712"/>
                </a:cubicBezTo>
                <a:lnTo>
                  <a:pt x="9712683" y="8519165"/>
                </a:lnTo>
                <a:lnTo>
                  <a:pt x="9708014" y="8542459"/>
                </a:lnTo>
                <a:cubicBezTo>
                  <a:pt x="9722850" y="8562877"/>
                  <a:pt x="9750879" y="8566479"/>
                  <a:pt x="9776872" y="8582113"/>
                </a:cubicBezTo>
                <a:cubicBezTo>
                  <a:pt x="9802724" y="8595576"/>
                  <a:pt x="9821528" y="8607589"/>
                  <a:pt x="9836741" y="8618681"/>
                </a:cubicBezTo>
                <a:lnTo>
                  <a:pt x="9870718" y="8646052"/>
                </a:lnTo>
                <a:lnTo>
                  <a:pt x="9847602" y="8652042"/>
                </a:lnTo>
                <a:lnTo>
                  <a:pt x="9709253" y="8696370"/>
                </a:lnTo>
                <a:lnTo>
                  <a:pt x="9714726" y="8738677"/>
                </a:lnTo>
                <a:lnTo>
                  <a:pt x="9695719" y="8706346"/>
                </a:lnTo>
                <a:lnTo>
                  <a:pt x="9692657" y="8701687"/>
                </a:lnTo>
                <a:lnTo>
                  <a:pt x="9668312" y="8709488"/>
                </a:lnTo>
                <a:lnTo>
                  <a:pt x="9632249" y="8712487"/>
                </a:lnTo>
                <a:lnTo>
                  <a:pt x="9627328" y="8732199"/>
                </a:lnTo>
                <a:cubicBezTo>
                  <a:pt x="9616480" y="8793510"/>
                  <a:pt x="9616159" y="8874410"/>
                  <a:pt x="9622094" y="8875600"/>
                </a:cubicBezTo>
                <a:cubicBezTo>
                  <a:pt x="9622455" y="8919838"/>
                  <a:pt x="9554329" y="9038679"/>
                  <a:pt x="9536964" y="9086718"/>
                </a:cubicBezTo>
                <a:lnTo>
                  <a:pt x="9525199" y="9141908"/>
                </a:lnTo>
                <a:lnTo>
                  <a:pt x="9509304" y="8814995"/>
                </a:lnTo>
                <a:lnTo>
                  <a:pt x="9463336" y="8813786"/>
                </a:lnTo>
                <a:cubicBezTo>
                  <a:pt x="9411128" y="8811899"/>
                  <a:pt x="9365087" y="8814338"/>
                  <a:pt x="9372627" y="8853495"/>
                </a:cubicBezTo>
                <a:cubicBezTo>
                  <a:pt x="9392138" y="8858515"/>
                  <a:pt x="9498166" y="8909004"/>
                  <a:pt x="9466517" y="8949341"/>
                </a:cubicBezTo>
                <a:cubicBezTo>
                  <a:pt x="9448059" y="8972865"/>
                  <a:pt x="9318773" y="9068417"/>
                  <a:pt x="9329932" y="9063639"/>
                </a:cubicBezTo>
                <a:cubicBezTo>
                  <a:pt x="9318773" y="9068417"/>
                  <a:pt x="9307621" y="9073196"/>
                  <a:pt x="9296461" y="9077981"/>
                </a:cubicBezTo>
                <a:cubicBezTo>
                  <a:pt x="9295654" y="9107326"/>
                  <a:pt x="9380347" y="9126801"/>
                  <a:pt x="9288174" y="9137302"/>
                </a:cubicBezTo>
                <a:cubicBezTo>
                  <a:pt x="9198815" y="9133210"/>
                  <a:pt x="9300385" y="9161067"/>
                  <a:pt x="9337534" y="9171920"/>
                </a:cubicBezTo>
                <a:lnTo>
                  <a:pt x="9345622" y="9174842"/>
                </a:lnTo>
                <a:lnTo>
                  <a:pt x="9095111" y="9247683"/>
                </a:lnTo>
                <a:lnTo>
                  <a:pt x="9080686" y="9286572"/>
                </a:lnTo>
                <a:lnTo>
                  <a:pt x="9132854" y="9274720"/>
                </a:lnTo>
                <a:cubicBezTo>
                  <a:pt x="9156280" y="9270476"/>
                  <a:pt x="9178270" y="9267900"/>
                  <a:pt x="9198036" y="9267953"/>
                </a:cubicBezTo>
                <a:cubicBezTo>
                  <a:pt x="9142369" y="9294205"/>
                  <a:pt x="9093660" y="9312997"/>
                  <a:pt x="9048453" y="9328019"/>
                </a:cubicBezTo>
                <a:lnTo>
                  <a:pt x="9028596" y="9333804"/>
                </a:lnTo>
                <a:lnTo>
                  <a:pt x="9005742" y="9353973"/>
                </a:lnTo>
                <a:lnTo>
                  <a:pt x="9016458" y="9337339"/>
                </a:lnTo>
                <a:lnTo>
                  <a:pt x="9012576" y="9338470"/>
                </a:lnTo>
                <a:lnTo>
                  <a:pt x="8996758" y="9354481"/>
                </a:lnTo>
                <a:cubicBezTo>
                  <a:pt x="8981635" y="9370749"/>
                  <a:pt x="8993004" y="9362837"/>
                  <a:pt x="9005742" y="9353973"/>
                </a:cubicBezTo>
                <a:lnTo>
                  <a:pt x="8996854" y="9386778"/>
                </a:lnTo>
                <a:lnTo>
                  <a:pt x="8958459" y="9354280"/>
                </a:lnTo>
                <a:lnTo>
                  <a:pt x="8958452" y="9354239"/>
                </a:lnTo>
                <a:lnTo>
                  <a:pt x="8951757" y="9356190"/>
                </a:lnTo>
                <a:lnTo>
                  <a:pt x="8940528" y="9355425"/>
                </a:lnTo>
                <a:cubicBezTo>
                  <a:pt x="8910990" y="9354137"/>
                  <a:pt x="8893090" y="9357487"/>
                  <a:pt x="8882599" y="9363554"/>
                </a:cubicBezTo>
                <a:lnTo>
                  <a:pt x="8874325" y="9378604"/>
                </a:lnTo>
                <a:lnTo>
                  <a:pt x="8791654" y="9402437"/>
                </a:lnTo>
                <a:cubicBezTo>
                  <a:pt x="8746666" y="9417134"/>
                  <a:pt x="8698286" y="9435441"/>
                  <a:pt x="8643059" y="9461042"/>
                </a:cubicBezTo>
                <a:cubicBezTo>
                  <a:pt x="8668067" y="9424174"/>
                  <a:pt x="8619860" y="9471098"/>
                  <a:pt x="8620970" y="9475499"/>
                </a:cubicBezTo>
                <a:cubicBezTo>
                  <a:pt x="8621340" y="9476965"/>
                  <a:pt x="8627191" y="9473703"/>
                  <a:pt x="8643059" y="9461042"/>
                </a:cubicBezTo>
                <a:lnTo>
                  <a:pt x="8717808" y="9444215"/>
                </a:lnTo>
                <a:lnTo>
                  <a:pt x="8873387" y="9409163"/>
                </a:lnTo>
                <a:lnTo>
                  <a:pt x="8874958" y="9417091"/>
                </a:lnTo>
                <a:cubicBezTo>
                  <a:pt x="8877272" y="9426310"/>
                  <a:pt x="8878558" y="9434404"/>
                  <a:pt x="8874601" y="9439446"/>
                </a:cubicBezTo>
                <a:cubicBezTo>
                  <a:pt x="8858776" y="9459615"/>
                  <a:pt x="8756442" y="9434308"/>
                  <a:pt x="8709954" y="9454231"/>
                </a:cubicBezTo>
                <a:cubicBezTo>
                  <a:pt x="8717489" y="9493385"/>
                  <a:pt x="8768644" y="9458082"/>
                  <a:pt x="8801131" y="9484317"/>
                </a:cubicBezTo>
                <a:cubicBezTo>
                  <a:pt x="8801131" y="9484317"/>
                  <a:pt x="8908134" y="9494235"/>
                  <a:pt x="8892313" y="9514402"/>
                </a:cubicBezTo>
                <a:lnTo>
                  <a:pt x="8738900" y="9593519"/>
                </a:lnTo>
                <a:cubicBezTo>
                  <a:pt x="8723072" y="9613689"/>
                  <a:pt x="8941784" y="9714049"/>
                  <a:pt x="8805971" y="9703092"/>
                </a:cubicBezTo>
                <a:cubicBezTo>
                  <a:pt x="8742814" y="9676620"/>
                  <a:pt x="8672966" y="9677547"/>
                  <a:pt x="8573503" y="9706782"/>
                </a:cubicBezTo>
                <a:cubicBezTo>
                  <a:pt x="8507510" y="9721673"/>
                  <a:pt x="8526949" y="9657574"/>
                  <a:pt x="8435840" y="9696612"/>
                </a:cubicBezTo>
                <a:cubicBezTo>
                  <a:pt x="8435840" y="9696612"/>
                  <a:pt x="8437976" y="9693890"/>
                  <a:pt x="8440654" y="9690477"/>
                </a:cubicBezTo>
                <a:lnTo>
                  <a:pt x="8446680" y="9682795"/>
                </a:lnTo>
                <a:lnTo>
                  <a:pt x="8448693" y="9680233"/>
                </a:lnTo>
                <a:cubicBezTo>
                  <a:pt x="8450835" y="9677503"/>
                  <a:pt x="8451903" y="9676140"/>
                  <a:pt x="8450296" y="9678186"/>
                </a:cubicBezTo>
                <a:lnTo>
                  <a:pt x="8446680" y="9682795"/>
                </a:lnTo>
                <a:lnTo>
                  <a:pt x="8435840" y="9696612"/>
                </a:lnTo>
                <a:cubicBezTo>
                  <a:pt x="8365244" y="9796023"/>
                  <a:pt x="8584663" y="9701997"/>
                  <a:pt x="8556873" y="9756295"/>
                </a:cubicBezTo>
                <a:cubicBezTo>
                  <a:pt x="8560129" y="9754894"/>
                  <a:pt x="8556647" y="9760711"/>
                  <a:pt x="8549418" y="9770292"/>
                </a:cubicBezTo>
                <a:lnTo>
                  <a:pt x="8526889" y="9797837"/>
                </a:lnTo>
                <a:lnTo>
                  <a:pt x="8715218" y="9748613"/>
                </a:lnTo>
                <a:lnTo>
                  <a:pt x="8659654" y="9793133"/>
                </a:lnTo>
                <a:lnTo>
                  <a:pt x="8486135" y="9856863"/>
                </a:lnTo>
                <a:lnTo>
                  <a:pt x="8477417" y="9859271"/>
                </a:lnTo>
                <a:lnTo>
                  <a:pt x="8465452" y="9863861"/>
                </a:lnTo>
                <a:lnTo>
                  <a:pt x="8463970" y="9865256"/>
                </a:lnTo>
                <a:cubicBezTo>
                  <a:pt x="8485301" y="9896272"/>
                  <a:pt x="8582934" y="9841053"/>
                  <a:pt x="8593116" y="9876842"/>
                </a:cubicBezTo>
                <a:cubicBezTo>
                  <a:pt x="8596966" y="9890808"/>
                  <a:pt x="8581148" y="9910973"/>
                  <a:pt x="8560656" y="9946526"/>
                </a:cubicBezTo>
                <a:cubicBezTo>
                  <a:pt x="8541217" y="10010625"/>
                  <a:pt x="8605353" y="9996525"/>
                  <a:pt x="8641729" y="10009940"/>
                </a:cubicBezTo>
                <a:cubicBezTo>
                  <a:pt x="8708741" y="10050379"/>
                  <a:pt x="8816554" y="10030947"/>
                  <a:pt x="8856591" y="10096329"/>
                </a:cubicBezTo>
                <a:cubicBezTo>
                  <a:pt x="8731126" y="10109941"/>
                  <a:pt x="8681766" y="10075321"/>
                  <a:pt x="8558935" y="10085572"/>
                </a:cubicBezTo>
                <a:cubicBezTo>
                  <a:pt x="8512449" y="10105489"/>
                  <a:pt x="8479952" y="10079262"/>
                  <a:pt x="8425931" y="10060025"/>
                </a:cubicBezTo>
                <a:cubicBezTo>
                  <a:pt x="8384110" y="10064557"/>
                  <a:pt x="8243571" y="9999857"/>
                  <a:pt x="8273493" y="10098577"/>
                </a:cubicBezTo>
                <a:cubicBezTo>
                  <a:pt x="8292998" y="10103602"/>
                  <a:pt x="8360006" y="10144044"/>
                  <a:pt x="8368360" y="10153849"/>
                </a:cubicBezTo>
                <a:cubicBezTo>
                  <a:pt x="8363689" y="10169237"/>
                  <a:pt x="8329411" y="10212924"/>
                  <a:pt x="8329411" y="10212924"/>
                </a:cubicBezTo>
                <a:cubicBezTo>
                  <a:pt x="8339582" y="10248725"/>
                  <a:pt x="8392565" y="10239403"/>
                  <a:pt x="8431750" y="10238226"/>
                </a:cubicBezTo>
                <a:cubicBezTo>
                  <a:pt x="8446588" y="10258640"/>
                  <a:pt x="8546056" y="10229399"/>
                  <a:pt x="8507109" y="10288475"/>
                </a:cubicBezTo>
                <a:cubicBezTo>
                  <a:pt x="8468160" y="10347547"/>
                  <a:pt x="8475396" y="10259681"/>
                  <a:pt x="8460625" y="10308393"/>
                </a:cubicBezTo>
                <a:cubicBezTo>
                  <a:pt x="8441184" y="10372493"/>
                  <a:pt x="8508189" y="10412941"/>
                  <a:pt x="8405855" y="10387634"/>
                </a:cubicBezTo>
                <a:cubicBezTo>
                  <a:pt x="8318355" y="10382744"/>
                  <a:pt x="8310817" y="10343587"/>
                  <a:pt x="8180686" y="10372579"/>
                </a:cubicBezTo>
                <a:cubicBezTo>
                  <a:pt x="8169605" y="10409118"/>
                  <a:pt x="8228052" y="10438451"/>
                  <a:pt x="8264233" y="10459438"/>
                </a:cubicBezTo>
                <a:lnTo>
                  <a:pt x="8268479" y="10462477"/>
                </a:lnTo>
                <a:lnTo>
                  <a:pt x="8102593" y="10524038"/>
                </a:lnTo>
                <a:lnTo>
                  <a:pt x="8288907" y="10481268"/>
                </a:lnTo>
                <a:lnTo>
                  <a:pt x="8282861" y="10513956"/>
                </a:lnTo>
                <a:cubicBezTo>
                  <a:pt x="8271130" y="10536134"/>
                  <a:pt x="8245510" y="10521596"/>
                  <a:pt x="8216117" y="10522480"/>
                </a:cubicBezTo>
                <a:cubicBezTo>
                  <a:pt x="8272042" y="10636824"/>
                  <a:pt x="8463668" y="10597092"/>
                  <a:pt x="8535411" y="10691280"/>
                </a:cubicBezTo>
                <a:lnTo>
                  <a:pt x="8550701" y="10704146"/>
                </a:lnTo>
                <a:lnTo>
                  <a:pt x="8548112" y="10705269"/>
                </a:lnTo>
                <a:cubicBezTo>
                  <a:pt x="8507815" y="10723461"/>
                  <a:pt x="8413930" y="10733082"/>
                  <a:pt x="8346091" y="10769545"/>
                </a:cubicBezTo>
                <a:cubicBezTo>
                  <a:pt x="8250742" y="10824254"/>
                  <a:pt x="8422999" y="10762645"/>
                  <a:pt x="8437877" y="10761313"/>
                </a:cubicBezTo>
                <a:cubicBezTo>
                  <a:pt x="8477763" y="10748019"/>
                  <a:pt x="8507943" y="10738943"/>
                  <a:pt x="8533491" y="10731980"/>
                </a:cubicBezTo>
                <a:lnTo>
                  <a:pt x="8572435" y="10722447"/>
                </a:lnTo>
                <a:lnTo>
                  <a:pt x="8628523" y="10769647"/>
                </a:lnTo>
                <a:lnTo>
                  <a:pt x="8607196" y="10789890"/>
                </a:lnTo>
                <a:cubicBezTo>
                  <a:pt x="8609834" y="10786006"/>
                  <a:pt x="8616091" y="10784078"/>
                  <a:pt x="8624233" y="10783500"/>
                </a:cubicBezTo>
                <a:lnTo>
                  <a:pt x="8646588" y="10784852"/>
                </a:lnTo>
                <a:lnTo>
                  <a:pt x="8688504" y="10820133"/>
                </a:lnTo>
                <a:lnTo>
                  <a:pt x="8650747" y="10832159"/>
                </a:lnTo>
                <a:cubicBezTo>
                  <a:pt x="8663028" y="10814056"/>
                  <a:pt x="8673557" y="10798529"/>
                  <a:pt x="8623223" y="10850418"/>
                </a:cubicBezTo>
                <a:cubicBezTo>
                  <a:pt x="8623223" y="10850418"/>
                  <a:pt x="8635925" y="10841989"/>
                  <a:pt x="8650747" y="10832159"/>
                </a:cubicBezTo>
                <a:lnTo>
                  <a:pt x="8607949" y="10881367"/>
                </a:lnTo>
                <a:lnTo>
                  <a:pt x="8541224" y="10869484"/>
                </a:lnTo>
                <a:cubicBezTo>
                  <a:pt x="8551331" y="10836155"/>
                  <a:pt x="8533690" y="10830325"/>
                  <a:pt x="8498354" y="10845470"/>
                </a:cubicBezTo>
                <a:lnTo>
                  <a:pt x="8510680" y="10826776"/>
                </a:lnTo>
                <a:lnTo>
                  <a:pt x="8514787" y="10820546"/>
                </a:lnTo>
                <a:cubicBezTo>
                  <a:pt x="8516614" y="10817777"/>
                  <a:pt x="8515395" y="10819624"/>
                  <a:pt x="8512960" y="10823316"/>
                </a:cubicBezTo>
                <a:lnTo>
                  <a:pt x="8510680" y="10826776"/>
                </a:lnTo>
                <a:lnTo>
                  <a:pt x="8503833" y="10837160"/>
                </a:lnTo>
                <a:cubicBezTo>
                  <a:pt x="8500791" y="10841776"/>
                  <a:pt x="8498354" y="10845470"/>
                  <a:pt x="8498354" y="10845470"/>
                </a:cubicBezTo>
                <a:cubicBezTo>
                  <a:pt x="8488114" y="10863242"/>
                  <a:pt x="8487210" y="10874226"/>
                  <a:pt x="8494678" y="10878277"/>
                </a:cubicBezTo>
                <a:cubicBezTo>
                  <a:pt x="8502143" y="10882326"/>
                  <a:pt x="8517978" y="10879446"/>
                  <a:pt x="8541224" y="10869484"/>
                </a:cubicBezTo>
                <a:lnTo>
                  <a:pt x="8579842" y="10913029"/>
                </a:lnTo>
                <a:lnTo>
                  <a:pt x="8514014" y="10939938"/>
                </a:lnTo>
                <a:lnTo>
                  <a:pt x="8483687" y="10954154"/>
                </a:lnTo>
                <a:lnTo>
                  <a:pt x="8317116" y="10860948"/>
                </a:lnTo>
                <a:cubicBezTo>
                  <a:pt x="8202521" y="10806039"/>
                  <a:pt x="8077828" y="10762432"/>
                  <a:pt x="7927159" y="10744455"/>
                </a:cubicBezTo>
                <a:cubicBezTo>
                  <a:pt x="7911825" y="10744334"/>
                  <a:pt x="7885522" y="10724374"/>
                  <a:pt x="7854689" y="10711371"/>
                </a:cubicBezTo>
                <a:lnTo>
                  <a:pt x="7850147" y="10710369"/>
                </a:lnTo>
                <a:lnTo>
                  <a:pt x="7749570" y="10755785"/>
                </a:lnTo>
                <a:lnTo>
                  <a:pt x="7775450" y="10768790"/>
                </a:lnTo>
                <a:lnTo>
                  <a:pt x="7812441" y="10757629"/>
                </a:lnTo>
                <a:lnTo>
                  <a:pt x="7850027" y="10761496"/>
                </a:lnTo>
                <a:lnTo>
                  <a:pt x="7829111" y="10780439"/>
                </a:lnTo>
                <a:lnTo>
                  <a:pt x="7823274" y="10781696"/>
                </a:lnTo>
                <a:lnTo>
                  <a:pt x="7826512" y="10782383"/>
                </a:lnTo>
                <a:lnTo>
                  <a:pt x="7829111" y="10780439"/>
                </a:lnTo>
                <a:cubicBezTo>
                  <a:pt x="7903834" y="10766453"/>
                  <a:pt x="7980723" y="10759567"/>
                  <a:pt x="7970196" y="10775085"/>
                </a:cubicBezTo>
                <a:cubicBezTo>
                  <a:pt x="7975462" y="10767324"/>
                  <a:pt x="7961681" y="10774331"/>
                  <a:pt x="7946582" y="10783282"/>
                </a:cubicBezTo>
                <a:lnTo>
                  <a:pt x="7927598" y="10795044"/>
                </a:lnTo>
                <a:lnTo>
                  <a:pt x="7950372" y="10804537"/>
                </a:lnTo>
                <a:cubicBezTo>
                  <a:pt x="7995422" y="10813779"/>
                  <a:pt x="8059798" y="10812544"/>
                  <a:pt x="8055565" y="10854512"/>
                </a:cubicBezTo>
                <a:cubicBezTo>
                  <a:pt x="8050898" y="10869901"/>
                  <a:pt x="8016614" y="10913591"/>
                  <a:pt x="8027776" y="10908808"/>
                </a:cubicBezTo>
                <a:cubicBezTo>
                  <a:pt x="8042619" y="10929216"/>
                  <a:pt x="8141267" y="10929333"/>
                  <a:pt x="8140291" y="10969901"/>
                </a:cubicBezTo>
                <a:cubicBezTo>
                  <a:pt x="8145997" y="10983078"/>
                  <a:pt x="8098539" y="11043564"/>
                  <a:pt x="8098539" y="11043564"/>
                </a:cubicBezTo>
                <a:cubicBezTo>
                  <a:pt x="8098539" y="11043564"/>
                  <a:pt x="8099501" y="11047055"/>
                  <a:pt x="8103482" y="11049257"/>
                </a:cubicBezTo>
                <a:lnTo>
                  <a:pt x="8113635" y="11048335"/>
                </a:lnTo>
                <a:lnTo>
                  <a:pt x="8118983" y="11057552"/>
                </a:lnTo>
                <a:lnTo>
                  <a:pt x="8114116" y="11064217"/>
                </a:lnTo>
                <a:cubicBezTo>
                  <a:pt x="8113530" y="11066139"/>
                  <a:pt x="8116319" y="11064945"/>
                  <a:pt x="8121897" y="11062554"/>
                </a:cubicBezTo>
                <a:lnTo>
                  <a:pt x="8118983" y="11057552"/>
                </a:lnTo>
                <a:lnTo>
                  <a:pt x="8126562" y="11047171"/>
                </a:lnTo>
                <a:cubicBezTo>
                  <a:pt x="8117236" y="11077938"/>
                  <a:pt x="8119061" y="11103924"/>
                  <a:pt x="8119061" y="11103924"/>
                </a:cubicBezTo>
                <a:cubicBezTo>
                  <a:pt x="8057792" y="11172568"/>
                  <a:pt x="8083693" y="11023157"/>
                  <a:pt x="7995388" y="11047611"/>
                </a:cubicBezTo>
                <a:cubicBezTo>
                  <a:pt x="7984232" y="11052391"/>
                  <a:pt x="7933077" y="11087696"/>
                  <a:pt x="7921925" y="11092476"/>
                </a:cubicBezTo>
                <a:cubicBezTo>
                  <a:pt x="7868943" y="11101796"/>
                  <a:pt x="7821408" y="11093161"/>
                  <a:pt x="7761941" y="11091875"/>
                </a:cubicBezTo>
                <a:cubicBezTo>
                  <a:pt x="7752187" y="11089360"/>
                  <a:pt x="7712176" y="11071928"/>
                  <a:pt x="7673207" y="11055725"/>
                </a:cubicBezTo>
                <a:lnTo>
                  <a:pt x="7673078" y="11055676"/>
                </a:lnTo>
                <a:lnTo>
                  <a:pt x="7625737" y="11077059"/>
                </a:lnTo>
                <a:lnTo>
                  <a:pt x="7540456" y="11106365"/>
                </a:lnTo>
                <a:lnTo>
                  <a:pt x="7535608" y="11116428"/>
                </a:lnTo>
                <a:cubicBezTo>
                  <a:pt x="7531749" y="11125400"/>
                  <a:pt x="7529189" y="11132496"/>
                  <a:pt x="7528489" y="11136144"/>
                </a:cubicBezTo>
                <a:cubicBezTo>
                  <a:pt x="7534979" y="11146748"/>
                  <a:pt x="7645667" y="11181857"/>
                  <a:pt x="7553678" y="11181122"/>
                </a:cubicBezTo>
                <a:cubicBezTo>
                  <a:pt x="7455028" y="11181005"/>
                  <a:pt x="7587217" y="11235902"/>
                  <a:pt x="7606726" y="11240927"/>
                </a:cubicBezTo>
                <a:cubicBezTo>
                  <a:pt x="7649594" y="11264944"/>
                  <a:pt x="7682091" y="11291169"/>
                  <a:pt x="7699733" y="11296999"/>
                </a:cubicBezTo>
                <a:cubicBezTo>
                  <a:pt x="7777949" y="11353829"/>
                  <a:pt x="7856601" y="11399878"/>
                  <a:pt x="7933151" y="11444877"/>
                </a:cubicBezTo>
                <a:lnTo>
                  <a:pt x="7948629" y="11454807"/>
                </a:lnTo>
                <a:lnTo>
                  <a:pt x="7901059" y="11478901"/>
                </a:lnTo>
                <a:lnTo>
                  <a:pt x="7882929" y="11489354"/>
                </a:lnTo>
                <a:lnTo>
                  <a:pt x="7828373" y="11464955"/>
                </a:lnTo>
                <a:cubicBezTo>
                  <a:pt x="7793854" y="11450750"/>
                  <a:pt x="7745474" y="11375553"/>
                  <a:pt x="7687836" y="11400249"/>
                </a:cubicBezTo>
                <a:cubicBezTo>
                  <a:pt x="7665519" y="11409818"/>
                  <a:pt x="7618053" y="11470310"/>
                  <a:pt x="7564258" y="11508981"/>
                </a:cubicBezTo>
                <a:cubicBezTo>
                  <a:pt x="7501955" y="11549059"/>
                  <a:pt x="7513924" y="11514931"/>
                  <a:pt x="7476768" y="11504080"/>
                </a:cubicBezTo>
                <a:cubicBezTo>
                  <a:pt x="7434948" y="11508618"/>
                  <a:pt x="7388456" y="11528541"/>
                  <a:pt x="7368951" y="11523510"/>
                </a:cubicBezTo>
                <a:lnTo>
                  <a:pt x="7346847" y="11516861"/>
                </a:lnTo>
                <a:lnTo>
                  <a:pt x="7346733" y="11518256"/>
                </a:lnTo>
                <a:cubicBezTo>
                  <a:pt x="7345536" y="11521604"/>
                  <a:pt x="7343355" y="11524871"/>
                  <a:pt x="7339985" y="11527988"/>
                </a:cubicBezTo>
                <a:cubicBezTo>
                  <a:pt x="7332117" y="11535265"/>
                  <a:pt x="7320340" y="11539752"/>
                  <a:pt x="7306838" y="11542261"/>
                </a:cubicBezTo>
                <a:lnTo>
                  <a:pt x="7284089" y="11544118"/>
                </a:lnTo>
                <a:lnTo>
                  <a:pt x="7277761" y="11561474"/>
                </a:lnTo>
                <a:cubicBezTo>
                  <a:pt x="7269420" y="11575644"/>
                  <a:pt x="7259684" y="11590413"/>
                  <a:pt x="7257354" y="11598101"/>
                </a:cubicBezTo>
                <a:cubicBezTo>
                  <a:pt x="7265699" y="11607910"/>
                  <a:pt x="7305667" y="11604166"/>
                  <a:pt x="7317864" y="11627947"/>
                </a:cubicBezTo>
                <a:cubicBezTo>
                  <a:pt x="7337379" y="11632963"/>
                  <a:pt x="7401581" y="11687995"/>
                  <a:pt x="7317941" y="11697065"/>
                </a:cubicBezTo>
                <a:cubicBezTo>
                  <a:pt x="7263099" y="11707180"/>
                  <a:pt x="7249068" y="11657422"/>
                  <a:pt x="7231422" y="11651600"/>
                </a:cubicBezTo>
                <a:cubicBezTo>
                  <a:pt x="7214545" y="11643216"/>
                  <a:pt x="7160754" y="11681882"/>
                  <a:pt x="7149607" y="11686659"/>
                </a:cubicBezTo>
                <a:cubicBezTo>
                  <a:pt x="7145742" y="11672703"/>
                  <a:pt x="7148550" y="11658115"/>
                  <a:pt x="7130902" y="11652291"/>
                </a:cubicBezTo>
                <a:lnTo>
                  <a:pt x="7126542" y="11654159"/>
                </a:lnTo>
                <a:lnTo>
                  <a:pt x="7133066" y="11658909"/>
                </a:lnTo>
                <a:cubicBezTo>
                  <a:pt x="7149132" y="11678928"/>
                  <a:pt x="7096461" y="11701497"/>
                  <a:pt x="7096461" y="11701497"/>
                </a:cubicBezTo>
                <a:cubicBezTo>
                  <a:pt x="7049973" y="11721419"/>
                  <a:pt x="7009134" y="11685378"/>
                  <a:pt x="6986828" y="11694932"/>
                </a:cubicBezTo>
                <a:cubicBezTo>
                  <a:pt x="6986828" y="11694932"/>
                  <a:pt x="6976122" y="11706215"/>
                  <a:pt x="6959843" y="11723228"/>
                </a:cubicBezTo>
                <a:lnTo>
                  <a:pt x="6951565" y="11731815"/>
                </a:lnTo>
                <a:lnTo>
                  <a:pt x="6995620" y="11739813"/>
                </a:lnTo>
                <a:cubicBezTo>
                  <a:pt x="7015537" y="11743971"/>
                  <a:pt x="7034030" y="11749013"/>
                  <a:pt x="7049158" y="11756471"/>
                </a:cubicBezTo>
                <a:cubicBezTo>
                  <a:pt x="7081748" y="11763702"/>
                  <a:pt x="7106428" y="11781009"/>
                  <a:pt x="7129460" y="11800422"/>
                </a:cubicBezTo>
                <a:lnTo>
                  <a:pt x="7146935" y="11814461"/>
                </a:lnTo>
                <a:lnTo>
                  <a:pt x="7138244" y="11816981"/>
                </a:lnTo>
                <a:lnTo>
                  <a:pt x="7065632" y="11838492"/>
                </a:lnTo>
                <a:lnTo>
                  <a:pt x="7010210" y="11815548"/>
                </a:lnTo>
                <a:cubicBezTo>
                  <a:pt x="6980352" y="11785958"/>
                  <a:pt x="6917980" y="11756914"/>
                  <a:pt x="6902231" y="11846201"/>
                </a:cubicBezTo>
                <a:lnTo>
                  <a:pt x="6923652" y="11879408"/>
                </a:lnTo>
                <a:lnTo>
                  <a:pt x="6918183" y="11880851"/>
                </a:lnTo>
                <a:lnTo>
                  <a:pt x="1" y="11880850"/>
                </a:lnTo>
                <a:lnTo>
                  <a:pt x="0" y="11880850"/>
                </a:lnTo>
                <a:lnTo>
                  <a:pt x="0" y="7774878"/>
                </a:lnTo>
                <a:lnTo>
                  <a:pt x="0" y="3668906"/>
                </a:lnTo>
                <a:lnTo>
                  <a:pt x="0" y="3668907"/>
                </a:lnTo>
                <a:lnTo>
                  <a:pt x="0" y="3664762"/>
                </a:lnTo>
                <a:lnTo>
                  <a:pt x="0" y="3664762"/>
                </a:lnTo>
                <a:lnTo>
                  <a:pt x="0" y="3636014"/>
                </a:lnTo>
                <a:lnTo>
                  <a:pt x="0" y="3636014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  <a:effectLst>
            <a:outerShdw blurRad="444500" rotWithShape="0" algn="ctr" dist="495300">
              <a:srgbClr val="000000">
                <a:alpha val="20784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2"/>
          <p:cNvSpPr/>
          <p:nvPr/>
        </p:nvSpPr>
        <p:spPr>
          <a:xfrm>
            <a:off x="425450" y="414250"/>
            <a:ext cx="11341101" cy="6029531"/>
          </a:xfrm>
          <a:custGeom>
            <a:rect b="b" l="l" r="r" t="t"/>
            <a:pathLst>
              <a:path extrusionOk="0" h="11880850" w="22682202">
                <a:moveTo>
                  <a:pt x="19475354" y="11699996"/>
                </a:moveTo>
                <a:lnTo>
                  <a:pt x="19455322" y="11712209"/>
                </a:lnTo>
                <a:lnTo>
                  <a:pt x="19455118" y="11712230"/>
                </a:lnTo>
                <a:lnTo>
                  <a:pt x="19455530" y="11707456"/>
                </a:lnTo>
                <a:close/>
                <a:moveTo>
                  <a:pt x="19563054" y="11584827"/>
                </a:moveTo>
                <a:lnTo>
                  <a:pt x="19563762" y="11605279"/>
                </a:lnTo>
                <a:lnTo>
                  <a:pt x="19518718" y="11619672"/>
                </a:lnTo>
                <a:lnTo>
                  <a:pt x="19520450" y="11612430"/>
                </a:lnTo>
                <a:lnTo>
                  <a:pt x="19514726" y="11603302"/>
                </a:lnTo>
                <a:lnTo>
                  <a:pt x="19495546" y="11608496"/>
                </a:lnTo>
                <a:close/>
                <a:moveTo>
                  <a:pt x="19565510" y="11557477"/>
                </a:moveTo>
                <a:lnTo>
                  <a:pt x="19563542" y="11576875"/>
                </a:lnTo>
                <a:lnTo>
                  <a:pt x="19500030" y="11585880"/>
                </a:lnTo>
                <a:lnTo>
                  <a:pt x="19466910" y="11595072"/>
                </a:lnTo>
                <a:lnTo>
                  <a:pt x="19467126" y="11593360"/>
                </a:lnTo>
                <a:lnTo>
                  <a:pt x="19494542" y="11585948"/>
                </a:lnTo>
                <a:lnTo>
                  <a:pt x="19502282" y="11583471"/>
                </a:lnTo>
                <a:lnTo>
                  <a:pt x="19502130" y="11583229"/>
                </a:lnTo>
                <a:cubicBezTo>
                  <a:pt x="19488386" y="11566534"/>
                  <a:pt x="19478838" y="11556679"/>
                  <a:pt x="19517014" y="11561509"/>
                </a:cubicBezTo>
                <a:close/>
                <a:moveTo>
                  <a:pt x="19769948" y="11083827"/>
                </a:moveTo>
                <a:lnTo>
                  <a:pt x="19765406" y="11090796"/>
                </a:lnTo>
                <a:lnTo>
                  <a:pt x="19765402" y="11090796"/>
                </a:lnTo>
                <a:close/>
                <a:moveTo>
                  <a:pt x="19770938" y="11082310"/>
                </a:moveTo>
                <a:lnTo>
                  <a:pt x="19769948" y="11083827"/>
                </a:lnTo>
                <a:lnTo>
                  <a:pt x="19770702" y="11082671"/>
                </a:lnTo>
                <a:cubicBezTo>
                  <a:pt x="19771894" y="11080839"/>
                  <a:pt x="19772214" y="11080351"/>
                  <a:pt x="19770938" y="11082310"/>
                </a:cubicBezTo>
                <a:close/>
                <a:moveTo>
                  <a:pt x="20167618" y="10917372"/>
                </a:moveTo>
                <a:lnTo>
                  <a:pt x="20223086" y="10933382"/>
                </a:lnTo>
                <a:lnTo>
                  <a:pt x="20268766" y="10947110"/>
                </a:lnTo>
                <a:lnTo>
                  <a:pt x="20251278" y="10952164"/>
                </a:lnTo>
                <a:lnTo>
                  <a:pt x="20238254" y="10942362"/>
                </a:lnTo>
                <a:cubicBezTo>
                  <a:pt x="20224298" y="10936067"/>
                  <a:pt x="20204386" y="10933030"/>
                  <a:pt x="20182238" y="10931363"/>
                </a:cubicBezTo>
                <a:lnTo>
                  <a:pt x="20132174" y="10928142"/>
                </a:lnTo>
                <a:close/>
                <a:moveTo>
                  <a:pt x="20052866" y="10863014"/>
                </a:moveTo>
                <a:cubicBezTo>
                  <a:pt x="20076486" y="10860682"/>
                  <a:pt x="20092702" y="10890528"/>
                  <a:pt x="20097282" y="10900139"/>
                </a:cubicBezTo>
                <a:lnTo>
                  <a:pt x="20098318" y="10902427"/>
                </a:lnTo>
                <a:lnTo>
                  <a:pt x="20039174" y="10915309"/>
                </a:lnTo>
                <a:lnTo>
                  <a:pt x="20022442" y="10899312"/>
                </a:lnTo>
                <a:cubicBezTo>
                  <a:pt x="20018858" y="10892627"/>
                  <a:pt x="20019062" y="10885286"/>
                  <a:pt x="20026934" y="10878012"/>
                </a:cubicBezTo>
                <a:cubicBezTo>
                  <a:pt x="20036294" y="10868143"/>
                  <a:pt x="20044994" y="10863791"/>
                  <a:pt x="20052866" y="10863014"/>
                </a:cubicBezTo>
                <a:close/>
                <a:moveTo>
                  <a:pt x="21087834" y="10501921"/>
                </a:moveTo>
                <a:lnTo>
                  <a:pt x="21090750" y="10506923"/>
                </a:lnTo>
                <a:cubicBezTo>
                  <a:pt x="21085170" y="10509314"/>
                  <a:pt x="21082382" y="10510508"/>
                  <a:pt x="21082966" y="10508586"/>
                </a:cubicBezTo>
                <a:close/>
                <a:moveTo>
                  <a:pt x="21490230" y="10282515"/>
                </a:moveTo>
                <a:cubicBezTo>
                  <a:pt x="21509626" y="10279328"/>
                  <a:pt x="21517654" y="10288856"/>
                  <a:pt x="21510074" y="10313853"/>
                </a:cubicBezTo>
                <a:cubicBezTo>
                  <a:pt x="21486830" y="10323814"/>
                  <a:pt x="21470994" y="10326695"/>
                  <a:pt x="21463526" y="10322646"/>
                </a:cubicBezTo>
                <a:cubicBezTo>
                  <a:pt x="21456062" y="10318595"/>
                  <a:pt x="21456966" y="10307611"/>
                  <a:pt x="21467206" y="10289839"/>
                </a:cubicBezTo>
                <a:cubicBezTo>
                  <a:pt x="21476038" y="10286053"/>
                  <a:pt x="21483766" y="10283578"/>
                  <a:pt x="21490230" y="10282515"/>
                </a:cubicBezTo>
                <a:close/>
                <a:moveTo>
                  <a:pt x="21479530" y="10271145"/>
                </a:moveTo>
                <a:lnTo>
                  <a:pt x="21467206" y="10289839"/>
                </a:lnTo>
                <a:cubicBezTo>
                  <a:pt x="21467206" y="10289839"/>
                  <a:pt x="21469642" y="10286145"/>
                  <a:pt x="21472682" y="10281529"/>
                </a:cubicBezTo>
                <a:close/>
                <a:moveTo>
                  <a:pt x="21483638" y="10264915"/>
                </a:moveTo>
                <a:lnTo>
                  <a:pt x="21479530" y="10271145"/>
                </a:lnTo>
                <a:lnTo>
                  <a:pt x="21481810" y="10267685"/>
                </a:lnTo>
                <a:cubicBezTo>
                  <a:pt x="21484246" y="10263993"/>
                  <a:pt x="21485462" y="10262146"/>
                  <a:pt x="21483638" y="10264915"/>
                </a:cubicBezTo>
                <a:close/>
                <a:moveTo>
                  <a:pt x="21629318" y="10259411"/>
                </a:moveTo>
                <a:cubicBezTo>
                  <a:pt x="21631442" y="10259069"/>
                  <a:pt x="21625738" y="10267477"/>
                  <a:pt x="21619598" y="10276528"/>
                </a:cubicBezTo>
                <a:cubicBezTo>
                  <a:pt x="21604774" y="10286358"/>
                  <a:pt x="21592074" y="10294787"/>
                  <a:pt x="21592074" y="10294787"/>
                </a:cubicBezTo>
                <a:cubicBezTo>
                  <a:pt x="21617242" y="10268843"/>
                  <a:pt x="21627194" y="10259752"/>
                  <a:pt x="21629318" y="10259411"/>
                </a:cubicBezTo>
                <a:close/>
                <a:moveTo>
                  <a:pt x="21459162" y="10247344"/>
                </a:moveTo>
                <a:cubicBezTo>
                  <a:pt x="21457462" y="10249953"/>
                  <a:pt x="21452926" y="10256917"/>
                  <a:pt x="21443846" y="10270849"/>
                </a:cubicBezTo>
                <a:cubicBezTo>
                  <a:pt x="21443846" y="10270849"/>
                  <a:pt x="21464262" y="10239513"/>
                  <a:pt x="21459162" y="10247344"/>
                </a:cubicBezTo>
                <a:close/>
                <a:moveTo>
                  <a:pt x="20870770" y="10228878"/>
                </a:moveTo>
                <a:cubicBezTo>
                  <a:pt x="20881894" y="10228903"/>
                  <a:pt x="20890638" y="10229864"/>
                  <a:pt x="20894462" y="10231950"/>
                </a:cubicBezTo>
                <a:lnTo>
                  <a:pt x="20881106" y="10233960"/>
                </a:lnTo>
                <a:lnTo>
                  <a:pt x="20841754" y="10230803"/>
                </a:lnTo>
                <a:close/>
                <a:moveTo>
                  <a:pt x="20797962" y="10224807"/>
                </a:moveTo>
                <a:lnTo>
                  <a:pt x="20795362" y="10226752"/>
                </a:lnTo>
                <a:lnTo>
                  <a:pt x="20792126" y="10226065"/>
                </a:lnTo>
                <a:close/>
                <a:moveTo>
                  <a:pt x="20774670" y="10144827"/>
                </a:moveTo>
                <a:lnTo>
                  <a:pt x="20804630" y="10151516"/>
                </a:lnTo>
                <a:lnTo>
                  <a:pt x="20720118" y="10176667"/>
                </a:lnTo>
                <a:lnTo>
                  <a:pt x="20723822" y="10164452"/>
                </a:lnTo>
                <a:cubicBezTo>
                  <a:pt x="20740566" y="10150588"/>
                  <a:pt x="20757778" y="10145166"/>
                  <a:pt x="20774670" y="10144827"/>
                </a:cubicBezTo>
                <a:close/>
                <a:moveTo>
                  <a:pt x="8210491" y="9992043"/>
                </a:moveTo>
                <a:cubicBezTo>
                  <a:pt x="8219302" y="9988675"/>
                  <a:pt x="8230982" y="10016963"/>
                  <a:pt x="8230062" y="10033969"/>
                </a:cubicBezTo>
                <a:cubicBezTo>
                  <a:pt x="8262316" y="10187501"/>
                  <a:pt x="8299693" y="10310234"/>
                  <a:pt x="8321156" y="10457660"/>
                </a:cubicBezTo>
                <a:lnTo>
                  <a:pt x="8332069" y="10486394"/>
                </a:lnTo>
                <a:lnTo>
                  <a:pt x="8395841" y="10857621"/>
                </a:lnTo>
                <a:lnTo>
                  <a:pt x="8372713" y="10780677"/>
                </a:lnTo>
                <a:cubicBezTo>
                  <a:pt x="8354546" y="10712269"/>
                  <a:pt x="8338029" y="10644418"/>
                  <a:pt x="8320019" y="10575769"/>
                </a:cubicBezTo>
                <a:cubicBezTo>
                  <a:pt x="8305257" y="10482339"/>
                  <a:pt x="8238402" y="10417834"/>
                  <a:pt x="8226068" y="10322720"/>
                </a:cubicBezTo>
                <a:cubicBezTo>
                  <a:pt x="8224277" y="10259013"/>
                  <a:pt x="8228293" y="10217465"/>
                  <a:pt x="8221706" y="10150819"/>
                </a:cubicBezTo>
                <a:cubicBezTo>
                  <a:pt x="8222098" y="10110744"/>
                  <a:pt x="8214044" y="10071307"/>
                  <a:pt x="8201075" y="10041569"/>
                </a:cubicBezTo>
                <a:cubicBezTo>
                  <a:pt x="8200953" y="10007481"/>
                  <a:pt x="8205205" y="9994064"/>
                  <a:pt x="8210491" y="9992043"/>
                </a:cubicBezTo>
                <a:close/>
                <a:moveTo>
                  <a:pt x="21415530" y="9127164"/>
                </a:moveTo>
                <a:lnTo>
                  <a:pt x="21409506" y="9134846"/>
                </a:lnTo>
                <a:cubicBezTo>
                  <a:pt x="21406826" y="9138259"/>
                  <a:pt x="21404690" y="9140981"/>
                  <a:pt x="21404690" y="9140981"/>
                </a:cubicBezTo>
                <a:close/>
                <a:moveTo>
                  <a:pt x="21419146" y="9122555"/>
                </a:moveTo>
                <a:cubicBezTo>
                  <a:pt x="21420754" y="9120509"/>
                  <a:pt x="21419686" y="9121872"/>
                  <a:pt x="21417542" y="9124602"/>
                </a:cubicBezTo>
                <a:lnTo>
                  <a:pt x="21415530" y="9127164"/>
                </a:lnTo>
                <a:close/>
                <a:moveTo>
                  <a:pt x="21761578" y="8976043"/>
                </a:moveTo>
                <a:lnTo>
                  <a:pt x="21760814" y="8977210"/>
                </a:lnTo>
                <a:cubicBezTo>
                  <a:pt x="21756026" y="8984474"/>
                  <a:pt x="21750542" y="8992786"/>
                  <a:pt x="21750542" y="8992786"/>
                </a:cubicBezTo>
                <a:close/>
                <a:moveTo>
                  <a:pt x="21766978" y="8967858"/>
                </a:moveTo>
                <a:cubicBezTo>
                  <a:pt x="21768346" y="8965781"/>
                  <a:pt x="21768006" y="8966299"/>
                  <a:pt x="21766726" y="8968246"/>
                </a:cubicBezTo>
                <a:lnTo>
                  <a:pt x="21761578" y="8976043"/>
                </a:lnTo>
                <a:close/>
                <a:moveTo>
                  <a:pt x="21378182" y="8959637"/>
                </a:moveTo>
                <a:cubicBezTo>
                  <a:pt x="21386578" y="8959624"/>
                  <a:pt x="21392382" y="8962445"/>
                  <a:pt x="21394650" y="8969836"/>
                </a:cubicBezTo>
                <a:lnTo>
                  <a:pt x="21305158" y="8998344"/>
                </a:lnTo>
                <a:lnTo>
                  <a:pt x="21308178" y="8976309"/>
                </a:lnTo>
                <a:lnTo>
                  <a:pt x="21346138" y="8966440"/>
                </a:lnTo>
                <a:cubicBezTo>
                  <a:pt x="21358786" y="8962496"/>
                  <a:pt x="21369782" y="8959650"/>
                  <a:pt x="21378182" y="8959637"/>
                </a:cubicBezTo>
                <a:close/>
                <a:moveTo>
                  <a:pt x="21492178" y="8922221"/>
                </a:moveTo>
                <a:cubicBezTo>
                  <a:pt x="21492178" y="8922221"/>
                  <a:pt x="21487014" y="8932405"/>
                  <a:pt x="21481582" y="8941703"/>
                </a:cubicBezTo>
                <a:lnTo>
                  <a:pt x="21476670" y="8947393"/>
                </a:lnTo>
                <a:lnTo>
                  <a:pt x="21475946" y="8940161"/>
                </a:lnTo>
                <a:close/>
                <a:moveTo>
                  <a:pt x="21618854" y="8891497"/>
                </a:moveTo>
                <a:cubicBezTo>
                  <a:pt x="21619838" y="8892214"/>
                  <a:pt x="21618162" y="8896194"/>
                  <a:pt x="21611910" y="8905411"/>
                </a:cubicBezTo>
                <a:cubicBezTo>
                  <a:pt x="21596042" y="8918072"/>
                  <a:pt x="21590190" y="8921334"/>
                  <a:pt x="21589822" y="8919868"/>
                </a:cubicBezTo>
                <a:cubicBezTo>
                  <a:pt x="21588990" y="8916567"/>
                  <a:pt x="21615898" y="8889347"/>
                  <a:pt x="21618854" y="8891497"/>
                </a:cubicBezTo>
                <a:close/>
                <a:moveTo>
                  <a:pt x="21985310" y="8781708"/>
                </a:moveTo>
                <a:lnTo>
                  <a:pt x="21974594" y="8798342"/>
                </a:lnTo>
                <a:cubicBezTo>
                  <a:pt x="21961854" y="8807206"/>
                  <a:pt x="21950486" y="8815118"/>
                  <a:pt x="21965610" y="8798850"/>
                </a:cubicBezTo>
                <a:lnTo>
                  <a:pt x="21981426" y="8782839"/>
                </a:lnTo>
                <a:close/>
                <a:moveTo>
                  <a:pt x="21814750" y="8772193"/>
                </a:moveTo>
                <a:cubicBezTo>
                  <a:pt x="21817746" y="8772607"/>
                  <a:pt x="21814206" y="8779759"/>
                  <a:pt x="21823742" y="8773434"/>
                </a:cubicBezTo>
                <a:cubicBezTo>
                  <a:pt x="21831738" y="8777735"/>
                  <a:pt x="21822718" y="8786121"/>
                  <a:pt x="21811678" y="8792242"/>
                </a:cubicBezTo>
                <a:cubicBezTo>
                  <a:pt x="21806146" y="8795313"/>
                  <a:pt x="21800110" y="8797818"/>
                  <a:pt x="21795442" y="8798962"/>
                </a:cubicBezTo>
                <a:cubicBezTo>
                  <a:pt x="21790774" y="8800105"/>
                  <a:pt x="21787474" y="8799896"/>
                  <a:pt x="21787410" y="8797536"/>
                </a:cubicBezTo>
                <a:cubicBezTo>
                  <a:pt x="21787318" y="8794394"/>
                  <a:pt x="21792986" y="8787432"/>
                  <a:pt x="21808846" y="8774773"/>
                </a:cubicBezTo>
                <a:cubicBezTo>
                  <a:pt x="21812026" y="8772665"/>
                  <a:pt x="21813750" y="8772055"/>
                  <a:pt x="21814750" y="8772193"/>
                </a:cubicBezTo>
                <a:close/>
                <a:moveTo>
                  <a:pt x="21876418" y="8755579"/>
                </a:moveTo>
                <a:lnTo>
                  <a:pt x="21894346" y="8770746"/>
                </a:lnTo>
                <a:lnTo>
                  <a:pt x="21873038" y="8776313"/>
                </a:lnTo>
                <a:cubicBezTo>
                  <a:pt x="21854358" y="8779809"/>
                  <a:pt x="21845518" y="8780070"/>
                  <a:pt x="21843426" y="8778187"/>
                </a:cubicBezTo>
                <a:cubicBezTo>
                  <a:pt x="21841338" y="8776305"/>
                  <a:pt x="21845994" y="8772279"/>
                  <a:pt x="21854314" y="8767204"/>
                </a:cubicBezTo>
                <a:close/>
                <a:moveTo>
                  <a:pt x="22010258" y="8707667"/>
                </a:moveTo>
                <a:lnTo>
                  <a:pt x="22047954" y="8731301"/>
                </a:lnTo>
                <a:lnTo>
                  <a:pt x="22027882" y="8735862"/>
                </a:lnTo>
                <a:lnTo>
                  <a:pt x="22014126" y="8739453"/>
                </a:lnTo>
                <a:lnTo>
                  <a:pt x="22004750" y="8709270"/>
                </a:lnTo>
                <a:close/>
                <a:moveTo>
                  <a:pt x="8206242" y="8455416"/>
                </a:moveTo>
                <a:cubicBezTo>
                  <a:pt x="8207143" y="8455574"/>
                  <a:pt x="8206751" y="8456960"/>
                  <a:pt x="8205220" y="8459334"/>
                </a:cubicBezTo>
                <a:lnTo>
                  <a:pt x="8200717" y="8464379"/>
                </a:lnTo>
                <a:lnTo>
                  <a:pt x="8199507" y="8458858"/>
                </a:lnTo>
                <a:cubicBezTo>
                  <a:pt x="8203146" y="8456325"/>
                  <a:pt x="8205340" y="8455257"/>
                  <a:pt x="8206242" y="8455416"/>
                </a:cubicBezTo>
                <a:close/>
                <a:moveTo>
                  <a:pt x="22475382" y="8202358"/>
                </a:moveTo>
                <a:lnTo>
                  <a:pt x="22476478" y="8224892"/>
                </a:lnTo>
                <a:lnTo>
                  <a:pt x="22299646" y="8272728"/>
                </a:lnTo>
                <a:cubicBezTo>
                  <a:pt x="22293190" y="8274522"/>
                  <a:pt x="22278666" y="8280152"/>
                  <a:pt x="22260878" y="8287063"/>
                </a:cubicBezTo>
                <a:lnTo>
                  <a:pt x="22215634" y="8304119"/>
                </a:lnTo>
                <a:lnTo>
                  <a:pt x="22215350" y="8299184"/>
                </a:lnTo>
                <a:lnTo>
                  <a:pt x="22187770" y="8286447"/>
                </a:lnTo>
                <a:lnTo>
                  <a:pt x="22206882" y="8278758"/>
                </a:lnTo>
                <a:cubicBezTo>
                  <a:pt x="22233766" y="8269818"/>
                  <a:pt x="22259874" y="8263532"/>
                  <a:pt x="22267286" y="8258613"/>
                </a:cubicBezTo>
                <a:close/>
                <a:moveTo>
                  <a:pt x="8475314" y="8196869"/>
                </a:moveTo>
                <a:lnTo>
                  <a:pt x="8477327" y="8232228"/>
                </a:lnTo>
                <a:lnTo>
                  <a:pt x="8498258" y="8280663"/>
                </a:lnTo>
                <a:lnTo>
                  <a:pt x="8484412" y="8349263"/>
                </a:lnTo>
                <a:cubicBezTo>
                  <a:pt x="8477077" y="8360655"/>
                  <a:pt x="8500761" y="8402831"/>
                  <a:pt x="8454665" y="8434908"/>
                </a:cubicBezTo>
                <a:cubicBezTo>
                  <a:pt x="8451026" y="8437445"/>
                  <a:pt x="8448328" y="8436048"/>
                  <a:pt x="8446417" y="8432778"/>
                </a:cubicBezTo>
                <a:cubicBezTo>
                  <a:pt x="8440695" y="8422964"/>
                  <a:pt x="8442085" y="8396266"/>
                  <a:pt x="8446491" y="8408128"/>
                </a:cubicBezTo>
                <a:cubicBezTo>
                  <a:pt x="8446806" y="8375438"/>
                  <a:pt x="8458741" y="8324704"/>
                  <a:pt x="8468711" y="8275477"/>
                </a:cubicBezTo>
                <a:close/>
                <a:moveTo>
                  <a:pt x="8476014" y="8188532"/>
                </a:moveTo>
                <a:lnTo>
                  <a:pt x="8475314" y="8196869"/>
                </a:lnTo>
                <a:lnTo>
                  <a:pt x="8474964" y="8190665"/>
                </a:lnTo>
                <a:close/>
                <a:moveTo>
                  <a:pt x="22661506" y="8146056"/>
                </a:moveTo>
                <a:lnTo>
                  <a:pt x="22664570" y="8150715"/>
                </a:lnTo>
                <a:lnTo>
                  <a:pt x="22682202" y="8180705"/>
                </a:lnTo>
                <a:lnTo>
                  <a:pt x="22682202" y="11880850"/>
                </a:lnTo>
                <a:lnTo>
                  <a:pt x="19688478" y="11880850"/>
                </a:lnTo>
                <a:lnTo>
                  <a:pt x="19711682" y="11873930"/>
                </a:lnTo>
                <a:cubicBezTo>
                  <a:pt x="19836822" y="11838417"/>
                  <a:pt x="19962418" y="11799218"/>
                  <a:pt x="20093018" y="11738913"/>
                </a:cubicBezTo>
                <a:cubicBezTo>
                  <a:pt x="20008678" y="11746473"/>
                  <a:pt x="19890502" y="11782881"/>
                  <a:pt x="19769162" y="11822459"/>
                </a:cubicBezTo>
                <a:lnTo>
                  <a:pt x="19589038" y="11880850"/>
                </a:lnTo>
                <a:lnTo>
                  <a:pt x="19522822" y="11880850"/>
                </a:lnTo>
                <a:lnTo>
                  <a:pt x="19636378" y="11843028"/>
                </a:lnTo>
                <a:cubicBezTo>
                  <a:pt x="19701594" y="11821561"/>
                  <a:pt x="19765778" y="11800509"/>
                  <a:pt x="19829758" y="11779059"/>
                </a:cubicBezTo>
                <a:lnTo>
                  <a:pt x="20090686" y="11684916"/>
                </a:lnTo>
                <a:lnTo>
                  <a:pt x="20070874" y="11678934"/>
                </a:lnTo>
                <a:lnTo>
                  <a:pt x="20070290" y="11678379"/>
                </a:lnTo>
                <a:lnTo>
                  <a:pt x="20059990" y="11681129"/>
                </a:lnTo>
                <a:cubicBezTo>
                  <a:pt x="20030286" y="11692294"/>
                  <a:pt x="19877154" y="11749755"/>
                  <a:pt x="19887694" y="11734223"/>
                </a:cubicBezTo>
                <a:cubicBezTo>
                  <a:pt x="19921030" y="11685069"/>
                  <a:pt x="20063630" y="11643133"/>
                  <a:pt x="20038222" y="11659985"/>
                </a:cubicBezTo>
                <a:lnTo>
                  <a:pt x="20050126" y="11656670"/>
                </a:lnTo>
                <a:lnTo>
                  <a:pt x="20067058" y="11629511"/>
                </a:lnTo>
                <a:cubicBezTo>
                  <a:pt x="20076306" y="11624603"/>
                  <a:pt x="20088246" y="11623738"/>
                  <a:pt x="20101090" y="11625067"/>
                </a:cubicBezTo>
                <a:lnTo>
                  <a:pt x="20130966" y="11631675"/>
                </a:lnTo>
                <a:lnTo>
                  <a:pt x="20168058" y="11617978"/>
                </a:lnTo>
                <a:cubicBezTo>
                  <a:pt x="20216702" y="11577172"/>
                  <a:pt x="20086870" y="11619177"/>
                  <a:pt x="20086870" y="11619177"/>
                </a:cubicBezTo>
                <a:cubicBezTo>
                  <a:pt x="19833606" y="11707482"/>
                  <a:pt x="19629058" y="11763472"/>
                  <a:pt x="19427042" y="11827744"/>
                </a:cubicBezTo>
                <a:lnTo>
                  <a:pt x="19398594" y="11836454"/>
                </a:lnTo>
                <a:lnTo>
                  <a:pt x="19422042" y="11803626"/>
                </a:lnTo>
                <a:lnTo>
                  <a:pt x="19429090" y="11790331"/>
                </a:lnTo>
                <a:lnTo>
                  <a:pt x="19523498" y="11758955"/>
                </a:lnTo>
                <a:cubicBezTo>
                  <a:pt x="19611546" y="11731331"/>
                  <a:pt x="19697790" y="11705072"/>
                  <a:pt x="19790482" y="11674895"/>
                </a:cubicBezTo>
                <a:cubicBezTo>
                  <a:pt x="19803190" y="11666464"/>
                  <a:pt x="19954806" y="11645584"/>
                  <a:pt x="19992858" y="11611805"/>
                </a:cubicBezTo>
                <a:cubicBezTo>
                  <a:pt x="20022234" y="11578799"/>
                  <a:pt x="19999206" y="11580553"/>
                  <a:pt x="19968822" y="11590570"/>
                </a:cubicBezTo>
                <a:lnTo>
                  <a:pt x="19955646" y="11595757"/>
                </a:lnTo>
                <a:lnTo>
                  <a:pt x="19949698" y="11586646"/>
                </a:lnTo>
                <a:cubicBezTo>
                  <a:pt x="19932082" y="11572288"/>
                  <a:pt x="19895462" y="11558566"/>
                  <a:pt x="19891810" y="11552601"/>
                </a:cubicBezTo>
                <a:cubicBezTo>
                  <a:pt x="19866926" y="11542630"/>
                  <a:pt x="19848846" y="11533232"/>
                  <a:pt x="19834114" y="11523890"/>
                </a:cubicBezTo>
                <a:lnTo>
                  <a:pt x="19826910" y="11518489"/>
                </a:lnTo>
                <a:lnTo>
                  <a:pt x="19702714" y="11552317"/>
                </a:lnTo>
                <a:lnTo>
                  <a:pt x="19808170" y="11561676"/>
                </a:lnTo>
                <a:cubicBezTo>
                  <a:pt x="19829770" y="11562458"/>
                  <a:pt x="19858734" y="11598985"/>
                  <a:pt x="19894218" y="11613270"/>
                </a:cubicBezTo>
                <a:lnTo>
                  <a:pt x="19908726" y="11615092"/>
                </a:lnTo>
                <a:lnTo>
                  <a:pt x="19907082" y="11615839"/>
                </a:lnTo>
                <a:cubicBezTo>
                  <a:pt x="19903074" y="11617707"/>
                  <a:pt x="19900714" y="11618851"/>
                  <a:pt x="19900714" y="11618851"/>
                </a:cubicBezTo>
                <a:cubicBezTo>
                  <a:pt x="19726618" y="11668158"/>
                  <a:pt x="19615978" y="11695390"/>
                  <a:pt x="19474526" y="11736649"/>
                </a:cubicBezTo>
                <a:lnTo>
                  <a:pt x="19452458" y="11743372"/>
                </a:lnTo>
                <a:lnTo>
                  <a:pt x="19453130" y="11735242"/>
                </a:lnTo>
                <a:lnTo>
                  <a:pt x="19455114" y="11712294"/>
                </a:lnTo>
                <a:lnTo>
                  <a:pt x="19455322" y="11712209"/>
                </a:lnTo>
                <a:cubicBezTo>
                  <a:pt x="19456410" y="11715758"/>
                  <a:pt x="19460674" y="11717200"/>
                  <a:pt x="19468110" y="11715469"/>
                </a:cubicBezTo>
                <a:cubicBezTo>
                  <a:pt x="19475534" y="11713747"/>
                  <a:pt x="19486142" y="11708845"/>
                  <a:pt x="19499910" y="11699708"/>
                </a:cubicBezTo>
                <a:lnTo>
                  <a:pt x="19496690" y="11691963"/>
                </a:lnTo>
                <a:lnTo>
                  <a:pt x="19609178" y="11649256"/>
                </a:lnTo>
                <a:lnTo>
                  <a:pt x="19621162" y="11648128"/>
                </a:lnTo>
                <a:lnTo>
                  <a:pt x="19621610" y="11644536"/>
                </a:lnTo>
                <a:lnTo>
                  <a:pt x="19646050" y="11635259"/>
                </a:lnTo>
                <a:lnTo>
                  <a:pt x="19666114" y="11615788"/>
                </a:lnTo>
                <a:lnTo>
                  <a:pt x="19670598" y="11571513"/>
                </a:lnTo>
                <a:lnTo>
                  <a:pt x="19629086" y="11584567"/>
                </a:lnTo>
                <a:lnTo>
                  <a:pt x="19634506" y="11541102"/>
                </a:lnTo>
                <a:lnTo>
                  <a:pt x="19768942" y="11498033"/>
                </a:lnTo>
                <a:lnTo>
                  <a:pt x="19792062" y="11492039"/>
                </a:lnTo>
                <a:lnTo>
                  <a:pt x="19758090" y="11464658"/>
                </a:lnTo>
                <a:lnTo>
                  <a:pt x="19743486" y="11454880"/>
                </a:lnTo>
                <a:lnTo>
                  <a:pt x="19781050" y="11440188"/>
                </a:lnTo>
                <a:cubicBezTo>
                  <a:pt x="19843922" y="11413425"/>
                  <a:pt x="19911026" y="11378251"/>
                  <a:pt x="19831070" y="11391798"/>
                </a:cubicBezTo>
                <a:lnTo>
                  <a:pt x="19682058" y="11420547"/>
                </a:lnTo>
                <a:lnTo>
                  <a:pt x="19659602" y="11410064"/>
                </a:lnTo>
                <a:lnTo>
                  <a:pt x="19651562" y="11404318"/>
                </a:lnTo>
                <a:lnTo>
                  <a:pt x="19653742" y="11386864"/>
                </a:lnTo>
                <a:lnTo>
                  <a:pt x="19738570" y="11364385"/>
                </a:lnTo>
                <a:lnTo>
                  <a:pt x="19765178" y="11357366"/>
                </a:lnTo>
                <a:lnTo>
                  <a:pt x="19774726" y="11364044"/>
                </a:lnTo>
                <a:cubicBezTo>
                  <a:pt x="19793590" y="11381368"/>
                  <a:pt x="19807678" y="11397922"/>
                  <a:pt x="19851646" y="11348962"/>
                </a:cubicBezTo>
                <a:cubicBezTo>
                  <a:pt x="19847690" y="11354002"/>
                  <a:pt x="19843906" y="11352143"/>
                  <a:pt x="19840466" y="11346051"/>
                </a:cubicBezTo>
                <a:lnTo>
                  <a:pt x="19837934" y="11338175"/>
                </a:lnTo>
                <a:lnTo>
                  <a:pt x="19892502" y="11323777"/>
                </a:lnTo>
                <a:lnTo>
                  <a:pt x="19871082" y="11290570"/>
                </a:lnTo>
                <a:cubicBezTo>
                  <a:pt x="19886830" y="11201283"/>
                  <a:pt x="19949202" y="11230327"/>
                  <a:pt x="19979062" y="11259917"/>
                </a:cubicBezTo>
                <a:lnTo>
                  <a:pt x="20034482" y="11282861"/>
                </a:lnTo>
                <a:lnTo>
                  <a:pt x="20107094" y="11261350"/>
                </a:lnTo>
                <a:lnTo>
                  <a:pt x="20115786" y="11258830"/>
                </a:lnTo>
                <a:lnTo>
                  <a:pt x="20098310" y="11244791"/>
                </a:lnTo>
                <a:cubicBezTo>
                  <a:pt x="20075278" y="11225378"/>
                  <a:pt x="20050598" y="11208071"/>
                  <a:pt x="20018010" y="11200840"/>
                </a:cubicBezTo>
                <a:cubicBezTo>
                  <a:pt x="20002882" y="11193382"/>
                  <a:pt x="19984386" y="11188340"/>
                  <a:pt x="19964470" y="11184182"/>
                </a:cubicBezTo>
                <a:lnTo>
                  <a:pt x="19920414" y="11176184"/>
                </a:lnTo>
                <a:lnTo>
                  <a:pt x="19928694" y="11167597"/>
                </a:lnTo>
                <a:cubicBezTo>
                  <a:pt x="19944974" y="11150584"/>
                  <a:pt x="19955678" y="11139301"/>
                  <a:pt x="19955678" y="11139301"/>
                </a:cubicBezTo>
                <a:cubicBezTo>
                  <a:pt x="19977982" y="11129747"/>
                  <a:pt x="20018822" y="11165788"/>
                  <a:pt x="20065310" y="11145866"/>
                </a:cubicBezTo>
                <a:cubicBezTo>
                  <a:pt x="20065310" y="11145866"/>
                  <a:pt x="20117982" y="11123297"/>
                  <a:pt x="20101918" y="11103278"/>
                </a:cubicBezTo>
                <a:lnTo>
                  <a:pt x="20095390" y="11098528"/>
                </a:lnTo>
                <a:lnTo>
                  <a:pt x="20099754" y="11096660"/>
                </a:lnTo>
                <a:cubicBezTo>
                  <a:pt x="20117398" y="11102484"/>
                  <a:pt x="20114594" y="11117072"/>
                  <a:pt x="20118458" y="11131028"/>
                </a:cubicBezTo>
                <a:cubicBezTo>
                  <a:pt x="20129606" y="11126251"/>
                  <a:pt x="20183394" y="11087585"/>
                  <a:pt x="20200274" y="11095969"/>
                </a:cubicBezTo>
                <a:cubicBezTo>
                  <a:pt x="20217918" y="11101791"/>
                  <a:pt x="20231950" y="11151549"/>
                  <a:pt x="20286790" y="11141434"/>
                </a:cubicBezTo>
                <a:cubicBezTo>
                  <a:pt x="20370430" y="11132363"/>
                  <a:pt x="20306230" y="11077331"/>
                  <a:pt x="20286714" y="11072316"/>
                </a:cubicBezTo>
                <a:cubicBezTo>
                  <a:pt x="20274518" y="11048535"/>
                  <a:pt x="20234550" y="11052279"/>
                  <a:pt x="20226206" y="11042470"/>
                </a:cubicBezTo>
                <a:cubicBezTo>
                  <a:pt x="20228534" y="11034782"/>
                  <a:pt x="20238270" y="11020013"/>
                  <a:pt x="20246610" y="11005843"/>
                </a:cubicBezTo>
                <a:lnTo>
                  <a:pt x="20252938" y="10988487"/>
                </a:lnTo>
                <a:lnTo>
                  <a:pt x="20275690" y="10986630"/>
                </a:lnTo>
                <a:cubicBezTo>
                  <a:pt x="20289190" y="10984121"/>
                  <a:pt x="20300966" y="10979634"/>
                  <a:pt x="20308834" y="10972357"/>
                </a:cubicBezTo>
                <a:cubicBezTo>
                  <a:pt x="20312206" y="10969240"/>
                  <a:pt x="20314386" y="10965973"/>
                  <a:pt x="20315582" y="10962625"/>
                </a:cubicBezTo>
                <a:lnTo>
                  <a:pt x="20315698" y="10961230"/>
                </a:lnTo>
                <a:lnTo>
                  <a:pt x="20337802" y="10967879"/>
                </a:lnTo>
                <a:cubicBezTo>
                  <a:pt x="20357306" y="10972910"/>
                  <a:pt x="20403798" y="10952987"/>
                  <a:pt x="20445618" y="10948449"/>
                </a:cubicBezTo>
                <a:cubicBezTo>
                  <a:pt x="20482774" y="10959300"/>
                  <a:pt x="20470806" y="10993428"/>
                  <a:pt x="20533110" y="10953350"/>
                </a:cubicBezTo>
                <a:cubicBezTo>
                  <a:pt x="20586902" y="10914679"/>
                  <a:pt x="20634370" y="10854187"/>
                  <a:pt x="20656686" y="10844618"/>
                </a:cubicBezTo>
                <a:cubicBezTo>
                  <a:pt x="20714326" y="10819922"/>
                  <a:pt x="20762702" y="10895119"/>
                  <a:pt x="20797226" y="10909324"/>
                </a:cubicBezTo>
                <a:lnTo>
                  <a:pt x="20851778" y="10933723"/>
                </a:lnTo>
                <a:lnTo>
                  <a:pt x="20869910" y="10923270"/>
                </a:lnTo>
                <a:lnTo>
                  <a:pt x="20917478" y="10899176"/>
                </a:lnTo>
                <a:lnTo>
                  <a:pt x="20902002" y="10889246"/>
                </a:lnTo>
                <a:cubicBezTo>
                  <a:pt x="20825450" y="10844247"/>
                  <a:pt x="20746798" y="10798198"/>
                  <a:pt x="20668582" y="10741368"/>
                </a:cubicBezTo>
                <a:cubicBezTo>
                  <a:pt x="20650942" y="10735538"/>
                  <a:pt x="20618446" y="10709313"/>
                  <a:pt x="20575578" y="10685296"/>
                </a:cubicBezTo>
                <a:cubicBezTo>
                  <a:pt x="20556066" y="10680271"/>
                  <a:pt x="20423878" y="10625374"/>
                  <a:pt x="20522530" y="10625491"/>
                </a:cubicBezTo>
                <a:cubicBezTo>
                  <a:pt x="20614518" y="10626226"/>
                  <a:pt x="20503830" y="10591117"/>
                  <a:pt x="20497338" y="10580513"/>
                </a:cubicBezTo>
                <a:cubicBezTo>
                  <a:pt x="20498038" y="10576865"/>
                  <a:pt x="20500598" y="10569769"/>
                  <a:pt x="20504458" y="10560797"/>
                </a:cubicBezTo>
                <a:lnTo>
                  <a:pt x="20509306" y="10550734"/>
                </a:lnTo>
                <a:lnTo>
                  <a:pt x="20594586" y="10521428"/>
                </a:lnTo>
                <a:lnTo>
                  <a:pt x="20641926" y="10500045"/>
                </a:lnTo>
                <a:lnTo>
                  <a:pt x="20642058" y="10500094"/>
                </a:lnTo>
                <a:cubicBezTo>
                  <a:pt x="20681026" y="10516297"/>
                  <a:pt x="20721038" y="10533729"/>
                  <a:pt x="20730790" y="10536243"/>
                </a:cubicBezTo>
                <a:cubicBezTo>
                  <a:pt x="20790258" y="10537530"/>
                  <a:pt x="20837794" y="10546165"/>
                  <a:pt x="20890774" y="10536845"/>
                </a:cubicBezTo>
                <a:cubicBezTo>
                  <a:pt x="20901926" y="10532065"/>
                  <a:pt x="20953082" y="10496760"/>
                  <a:pt x="20964238" y="10491980"/>
                </a:cubicBezTo>
                <a:cubicBezTo>
                  <a:pt x="21052542" y="10467526"/>
                  <a:pt x="21026642" y="10616937"/>
                  <a:pt x="21087910" y="10548293"/>
                </a:cubicBezTo>
                <a:cubicBezTo>
                  <a:pt x="21087910" y="10548293"/>
                  <a:pt x="21086086" y="10522307"/>
                  <a:pt x="21095414" y="10491540"/>
                </a:cubicBezTo>
                <a:lnTo>
                  <a:pt x="21087834" y="10501921"/>
                </a:lnTo>
                <a:lnTo>
                  <a:pt x="21082486" y="10492704"/>
                </a:lnTo>
                <a:lnTo>
                  <a:pt x="21072334" y="10493626"/>
                </a:lnTo>
                <a:cubicBezTo>
                  <a:pt x="21068350" y="10491424"/>
                  <a:pt x="21067390" y="10487933"/>
                  <a:pt x="21067390" y="10487933"/>
                </a:cubicBezTo>
                <a:cubicBezTo>
                  <a:pt x="21067390" y="10487933"/>
                  <a:pt x="21114850" y="10427447"/>
                  <a:pt x="21109142" y="10414270"/>
                </a:cubicBezTo>
                <a:cubicBezTo>
                  <a:pt x="21110118" y="10373702"/>
                  <a:pt x="21011470" y="10373585"/>
                  <a:pt x="20996626" y="10353177"/>
                </a:cubicBezTo>
                <a:cubicBezTo>
                  <a:pt x="20985466" y="10357960"/>
                  <a:pt x="21019750" y="10314270"/>
                  <a:pt x="21024414" y="10298881"/>
                </a:cubicBezTo>
                <a:cubicBezTo>
                  <a:pt x="21028650" y="10256913"/>
                  <a:pt x="20964274" y="10258148"/>
                  <a:pt x="20919222" y="10248906"/>
                </a:cubicBezTo>
                <a:lnTo>
                  <a:pt x="20896450" y="10239413"/>
                </a:lnTo>
                <a:lnTo>
                  <a:pt x="20915434" y="10227651"/>
                </a:lnTo>
                <a:cubicBezTo>
                  <a:pt x="20930530" y="10218700"/>
                  <a:pt x="20944314" y="10211693"/>
                  <a:pt x="20939046" y="10219454"/>
                </a:cubicBezTo>
                <a:cubicBezTo>
                  <a:pt x="20949574" y="10203936"/>
                  <a:pt x="20872686" y="10210822"/>
                  <a:pt x="20797962" y="10224807"/>
                </a:cubicBezTo>
                <a:lnTo>
                  <a:pt x="20818878" y="10205865"/>
                </a:lnTo>
                <a:lnTo>
                  <a:pt x="20781290" y="10201998"/>
                </a:lnTo>
                <a:lnTo>
                  <a:pt x="20744298" y="10213159"/>
                </a:lnTo>
                <a:lnTo>
                  <a:pt x="20718422" y="10200154"/>
                </a:lnTo>
                <a:lnTo>
                  <a:pt x="20818998" y="10154738"/>
                </a:lnTo>
                <a:lnTo>
                  <a:pt x="20823538" y="10155740"/>
                </a:lnTo>
                <a:cubicBezTo>
                  <a:pt x="20854374" y="10168743"/>
                  <a:pt x="20880678" y="10188703"/>
                  <a:pt x="20896010" y="10188824"/>
                </a:cubicBezTo>
                <a:cubicBezTo>
                  <a:pt x="21046678" y="10206801"/>
                  <a:pt x="21171374" y="10250408"/>
                  <a:pt x="21285966" y="10305317"/>
                </a:cubicBezTo>
                <a:lnTo>
                  <a:pt x="21452538" y="10398523"/>
                </a:lnTo>
                <a:lnTo>
                  <a:pt x="21482866" y="10384307"/>
                </a:lnTo>
                <a:lnTo>
                  <a:pt x="21548694" y="10357398"/>
                </a:lnTo>
                <a:lnTo>
                  <a:pt x="21510074" y="10313853"/>
                </a:lnTo>
                <a:lnTo>
                  <a:pt x="21576798" y="10325736"/>
                </a:lnTo>
                <a:lnTo>
                  <a:pt x="21619598" y="10276528"/>
                </a:lnTo>
                <a:lnTo>
                  <a:pt x="21657354" y="10264502"/>
                </a:lnTo>
                <a:lnTo>
                  <a:pt x="21615438" y="10229221"/>
                </a:lnTo>
                <a:lnTo>
                  <a:pt x="21593082" y="10227869"/>
                </a:lnTo>
                <a:cubicBezTo>
                  <a:pt x="21584942" y="10228447"/>
                  <a:pt x="21578682" y="10230375"/>
                  <a:pt x="21576046" y="10234259"/>
                </a:cubicBezTo>
                <a:lnTo>
                  <a:pt x="21597374" y="10214016"/>
                </a:lnTo>
                <a:lnTo>
                  <a:pt x="21541286" y="10166816"/>
                </a:lnTo>
                <a:lnTo>
                  <a:pt x="21502342" y="10176349"/>
                </a:lnTo>
                <a:cubicBezTo>
                  <a:pt x="21476794" y="10183312"/>
                  <a:pt x="21446614" y="10192388"/>
                  <a:pt x="21406726" y="10205682"/>
                </a:cubicBezTo>
                <a:cubicBezTo>
                  <a:pt x="21391850" y="10207014"/>
                  <a:pt x="21219594" y="10268623"/>
                  <a:pt x="21314942" y="10213914"/>
                </a:cubicBezTo>
                <a:cubicBezTo>
                  <a:pt x="21382782" y="10177451"/>
                  <a:pt x="21476666" y="10167830"/>
                  <a:pt x="21516962" y="10149638"/>
                </a:cubicBezTo>
                <a:lnTo>
                  <a:pt x="21519550" y="10148515"/>
                </a:lnTo>
                <a:lnTo>
                  <a:pt x="21504262" y="10135649"/>
                </a:lnTo>
                <a:cubicBezTo>
                  <a:pt x="21432518" y="10041461"/>
                  <a:pt x="21240890" y="10081193"/>
                  <a:pt x="21184966" y="9966849"/>
                </a:cubicBezTo>
                <a:cubicBezTo>
                  <a:pt x="21214362" y="9965965"/>
                  <a:pt x="21239982" y="9980503"/>
                  <a:pt x="21251710" y="9958325"/>
                </a:cubicBezTo>
                <a:lnTo>
                  <a:pt x="21257758" y="9925637"/>
                </a:lnTo>
                <a:lnTo>
                  <a:pt x="21071442" y="9968407"/>
                </a:lnTo>
                <a:lnTo>
                  <a:pt x="21237330" y="9906846"/>
                </a:lnTo>
                <a:lnTo>
                  <a:pt x="21233082" y="9903807"/>
                </a:lnTo>
                <a:cubicBezTo>
                  <a:pt x="21196902" y="9882820"/>
                  <a:pt x="21138454" y="9853487"/>
                  <a:pt x="21149538" y="9816948"/>
                </a:cubicBezTo>
                <a:cubicBezTo>
                  <a:pt x="21279666" y="9787956"/>
                  <a:pt x="21287206" y="9827113"/>
                  <a:pt x="21374706" y="9832003"/>
                </a:cubicBezTo>
                <a:cubicBezTo>
                  <a:pt x="21477038" y="9857310"/>
                  <a:pt x="21410034" y="9816862"/>
                  <a:pt x="21429474" y="9752762"/>
                </a:cubicBezTo>
                <a:cubicBezTo>
                  <a:pt x="21444246" y="9704050"/>
                  <a:pt x="21437010" y="9791916"/>
                  <a:pt x="21475958" y="9732844"/>
                </a:cubicBezTo>
                <a:cubicBezTo>
                  <a:pt x="21514906" y="9673768"/>
                  <a:pt x="21415438" y="9703009"/>
                  <a:pt x="21400602" y="9682595"/>
                </a:cubicBezTo>
                <a:cubicBezTo>
                  <a:pt x="21361414" y="9683772"/>
                  <a:pt x="21308430" y="9693094"/>
                  <a:pt x="21298262" y="9657293"/>
                </a:cubicBezTo>
                <a:cubicBezTo>
                  <a:pt x="21298262" y="9657293"/>
                  <a:pt x="21332542" y="9613606"/>
                  <a:pt x="21337210" y="9598218"/>
                </a:cubicBezTo>
                <a:cubicBezTo>
                  <a:pt x="21328858" y="9588413"/>
                  <a:pt x="21261850" y="9547971"/>
                  <a:pt x="21242342" y="9542946"/>
                </a:cubicBezTo>
                <a:cubicBezTo>
                  <a:pt x="21212422" y="9444226"/>
                  <a:pt x="21352962" y="9508926"/>
                  <a:pt x="21394782" y="9504394"/>
                </a:cubicBezTo>
                <a:cubicBezTo>
                  <a:pt x="21448802" y="9523631"/>
                  <a:pt x="21481298" y="9549858"/>
                  <a:pt x="21527786" y="9529941"/>
                </a:cubicBezTo>
                <a:cubicBezTo>
                  <a:pt x="21650618" y="9519690"/>
                  <a:pt x="21699974" y="9554310"/>
                  <a:pt x="21825442" y="9540698"/>
                </a:cubicBezTo>
                <a:cubicBezTo>
                  <a:pt x="21785406" y="9475316"/>
                  <a:pt x="21677590" y="9494748"/>
                  <a:pt x="21610582" y="9454309"/>
                </a:cubicBezTo>
                <a:cubicBezTo>
                  <a:pt x="21574202" y="9440894"/>
                  <a:pt x="21510066" y="9454994"/>
                  <a:pt x="21529506" y="9390895"/>
                </a:cubicBezTo>
                <a:cubicBezTo>
                  <a:pt x="21549998" y="9355342"/>
                  <a:pt x="21565818" y="9335177"/>
                  <a:pt x="21561966" y="9321211"/>
                </a:cubicBezTo>
                <a:cubicBezTo>
                  <a:pt x="21551786" y="9285422"/>
                  <a:pt x="21454150" y="9340641"/>
                  <a:pt x="21432822" y="9309625"/>
                </a:cubicBezTo>
                <a:lnTo>
                  <a:pt x="21434302" y="9308230"/>
                </a:lnTo>
                <a:lnTo>
                  <a:pt x="21446266" y="9303640"/>
                </a:lnTo>
                <a:lnTo>
                  <a:pt x="21454986" y="9301232"/>
                </a:lnTo>
                <a:lnTo>
                  <a:pt x="21628506" y="9237502"/>
                </a:lnTo>
                <a:lnTo>
                  <a:pt x="21684070" y="9192982"/>
                </a:lnTo>
                <a:lnTo>
                  <a:pt x="21495738" y="9242206"/>
                </a:lnTo>
                <a:lnTo>
                  <a:pt x="21518270" y="9214661"/>
                </a:lnTo>
                <a:cubicBezTo>
                  <a:pt x="21525498" y="9205080"/>
                  <a:pt x="21528978" y="9199263"/>
                  <a:pt x="21525722" y="9200664"/>
                </a:cubicBezTo>
                <a:cubicBezTo>
                  <a:pt x="21553514" y="9146366"/>
                  <a:pt x="21334094" y="9240392"/>
                  <a:pt x="21404690" y="9140981"/>
                </a:cubicBezTo>
                <a:cubicBezTo>
                  <a:pt x="21495802" y="9101943"/>
                  <a:pt x="21476362" y="9166042"/>
                  <a:pt x="21542354" y="9151151"/>
                </a:cubicBezTo>
                <a:cubicBezTo>
                  <a:pt x="21641818" y="9121916"/>
                  <a:pt x="21711666" y="9120989"/>
                  <a:pt x="21774822" y="9147461"/>
                </a:cubicBezTo>
                <a:cubicBezTo>
                  <a:pt x="21910634" y="9158418"/>
                  <a:pt x="21691922" y="9058058"/>
                  <a:pt x="21707750" y="9037888"/>
                </a:cubicBezTo>
                <a:lnTo>
                  <a:pt x="21861162" y="8958771"/>
                </a:lnTo>
                <a:cubicBezTo>
                  <a:pt x="21876986" y="8938604"/>
                  <a:pt x="21769982" y="8928686"/>
                  <a:pt x="21769982" y="8928686"/>
                </a:cubicBezTo>
                <a:cubicBezTo>
                  <a:pt x="21737494" y="8902451"/>
                  <a:pt x="21686338" y="8937754"/>
                  <a:pt x="21678806" y="8898600"/>
                </a:cubicBezTo>
                <a:cubicBezTo>
                  <a:pt x="21725294" y="8878677"/>
                  <a:pt x="21827626" y="8903984"/>
                  <a:pt x="21843450" y="8883815"/>
                </a:cubicBezTo>
                <a:cubicBezTo>
                  <a:pt x="21847410" y="8878773"/>
                  <a:pt x="21846122" y="8870679"/>
                  <a:pt x="21843810" y="8861460"/>
                </a:cubicBezTo>
                <a:lnTo>
                  <a:pt x="21842238" y="8853532"/>
                </a:lnTo>
                <a:lnTo>
                  <a:pt x="21686658" y="8888584"/>
                </a:lnTo>
                <a:lnTo>
                  <a:pt x="21611910" y="8905411"/>
                </a:lnTo>
                <a:cubicBezTo>
                  <a:pt x="21667138" y="8879810"/>
                  <a:pt x="21715514" y="8861503"/>
                  <a:pt x="21760506" y="8846806"/>
                </a:cubicBezTo>
                <a:lnTo>
                  <a:pt x="21843174" y="8822973"/>
                </a:lnTo>
                <a:lnTo>
                  <a:pt x="21851450" y="8807923"/>
                </a:lnTo>
                <a:cubicBezTo>
                  <a:pt x="21861942" y="8801856"/>
                  <a:pt x="21879842" y="8798506"/>
                  <a:pt x="21909378" y="8799794"/>
                </a:cubicBezTo>
                <a:lnTo>
                  <a:pt x="21920606" y="8800559"/>
                </a:lnTo>
                <a:lnTo>
                  <a:pt x="21927302" y="8798608"/>
                </a:lnTo>
                <a:lnTo>
                  <a:pt x="21927310" y="8798649"/>
                </a:lnTo>
                <a:lnTo>
                  <a:pt x="21965706" y="8831147"/>
                </a:lnTo>
                <a:lnTo>
                  <a:pt x="21974594" y="8798342"/>
                </a:lnTo>
                <a:lnTo>
                  <a:pt x="21997446" y="8778173"/>
                </a:lnTo>
                <a:lnTo>
                  <a:pt x="22017302" y="8772388"/>
                </a:lnTo>
                <a:cubicBezTo>
                  <a:pt x="22062510" y="8757366"/>
                  <a:pt x="22111222" y="8738574"/>
                  <a:pt x="22166886" y="8712322"/>
                </a:cubicBezTo>
                <a:cubicBezTo>
                  <a:pt x="22147118" y="8712269"/>
                  <a:pt x="22125130" y="8714845"/>
                  <a:pt x="22101706" y="8719089"/>
                </a:cubicBezTo>
                <a:lnTo>
                  <a:pt x="22049538" y="8730941"/>
                </a:lnTo>
                <a:lnTo>
                  <a:pt x="22063962" y="8692052"/>
                </a:lnTo>
                <a:lnTo>
                  <a:pt x="22314474" y="8619211"/>
                </a:lnTo>
                <a:lnTo>
                  <a:pt x="22306386" y="8616289"/>
                </a:lnTo>
                <a:cubicBezTo>
                  <a:pt x="22269234" y="8605436"/>
                  <a:pt x="22167666" y="8577579"/>
                  <a:pt x="22257026" y="8581671"/>
                </a:cubicBezTo>
                <a:cubicBezTo>
                  <a:pt x="22349198" y="8571170"/>
                  <a:pt x="22264502" y="8551695"/>
                  <a:pt x="22265310" y="8522350"/>
                </a:cubicBezTo>
                <a:cubicBezTo>
                  <a:pt x="22276470" y="8517565"/>
                  <a:pt x="22287622" y="8512786"/>
                  <a:pt x="22298782" y="8508008"/>
                </a:cubicBezTo>
                <a:cubicBezTo>
                  <a:pt x="22287622" y="8512786"/>
                  <a:pt x="22416910" y="8417234"/>
                  <a:pt x="22435366" y="8393710"/>
                </a:cubicBezTo>
                <a:cubicBezTo>
                  <a:pt x="22467018" y="8353373"/>
                  <a:pt x="22360990" y="8302884"/>
                  <a:pt x="22341478" y="8297864"/>
                </a:cubicBezTo>
                <a:cubicBezTo>
                  <a:pt x="22333938" y="8258707"/>
                  <a:pt x="22379978" y="8256268"/>
                  <a:pt x="22432186" y="8258155"/>
                </a:cubicBezTo>
                <a:lnTo>
                  <a:pt x="22478154" y="8259364"/>
                </a:lnTo>
                <a:lnTo>
                  <a:pt x="22494050" y="8586277"/>
                </a:lnTo>
                <a:lnTo>
                  <a:pt x="22505814" y="8531087"/>
                </a:lnTo>
                <a:cubicBezTo>
                  <a:pt x="22523178" y="8483048"/>
                  <a:pt x="22591306" y="8364207"/>
                  <a:pt x="22590942" y="8319969"/>
                </a:cubicBezTo>
                <a:cubicBezTo>
                  <a:pt x="22585010" y="8318779"/>
                  <a:pt x="22585330" y="8237879"/>
                  <a:pt x="22596178" y="8176568"/>
                </a:cubicBezTo>
                <a:lnTo>
                  <a:pt x="22601098" y="8156856"/>
                </a:lnTo>
                <a:lnTo>
                  <a:pt x="22637162" y="8153857"/>
                </a:lnTo>
                <a:close/>
                <a:moveTo>
                  <a:pt x="22682202" y="8139425"/>
                </a:moveTo>
                <a:lnTo>
                  <a:pt x="22682202" y="8172414"/>
                </a:lnTo>
                <a:lnTo>
                  <a:pt x="22678102" y="8140739"/>
                </a:lnTo>
                <a:close/>
                <a:moveTo>
                  <a:pt x="8191034" y="8129459"/>
                </a:moveTo>
                <a:cubicBezTo>
                  <a:pt x="8196141" y="8130881"/>
                  <a:pt x="8195439" y="8141321"/>
                  <a:pt x="8180148" y="8165052"/>
                </a:cubicBezTo>
                <a:cubicBezTo>
                  <a:pt x="8174645" y="8173598"/>
                  <a:pt x="8171069" y="8176806"/>
                  <a:pt x="8168813" y="8176805"/>
                </a:cubicBezTo>
                <a:cubicBezTo>
                  <a:pt x="8162031" y="8176811"/>
                  <a:pt x="8167057" y="8147975"/>
                  <a:pt x="8167057" y="8147975"/>
                </a:cubicBezTo>
                <a:cubicBezTo>
                  <a:pt x="8175009" y="8135633"/>
                  <a:pt x="8185928" y="8128037"/>
                  <a:pt x="8191034" y="8129459"/>
                </a:cubicBezTo>
                <a:close/>
                <a:moveTo>
                  <a:pt x="22681534" y="7963534"/>
                </a:moveTo>
                <a:lnTo>
                  <a:pt x="22682202" y="7963738"/>
                </a:lnTo>
                <a:lnTo>
                  <a:pt x="22682202" y="7990643"/>
                </a:lnTo>
                <a:lnTo>
                  <a:pt x="22676866" y="7986828"/>
                </a:lnTo>
                <a:close/>
                <a:moveTo>
                  <a:pt x="8733763" y="7911714"/>
                </a:moveTo>
                <a:lnTo>
                  <a:pt x="8737891" y="7959188"/>
                </a:lnTo>
                <a:lnTo>
                  <a:pt x="8737635" y="7969420"/>
                </a:lnTo>
                <a:lnTo>
                  <a:pt x="8730507" y="7988178"/>
                </a:lnTo>
                <a:cubicBezTo>
                  <a:pt x="8728694" y="7990539"/>
                  <a:pt x="8727497" y="7990280"/>
                  <a:pt x="8726793" y="7988085"/>
                </a:cubicBezTo>
                <a:cubicBezTo>
                  <a:pt x="8726085" y="7985889"/>
                  <a:pt x="8725861" y="7981757"/>
                  <a:pt x="8725986" y="7976364"/>
                </a:cubicBezTo>
                <a:close/>
                <a:moveTo>
                  <a:pt x="9253845" y="6743370"/>
                </a:moveTo>
                <a:lnTo>
                  <a:pt x="9256825" y="6751477"/>
                </a:lnTo>
                <a:lnTo>
                  <a:pt x="9244230" y="6745639"/>
                </a:lnTo>
                <a:close/>
                <a:moveTo>
                  <a:pt x="9168717" y="6686345"/>
                </a:moveTo>
                <a:cubicBezTo>
                  <a:pt x="9206291" y="6693870"/>
                  <a:pt x="9243872" y="6701399"/>
                  <a:pt x="9244230" y="6745639"/>
                </a:cubicBezTo>
                <a:cubicBezTo>
                  <a:pt x="9220503" y="6740880"/>
                  <a:pt x="9218161" y="6696250"/>
                  <a:pt x="9168717" y="6686345"/>
                </a:cubicBezTo>
                <a:close/>
                <a:moveTo>
                  <a:pt x="9568934" y="6390808"/>
                </a:moveTo>
                <a:lnTo>
                  <a:pt x="9574136" y="6392859"/>
                </a:lnTo>
                <a:lnTo>
                  <a:pt x="9567913" y="6397504"/>
                </a:lnTo>
                <a:cubicBezTo>
                  <a:pt x="9566046" y="6398156"/>
                  <a:pt x="9567011" y="6395701"/>
                  <a:pt x="9568934" y="6390808"/>
                </a:cubicBezTo>
                <a:close/>
                <a:moveTo>
                  <a:pt x="10302943" y="6148012"/>
                </a:moveTo>
                <a:lnTo>
                  <a:pt x="10301770" y="6151001"/>
                </a:lnTo>
                <a:cubicBezTo>
                  <a:pt x="10301207" y="6152433"/>
                  <a:pt x="10301346" y="6152077"/>
                  <a:pt x="10301874" y="6150733"/>
                </a:cubicBezTo>
                <a:close/>
                <a:moveTo>
                  <a:pt x="10308523" y="6133797"/>
                </a:moveTo>
                <a:lnTo>
                  <a:pt x="10302943" y="6148012"/>
                </a:lnTo>
                <a:lnTo>
                  <a:pt x="10304301" y="6144549"/>
                </a:lnTo>
                <a:cubicBezTo>
                  <a:pt x="10306272" y="6139531"/>
                  <a:pt x="10308523" y="6133797"/>
                  <a:pt x="10308523" y="6133797"/>
                </a:cubicBezTo>
                <a:close/>
                <a:moveTo>
                  <a:pt x="9777447" y="6099896"/>
                </a:moveTo>
                <a:cubicBezTo>
                  <a:pt x="9777447" y="6099896"/>
                  <a:pt x="9768440" y="6122845"/>
                  <a:pt x="9770684" y="6117110"/>
                </a:cubicBezTo>
                <a:cubicBezTo>
                  <a:pt x="9771438" y="6115200"/>
                  <a:pt x="9773445" y="6110095"/>
                  <a:pt x="9777447" y="6099896"/>
                </a:cubicBezTo>
                <a:close/>
                <a:moveTo>
                  <a:pt x="9746292" y="6017950"/>
                </a:moveTo>
                <a:cubicBezTo>
                  <a:pt x="9761357" y="6018725"/>
                  <a:pt x="9763128" y="6032643"/>
                  <a:pt x="9753998" y="6055897"/>
                </a:cubicBezTo>
                <a:cubicBezTo>
                  <a:pt x="9737185" y="6065973"/>
                  <a:pt x="9726357" y="6067620"/>
                  <a:pt x="9721736" y="6061649"/>
                </a:cubicBezTo>
                <a:cubicBezTo>
                  <a:pt x="9717113" y="6055684"/>
                  <a:pt x="9718696" y="6042099"/>
                  <a:pt x="9726706" y="6021698"/>
                </a:cubicBezTo>
                <a:cubicBezTo>
                  <a:pt x="9734772" y="6018894"/>
                  <a:pt x="9741271" y="6017691"/>
                  <a:pt x="9746292" y="6017950"/>
                </a:cubicBezTo>
                <a:close/>
                <a:moveTo>
                  <a:pt x="9771120" y="5916766"/>
                </a:moveTo>
                <a:cubicBezTo>
                  <a:pt x="9770952" y="5918586"/>
                  <a:pt x="9762732" y="5927709"/>
                  <a:pt x="9739014" y="5951022"/>
                </a:cubicBezTo>
                <a:cubicBezTo>
                  <a:pt x="9739014" y="5951022"/>
                  <a:pt x="9746350" y="5939632"/>
                  <a:pt x="9754908" y="5926345"/>
                </a:cubicBezTo>
                <a:cubicBezTo>
                  <a:pt x="9763402" y="5920435"/>
                  <a:pt x="9771288" y="5914948"/>
                  <a:pt x="9771120" y="5916766"/>
                </a:cubicBezTo>
                <a:close/>
                <a:moveTo>
                  <a:pt x="11227325" y="5632876"/>
                </a:moveTo>
                <a:lnTo>
                  <a:pt x="11230147" y="5632951"/>
                </a:lnTo>
                <a:cubicBezTo>
                  <a:pt x="11222804" y="5644345"/>
                  <a:pt x="11237362" y="5634213"/>
                  <a:pt x="11230021" y="5645612"/>
                </a:cubicBezTo>
                <a:lnTo>
                  <a:pt x="11223978" y="5652457"/>
                </a:lnTo>
                <a:lnTo>
                  <a:pt x="11219435" y="5654430"/>
                </a:lnTo>
                <a:lnTo>
                  <a:pt x="11224410" y="5636804"/>
                </a:lnTo>
                <a:close/>
                <a:moveTo>
                  <a:pt x="11135314" y="5022224"/>
                </a:moveTo>
                <a:cubicBezTo>
                  <a:pt x="11143096" y="5022018"/>
                  <a:pt x="11146266" y="5022616"/>
                  <a:pt x="11145687" y="5023846"/>
                </a:cubicBezTo>
                <a:cubicBezTo>
                  <a:pt x="11143372" y="5028761"/>
                  <a:pt x="11081073" y="5043760"/>
                  <a:pt x="11013978" y="5057668"/>
                </a:cubicBezTo>
                <a:cubicBezTo>
                  <a:pt x="11026684" y="5049237"/>
                  <a:pt x="11026684" y="5049237"/>
                  <a:pt x="11037203" y="5033720"/>
                </a:cubicBezTo>
                <a:cubicBezTo>
                  <a:pt x="11026684" y="5049237"/>
                  <a:pt x="10932786" y="5058868"/>
                  <a:pt x="10917482" y="5050520"/>
                </a:cubicBezTo>
                <a:cubicBezTo>
                  <a:pt x="11047118" y="5030704"/>
                  <a:pt x="11111966" y="5022844"/>
                  <a:pt x="11135314" y="5022224"/>
                </a:cubicBezTo>
                <a:close/>
                <a:moveTo>
                  <a:pt x="11363594" y="4992908"/>
                </a:moveTo>
                <a:lnTo>
                  <a:pt x="11343650" y="5059699"/>
                </a:lnTo>
                <a:lnTo>
                  <a:pt x="11295874" y="5096594"/>
                </a:lnTo>
                <a:cubicBezTo>
                  <a:pt x="11258832" y="5124136"/>
                  <a:pt x="11218582" y="5151034"/>
                  <a:pt x="11182177" y="5165818"/>
                </a:cubicBezTo>
                <a:cubicBezTo>
                  <a:pt x="11137947" y="5190084"/>
                  <a:pt x="11125571" y="5171041"/>
                  <a:pt x="11087416" y="5190309"/>
                </a:cubicBezTo>
                <a:lnTo>
                  <a:pt x="11069923" y="5202855"/>
                </a:lnTo>
                <a:lnTo>
                  <a:pt x="11065281" y="5193419"/>
                </a:lnTo>
                <a:cubicBezTo>
                  <a:pt x="11046626" y="5178621"/>
                  <a:pt x="11011022" y="5207223"/>
                  <a:pt x="10951268" y="5240332"/>
                </a:cubicBezTo>
                <a:cubicBezTo>
                  <a:pt x="10926104" y="5245037"/>
                  <a:pt x="10910130" y="5239563"/>
                  <a:pt x="10900249" y="5227291"/>
                </a:cubicBezTo>
                <a:cubicBezTo>
                  <a:pt x="10880491" y="5202749"/>
                  <a:pt x="10885115" y="5151016"/>
                  <a:pt x="10889355" y="5099120"/>
                </a:cubicBezTo>
                <a:lnTo>
                  <a:pt x="10890480" y="5070932"/>
                </a:lnTo>
                <a:lnTo>
                  <a:pt x="10911472" y="5071407"/>
                </a:lnTo>
                <a:cubicBezTo>
                  <a:pt x="10938718" y="5069877"/>
                  <a:pt x="10976617" y="5064661"/>
                  <a:pt x="11013978" y="5057668"/>
                </a:cubicBezTo>
                <a:lnTo>
                  <a:pt x="10993067" y="5076604"/>
                </a:lnTo>
                <a:lnTo>
                  <a:pt x="11030646" y="5080479"/>
                </a:lnTo>
                <a:cubicBezTo>
                  <a:pt x="11058718" y="5076366"/>
                  <a:pt x="11094574" y="5064036"/>
                  <a:pt x="11132957" y="5049607"/>
                </a:cubicBezTo>
                <a:lnTo>
                  <a:pt x="11181719" y="5031558"/>
                </a:lnTo>
                <a:lnTo>
                  <a:pt x="11191738" y="5038931"/>
                </a:lnTo>
                <a:cubicBezTo>
                  <a:pt x="11217597" y="5033075"/>
                  <a:pt x="11256976" y="5018876"/>
                  <a:pt x="11293383" y="5004085"/>
                </a:cubicBezTo>
                <a:close/>
                <a:moveTo>
                  <a:pt x="11411712" y="4988314"/>
                </a:moveTo>
                <a:lnTo>
                  <a:pt x="11404070" y="5019102"/>
                </a:lnTo>
                <a:lnTo>
                  <a:pt x="11390293" y="5023500"/>
                </a:lnTo>
                <a:lnTo>
                  <a:pt x="11363454" y="5044343"/>
                </a:lnTo>
                <a:lnTo>
                  <a:pt x="11366807" y="5032195"/>
                </a:lnTo>
                <a:lnTo>
                  <a:pt x="11374409" y="4991186"/>
                </a:lnTo>
                <a:lnTo>
                  <a:pt x="11379747" y="4990335"/>
                </a:lnTo>
                <a:close/>
                <a:moveTo>
                  <a:pt x="11450449" y="4985870"/>
                </a:moveTo>
                <a:lnTo>
                  <a:pt x="11459623" y="4987300"/>
                </a:lnTo>
                <a:lnTo>
                  <a:pt x="11455829" y="5000568"/>
                </a:lnTo>
                <a:lnTo>
                  <a:pt x="11442606" y="5006812"/>
                </a:lnTo>
                <a:lnTo>
                  <a:pt x="11438138" y="5008235"/>
                </a:lnTo>
                <a:lnTo>
                  <a:pt x="11442913" y="4986346"/>
                </a:lnTo>
                <a:close/>
                <a:moveTo>
                  <a:pt x="11357116" y="4983878"/>
                </a:moveTo>
                <a:lnTo>
                  <a:pt x="11293383" y="5004085"/>
                </a:lnTo>
                <a:lnTo>
                  <a:pt x="11276434" y="5000691"/>
                </a:lnTo>
                <a:close/>
                <a:moveTo>
                  <a:pt x="11520569" y="4774171"/>
                </a:moveTo>
                <a:lnTo>
                  <a:pt x="11509328" y="4813480"/>
                </a:lnTo>
                <a:lnTo>
                  <a:pt x="11485248" y="4820367"/>
                </a:lnTo>
                <a:lnTo>
                  <a:pt x="11496230" y="4780759"/>
                </a:lnTo>
                <a:close/>
                <a:moveTo>
                  <a:pt x="11643715" y="4741070"/>
                </a:moveTo>
                <a:lnTo>
                  <a:pt x="11633896" y="4777861"/>
                </a:lnTo>
                <a:lnTo>
                  <a:pt x="11590866" y="4790166"/>
                </a:lnTo>
                <a:lnTo>
                  <a:pt x="11591789" y="4786590"/>
                </a:lnTo>
                <a:lnTo>
                  <a:pt x="11601303" y="4752319"/>
                </a:lnTo>
                <a:lnTo>
                  <a:pt x="11639071" y="4742096"/>
                </a:lnTo>
                <a:close/>
                <a:moveTo>
                  <a:pt x="11809383" y="4722480"/>
                </a:moveTo>
                <a:lnTo>
                  <a:pt x="11801399" y="4735962"/>
                </a:lnTo>
                <a:lnTo>
                  <a:pt x="11788082" y="4734634"/>
                </a:lnTo>
                <a:lnTo>
                  <a:pt x="11788772" y="4731497"/>
                </a:lnTo>
                <a:close/>
                <a:moveTo>
                  <a:pt x="11756165" y="4716195"/>
                </a:moveTo>
                <a:lnTo>
                  <a:pt x="11759967" y="4735040"/>
                </a:lnTo>
                <a:lnTo>
                  <a:pt x="11754396" y="4735266"/>
                </a:lnTo>
                <a:lnTo>
                  <a:pt x="11727826" y="4746347"/>
                </a:lnTo>
                <a:lnTo>
                  <a:pt x="11727646" y="4722504"/>
                </a:lnTo>
                <a:close/>
                <a:moveTo>
                  <a:pt x="11892490" y="4693008"/>
                </a:moveTo>
                <a:lnTo>
                  <a:pt x="11879383" y="4724072"/>
                </a:lnTo>
                <a:lnTo>
                  <a:pt x="11851680" y="4729954"/>
                </a:lnTo>
                <a:lnTo>
                  <a:pt x="11845000" y="4725661"/>
                </a:lnTo>
                <a:cubicBezTo>
                  <a:pt x="11838794" y="4721048"/>
                  <a:pt x="11832893" y="4717149"/>
                  <a:pt x="11827434" y="4715297"/>
                </a:cubicBezTo>
                <a:lnTo>
                  <a:pt x="11825119" y="4715594"/>
                </a:lnTo>
                <a:lnTo>
                  <a:pt x="11862845" y="4699086"/>
                </a:lnTo>
                <a:close/>
                <a:moveTo>
                  <a:pt x="11927521" y="4685823"/>
                </a:moveTo>
                <a:lnTo>
                  <a:pt x="11942199" y="4687285"/>
                </a:lnTo>
                <a:lnTo>
                  <a:pt x="11938189" y="4697605"/>
                </a:lnTo>
                <a:lnTo>
                  <a:pt x="11934917" y="4702586"/>
                </a:lnTo>
                <a:lnTo>
                  <a:pt x="11935830" y="4703683"/>
                </a:lnTo>
                <a:lnTo>
                  <a:pt x="11932270" y="4712848"/>
                </a:lnTo>
                <a:lnTo>
                  <a:pt x="11917773" y="4715927"/>
                </a:lnTo>
                <a:lnTo>
                  <a:pt x="11921494" y="4687059"/>
                </a:lnTo>
                <a:close/>
                <a:moveTo>
                  <a:pt x="11573698" y="4600916"/>
                </a:moveTo>
                <a:lnTo>
                  <a:pt x="11557240" y="4652675"/>
                </a:lnTo>
                <a:lnTo>
                  <a:pt x="11527145" y="4661464"/>
                </a:lnTo>
                <a:lnTo>
                  <a:pt x="11539132" y="4614801"/>
                </a:lnTo>
                <a:lnTo>
                  <a:pt x="11540063" y="4608089"/>
                </a:lnTo>
                <a:close/>
                <a:moveTo>
                  <a:pt x="11623875" y="4590129"/>
                </a:moveTo>
                <a:lnTo>
                  <a:pt x="11609072" y="4622806"/>
                </a:lnTo>
                <a:lnTo>
                  <a:pt x="11592938" y="4642246"/>
                </a:lnTo>
                <a:lnTo>
                  <a:pt x="11576822" y="4646952"/>
                </a:lnTo>
                <a:lnTo>
                  <a:pt x="11576645" y="4644864"/>
                </a:lnTo>
                <a:cubicBezTo>
                  <a:pt x="11578922" y="4633346"/>
                  <a:pt x="11583414" y="4616768"/>
                  <a:pt x="11588631" y="4599061"/>
                </a:cubicBezTo>
                <a:lnTo>
                  <a:pt x="11589072" y="4597639"/>
                </a:lnTo>
                <a:lnTo>
                  <a:pt x="11619640" y="4591123"/>
                </a:lnTo>
                <a:close/>
                <a:moveTo>
                  <a:pt x="11684303" y="4575928"/>
                </a:moveTo>
                <a:lnTo>
                  <a:pt x="11671908" y="4602303"/>
                </a:lnTo>
                <a:lnTo>
                  <a:pt x="11667796" y="4620379"/>
                </a:lnTo>
                <a:lnTo>
                  <a:pt x="11635302" y="4629870"/>
                </a:lnTo>
                <a:lnTo>
                  <a:pt x="11647906" y="4584481"/>
                </a:lnTo>
                <a:close/>
                <a:moveTo>
                  <a:pt x="11902423" y="4525918"/>
                </a:moveTo>
                <a:lnTo>
                  <a:pt x="11836714" y="4568264"/>
                </a:lnTo>
                <a:lnTo>
                  <a:pt x="11827244" y="4575239"/>
                </a:lnTo>
                <a:lnTo>
                  <a:pt x="11811244" y="4578473"/>
                </a:lnTo>
                <a:lnTo>
                  <a:pt x="11725583" y="4603497"/>
                </a:lnTo>
                <a:lnTo>
                  <a:pt x="11719406" y="4596122"/>
                </a:lnTo>
                <a:lnTo>
                  <a:pt x="11709879" y="4591847"/>
                </a:lnTo>
                <a:lnTo>
                  <a:pt x="11713969" y="4580315"/>
                </a:lnTo>
                <a:lnTo>
                  <a:pt x="11715030" y="4568706"/>
                </a:lnTo>
                <a:lnTo>
                  <a:pt x="11855170" y="4535772"/>
                </a:lnTo>
                <a:close/>
                <a:moveTo>
                  <a:pt x="11601413" y="4513769"/>
                </a:moveTo>
                <a:lnTo>
                  <a:pt x="11586210" y="4561571"/>
                </a:lnTo>
                <a:lnTo>
                  <a:pt x="11544165" y="4578417"/>
                </a:lnTo>
                <a:lnTo>
                  <a:pt x="11551294" y="4526863"/>
                </a:lnTo>
                <a:close/>
                <a:moveTo>
                  <a:pt x="11667638" y="4496468"/>
                </a:moveTo>
                <a:lnTo>
                  <a:pt x="11667399" y="4500632"/>
                </a:lnTo>
                <a:lnTo>
                  <a:pt x="11641816" y="4517098"/>
                </a:lnTo>
                <a:lnTo>
                  <a:pt x="11639477" y="4527406"/>
                </a:lnTo>
                <a:cubicBezTo>
                  <a:pt x="11643146" y="4521710"/>
                  <a:pt x="11644016" y="4525164"/>
                  <a:pt x="11642538" y="4534050"/>
                </a:cubicBezTo>
                <a:lnTo>
                  <a:pt x="11640829" y="4540127"/>
                </a:lnTo>
                <a:lnTo>
                  <a:pt x="11631740" y="4543334"/>
                </a:lnTo>
                <a:lnTo>
                  <a:pt x="11602286" y="4555133"/>
                </a:lnTo>
                <a:lnTo>
                  <a:pt x="11604974" y="4546491"/>
                </a:lnTo>
                <a:cubicBezTo>
                  <a:pt x="11610156" y="4530461"/>
                  <a:pt x="11614578" y="4517236"/>
                  <a:pt x="11616751" y="4510748"/>
                </a:cubicBezTo>
                <a:lnTo>
                  <a:pt x="11616971" y="4509704"/>
                </a:lnTo>
                <a:close/>
                <a:moveTo>
                  <a:pt x="11978907" y="4413358"/>
                </a:moveTo>
                <a:lnTo>
                  <a:pt x="11979025" y="4429698"/>
                </a:lnTo>
                <a:lnTo>
                  <a:pt x="11864758" y="4461098"/>
                </a:lnTo>
                <a:lnTo>
                  <a:pt x="11662328" y="4532541"/>
                </a:lnTo>
                <a:lnTo>
                  <a:pt x="11672713" y="4495143"/>
                </a:lnTo>
                <a:lnTo>
                  <a:pt x="11809745" y="4459346"/>
                </a:lnTo>
                <a:close/>
                <a:moveTo>
                  <a:pt x="12643817" y="3576737"/>
                </a:moveTo>
                <a:lnTo>
                  <a:pt x="12644102" y="3581672"/>
                </a:lnTo>
                <a:lnTo>
                  <a:pt x="12671677" y="3594409"/>
                </a:lnTo>
                <a:lnTo>
                  <a:pt x="12652566" y="3602096"/>
                </a:lnTo>
                <a:cubicBezTo>
                  <a:pt x="12625682" y="3611036"/>
                  <a:pt x="12599578" y="3617326"/>
                  <a:pt x="12592164" y="3622242"/>
                </a:cubicBezTo>
                <a:lnTo>
                  <a:pt x="12384069" y="3678501"/>
                </a:lnTo>
                <a:lnTo>
                  <a:pt x="12382972" y="3655967"/>
                </a:lnTo>
                <a:lnTo>
                  <a:pt x="12559806" y="3608128"/>
                </a:lnTo>
                <a:cubicBezTo>
                  <a:pt x="12566263" y="3606333"/>
                  <a:pt x="12580784" y="3600704"/>
                  <a:pt x="12598577" y="3593794"/>
                </a:cubicBezTo>
                <a:close/>
                <a:moveTo>
                  <a:pt x="12845326" y="3141403"/>
                </a:moveTo>
                <a:lnTo>
                  <a:pt x="12854703" y="3171585"/>
                </a:lnTo>
                <a:lnTo>
                  <a:pt x="12849194" y="3173186"/>
                </a:lnTo>
                <a:lnTo>
                  <a:pt x="12811497" y="3149554"/>
                </a:lnTo>
                <a:lnTo>
                  <a:pt x="12831569" y="3144994"/>
                </a:lnTo>
                <a:close/>
                <a:moveTo>
                  <a:pt x="13007440" y="3101587"/>
                </a:moveTo>
                <a:cubicBezTo>
                  <a:pt x="13021858" y="3100787"/>
                  <a:pt x="13017615" y="3106038"/>
                  <a:pt x="13005137" y="3113650"/>
                </a:cubicBezTo>
                <a:lnTo>
                  <a:pt x="12983032" y="3125274"/>
                </a:lnTo>
                <a:lnTo>
                  <a:pt x="12965108" y="3110109"/>
                </a:lnTo>
                <a:lnTo>
                  <a:pt x="12986414" y="3104542"/>
                </a:lnTo>
                <a:cubicBezTo>
                  <a:pt x="12995754" y="3102793"/>
                  <a:pt x="13002634" y="3101854"/>
                  <a:pt x="13007440" y="3101587"/>
                </a:cubicBezTo>
                <a:close/>
                <a:moveTo>
                  <a:pt x="13064010" y="3081892"/>
                </a:moveTo>
                <a:cubicBezTo>
                  <a:pt x="13068679" y="3080751"/>
                  <a:pt x="13071979" y="3080961"/>
                  <a:pt x="13072045" y="3083320"/>
                </a:cubicBezTo>
                <a:cubicBezTo>
                  <a:pt x="13072135" y="3086462"/>
                  <a:pt x="13066466" y="3093422"/>
                  <a:pt x="13050604" y="3106082"/>
                </a:cubicBezTo>
                <a:cubicBezTo>
                  <a:pt x="13037893" y="3114515"/>
                  <a:pt x="13048420" y="3098987"/>
                  <a:pt x="13035712" y="3107422"/>
                </a:cubicBezTo>
                <a:cubicBezTo>
                  <a:pt x="13027712" y="3103120"/>
                  <a:pt x="13036731" y="3094733"/>
                  <a:pt x="13047773" y="3088613"/>
                </a:cubicBezTo>
                <a:cubicBezTo>
                  <a:pt x="13053305" y="3085543"/>
                  <a:pt x="13059342" y="3083038"/>
                  <a:pt x="13064010" y="3081892"/>
                </a:cubicBezTo>
                <a:close/>
                <a:moveTo>
                  <a:pt x="12899799" y="3072835"/>
                </a:moveTo>
                <a:cubicBezTo>
                  <a:pt x="12902344" y="3071783"/>
                  <a:pt x="12901405" y="3073872"/>
                  <a:pt x="12893844" y="3082006"/>
                </a:cubicBezTo>
                <a:lnTo>
                  <a:pt x="12878022" y="3098016"/>
                </a:lnTo>
                <a:lnTo>
                  <a:pt x="12874142" y="3099148"/>
                </a:lnTo>
                <a:lnTo>
                  <a:pt x="12884860" y="3082513"/>
                </a:lnTo>
                <a:cubicBezTo>
                  <a:pt x="12891228" y="3078081"/>
                  <a:pt x="12897255" y="3073887"/>
                  <a:pt x="12899799" y="3072835"/>
                </a:cubicBezTo>
                <a:close/>
                <a:moveTo>
                  <a:pt x="13269630" y="2960988"/>
                </a:moveTo>
                <a:cubicBezTo>
                  <a:pt x="13270743" y="2965389"/>
                  <a:pt x="13222533" y="3012311"/>
                  <a:pt x="13247542" y="2975444"/>
                </a:cubicBezTo>
                <a:cubicBezTo>
                  <a:pt x="13263409" y="2962784"/>
                  <a:pt x="13269262" y="2959522"/>
                  <a:pt x="13269630" y="2960988"/>
                </a:cubicBezTo>
                <a:close/>
                <a:moveTo>
                  <a:pt x="13382781" y="2933461"/>
                </a:moveTo>
                <a:lnTo>
                  <a:pt x="13383507" y="2940696"/>
                </a:lnTo>
                <a:lnTo>
                  <a:pt x="13367275" y="2958634"/>
                </a:lnTo>
                <a:cubicBezTo>
                  <a:pt x="13367275" y="2958634"/>
                  <a:pt x="13372435" y="2948449"/>
                  <a:pt x="13377868" y="2939153"/>
                </a:cubicBezTo>
                <a:close/>
                <a:moveTo>
                  <a:pt x="13097871" y="2904812"/>
                </a:moveTo>
                <a:lnTo>
                  <a:pt x="13092475" y="2912997"/>
                </a:lnTo>
                <a:cubicBezTo>
                  <a:pt x="13091102" y="2915075"/>
                  <a:pt x="13091446" y="2914558"/>
                  <a:pt x="13092727" y="2912610"/>
                </a:cubicBezTo>
                <a:close/>
                <a:moveTo>
                  <a:pt x="13099006" y="2903092"/>
                </a:moveTo>
                <a:lnTo>
                  <a:pt x="13098639" y="2903647"/>
                </a:lnTo>
                <a:lnTo>
                  <a:pt x="13097871" y="2904812"/>
                </a:lnTo>
                <a:close/>
                <a:moveTo>
                  <a:pt x="13108909" y="2888069"/>
                </a:moveTo>
                <a:lnTo>
                  <a:pt x="13099006" y="2903092"/>
                </a:lnTo>
                <a:lnTo>
                  <a:pt x="13105569" y="2893134"/>
                </a:lnTo>
                <a:cubicBezTo>
                  <a:pt x="13107539" y="2890148"/>
                  <a:pt x="13108909" y="2888069"/>
                  <a:pt x="13108909" y="2888069"/>
                </a:cubicBezTo>
                <a:close/>
                <a:moveTo>
                  <a:pt x="13554293" y="2882509"/>
                </a:moveTo>
                <a:lnTo>
                  <a:pt x="13551272" y="2904546"/>
                </a:lnTo>
                <a:lnTo>
                  <a:pt x="13513315" y="2914416"/>
                </a:lnTo>
                <a:cubicBezTo>
                  <a:pt x="13488014" y="2922304"/>
                  <a:pt x="13469338" y="2925801"/>
                  <a:pt x="13464800" y="2911019"/>
                </a:cubicBezTo>
                <a:close/>
                <a:moveTo>
                  <a:pt x="13443919" y="2753693"/>
                </a:moveTo>
                <a:lnTo>
                  <a:pt x="13440305" y="2758300"/>
                </a:lnTo>
                <a:cubicBezTo>
                  <a:pt x="13438698" y="2760346"/>
                  <a:pt x="13439766" y="2758983"/>
                  <a:pt x="13441909" y="2756253"/>
                </a:cubicBezTo>
                <a:close/>
                <a:moveTo>
                  <a:pt x="13454760" y="2739874"/>
                </a:moveTo>
                <a:lnTo>
                  <a:pt x="13443919" y="2753693"/>
                </a:lnTo>
                <a:lnTo>
                  <a:pt x="13449947" y="2746008"/>
                </a:lnTo>
                <a:cubicBezTo>
                  <a:pt x="13452625" y="2742595"/>
                  <a:pt x="13454760" y="2739874"/>
                  <a:pt x="13454760" y="2739874"/>
                </a:cubicBezTo>
                <a:close/>
                <a:moveTo>
                  <a:pt x="14139333" y="1704188"/>
                </a:moveTo>
                <a:lnTo>
                  <a:pt x="14135628" y="1716404"/>
                </a:lnTo>
                <a:cubicBezTo>
                  <a:pt x="14118884" y="1730268"/>
                  <a:pt x="14101671" y="1735689"/>
                  <a:pt x="14084781" y="1736028"/>
                </a:cubicBezTo>
                <a:lnTo>
                  <a:pt x="14054822" y="1729339"/>
                </a:lnTo>
                <a:close/>
                <a:moveTo>
                  <a:pt x="14064090" y="1654103"/>
                </a:moveTo>
                <a:lnTo>
                  <a:pt x="14067327" y="1654792"/>
                </a:lnTo>
                <a:lnTo>
                  <a:pt x="14061490" y="1656047"/>
                </a:lnTo>
                <a:close/>
                <a:moveTo>
                  <a:pt x="13978349" y="1646896"/>
                </a:moveTo>
                <a:lnTo>
                  <a:pt x="14017699" y="1650052"/>
                </a:lnTo>
                <a:lnTo>
                  <a:pt x="13988678" y="1651977"/>
                </a:lnTo>
                <a:cubicBezTo>
                  <a:pt x="13977556" y="1651951"/>
                  <a:pt x="13968816" y="1650991"/>
                  <a:pt x="13964990" y="1648905"/>
                </a:cubicBezTo>
                <a:close/>
                <a:moveTo>
                  <a:pt x="13402276" y="1630463"/>
                </a:moveTo>
                <a:lnTo>
                  <a:pt x="13400290" y="1633511"/>
                </a:lnTo>
                <a:cubicBezTo>
                  <a:pt x="13399015" y="1635469"/>
                  <a:pt x="13399335" y="1634978"/>
                  <a:pt x="13400530" y="1633142"/>
                </a:cubicBezTo>
                <a:close/>
                <a:moveTo>
                  <a:pt x="13405495" y="1625525"/>
                </a:moveTo>
                <a:lnTo>
                  <a:pt x="13402276" y="1630463"/>
                </a:lnTo>
                <a:lnTo>
                  <a:pt x="13405182" y="1626005"/>
                </a:lnTo>
                <a:close/>
                <a:moveTo>
                  <a:pt x="13407395" y="1622610"/>
                </a:moveTo>
                <a:lnTo>
                  <a:pt x="13405495" y="1625525"/>
                </a:lnTo>
                <a:lnTo>
                  <a:pt x="13406035" y="1624695"/>
                </a:lnTo>
                <a:close/>
                <a:moveTo>
                  <a:pt x="13415609" y="1610006"/>
                </a:moveTo>
                <a:cubicBezTo>
                  <a:pt x="13415609" y="1610006"/>
                  <a:pt x="13414332" y="1611965"/>
                  <a:pt x="13412497" y="1614780"/>
                </a:cubicBezTo>
                <a:lnTo>
                  <a:pt x="13407395" y="1622610"/>
                </a:lnTo>
                <a:close/>
                <a:moveTo>
                  <a:pt x="13379920" y="1609709"/>
                </a:moveTo>
                <a:lnTo>
                  <a:pt x="13377639" y="1613171"/>
                </a:lnTo>
                <a:cubicBezTo>
                  <a:pt x="13375209" y="1616862"/>
                  <a:pt x="13373988" y="1618710"/>
                  <a:pt x="13375814" y="1615940"/>
                </a:cubicBezTo>
                <a:close/>
                <a:moveTo>
                  <a:pt x="13392247" y="1591018"/>
                </a:moveTo>
                <a:lnTo>
                  <a:pt x="13379920" y="1609709"/>
                </a:lnTo>
                <a:lnTo>
                  <a:pt x="13386767" y="1599327"/>
                </a:lnTo>
                <a:cubicBezTo>
                  <a:pt x="13389810" y="1594709"/>
                  <a:pt x="13392247" y="1591018"/>
                  <a:pt x="13392247" y="1591018"/>
                </a:cubicBezTo>
                <a:close/>
                <a:moveTo>
                  <a:pt x="13267377" y="1586068"/>
                </a:moveTo>
                <a:cubicBezTo>
                  <a:pt x="13217043" y="1637956"/>
                  <a:pt x="13227573" y="1622431"/>
                  <a:pt x="13239856" y="1604327"/>
                </a:cubicBezTo>
                <a:cubicBezTo>
                  <a:pt x="13254675" y="1594496"/>
                  <a:pt x="13267377" y="1586068"/>
                  <a:pt x="13267377" y="1586068"/>
                </a:cubicBezTo>
                <a:close/>
                <a:moveTo>
                  <a:pt x="13378567" y="1557351"/>
                </a:moveTo>
                <a:cubicBezTo>
                  <a:pt x="13386365" y="1555892"/>
                  <a:pt x="13392190" y="1556184"/>
                  <a:pt x="13395923" y="1558211"/>
                </a:cubicBezTo>
                <a:cubicBezTo>
                  <a:pt x="13403391" y="1562261"/>
                  <a:pt x="13402486" y="1573244"/>
                  <a:pt x="13392247" y="1591018"/>
                </a:cubicBezTo>
                <a:cubicBezTo>
                  <a:pt x="13356910" y="1606161"/>
                  <a:pt x="13339269" y="1600332"/>
                  <a:pt x="13349377" y="1567000"/>
                </a:cubicBezTo>
                <a:cubicBezTo>
                  <a:pt x="13361000" y="1562021"/>
                  <a:pt x="13370771" y="1558810"/>
                  <a:pt x="13378567" y="1557351"/>
                </a:cubicBezTo>
                <a:close/>
                <a:moveTo>
                  <a:pt x="13776483" y="1372268"/>
                </a:moveTo>
                <a:lnTo>
                  <a:pt x="13771616" y="1378935"/>
                </a:lnTo>
                <a:lnTo>
                  <a:pt x="13768703" y="1373932"/>
                </a:lnTo>
                <a:cubicBezTo>
                  <a:pt x="13774282" y="1371540"/>
                  <a:pt x="13777070" y="1370348"/>
                  <a:pt x="13776483" y="1372268"/>
                </a:cubicBezTo>
                <a:close/>
                <a:moveTo>
                  <a:pt x="14820278" y="965549"/>
                </a:moveTo>
                <a:lnTo>
                  <a:pt x="14837006" y="981543"/>
                </a:lnTo>
                <a:cubicBezTo>
                  <a:pt x="14840596" y="988228"/>
                  <a:pt x="14840388" y="995569"/>
                  <a:pt x="14832518" y="1002844"/>
                </a:cubicBezTo>
                <a:cubicBezTo>
                  <a:pt x="14813791" y="1022580"/>
                  <a:pt x="14797733" y="1020254"/>
                  <a:pt x="14785590" y="1011389"/>
                </a:cubicBezTo>
                <a:cubicBezTo>
                  <a:pt x="14773448" y="1002525"/>
                  <a:pt x="14765224" y="987124"/>
                  <a:pt x="14762169" y="980716"/>
                </a:cubicBezTo>
                <a:lnTo>
                  <a:pt x="14761131" y="978428"/>
                </a:lnTo>
                <a:close/>
                <a:moveTo>
                  <a:pt x="14608175" y="928691"/>
                </a:moveTo>
                <a:lnTo>
                  <a:pt x="14621194" y="938494"/>
                </a:lnTo>
                <a:cubicBezTo>
                  <a:pt x="14635153" y="944789"/>
                  <a:pt x="14655066" y="947825"/>
                  <a:pt x="14677211" y="949490"/>
                </a:cubicBezTo>
                <a:lnTo>
                  <a:pt x="14727279" y="952715"/>
                </a:lnTo>
                <a:lnTo>
                  <a:pt x="14691833" y="963485"/>
                </a:lnTo>
                <a:lnTo>
                  <a:pt x="14636364" y="947474"/>
                </a:lnTo>
                <a:lnTo>
                  <a:pt x="14590684" y="933745"/>
                </a:lnTo>
                <a:close/>
                <a:moveTo>
                  <a:pt x="15094043" y="790059"/>
                </a:moveTo>
                <a:lnTo>
                  <a:pt x="15094048" y="790059"/>
                </a:lnTo>
                <a:lnTo>
                  <a:pt x="15088515" y="798545"/>
                </a:lnTo>
                <a:cubicBezTo>
                  <a:pt x="15087237" y="800504"/>
                  <a:pt x="15087558" y="800015"/>
                  <a:pt x="15088749" y="798184"/>
                </a:cubicBezTo>
                <a:close/>
                <a:moveTo>
                  <a:pt x="15392538" y="285783"/>
                </a:moveTo>
                <a:lnTo>
                  <a:pt x="15392324" y="287498"/>
                </a:lnTo>
                <a:lnTo>
                  <a:pt x="15364910" y="294909"/>
                </a:lnTo>
                <a:lnTo>
                  <a:pt x="15357171" y="297384"/>
                </a:lnTo>
                <a:lnTo>
                  <a:pt x="15357321" y="297628"/>
                </a:lnTo>
                <a:cubicBezTo>
                  <a:pt x="15371066" y="314322"/>
                  <a:pt x="15380613" y="324176"/>
                  <a:pt x="15342436" y="319346"/>
                </a:cubicBezTo>
                <a:lnTo>
                  <a:pt x="15293938" y="323378"/>
                </a:lnTo>
                <a:lnTo>
                  <a:pt x="15295907" y="303982"/>
                </a:lnTo>
                <a:lnTo>
                  <a:pt x="15359423" y="294977"/>
                </a:lnTo>
                <a:close/>
                <a:moveTo>
                  <a:pt x="15340736" y="261183"/>
                </a:moveTo>
                <a:lnTo>
                  <a:pt x="15339001" y="268426"/>
                </a:lnTo>
                <a:lnTo>
                  <a:pt x="15344725" y="277554"/>
                </a:lnTo>
                <a:lnTo>
                  <a:pt x="15363904" y="272358"/>
                </a:lnTo>
                <a:lnTo>
                  <a:pt x="15296398" y="296029"/>
                </a:lnTo>
                <a:lnTo>
                  <a:pt x="15295687" y="275575"/>
                </a:lnTo>
                <a:close/>
                <a:moveTo>
                  <a:pt x="15404332" y="168624"/>
                </a:moveTo>
                <a:lnTo>
                  <a:pt x="15403921" y="173400"/>
                </a:lnTo>
                <a:lnTo>
                  <a:pt x="15384099" y="180859"/>
                </a:lnTo>
                <a:lnTo>
                  <a:pt x="15404130" y="168646"/>
                </a:lnTo>
                <a:close/>
                <a:moveTo>
                  <a:pt x="0" y="0"/>
                </a:moveTo>
                <a:lnTo>
                  <a:pt x="1446785" y="0"/>
                </a:lnTo>
                <a:lnTo>
                  <a:pt x="3795715" y="0"/>
                </a:lnTo>
                <a:lnTo>
                  <a:pt x="15170986" y="0"/>
                </a:lnTo>
                <a:lnTo>
                  <a:pt x="15147770" y="6924"/>
                </a:lnTo>
                <a:cubicBezTo>
                  <a:pt x="15022630" y="42437"/>
                  <a:pt x="14897029" y="81637"/>
                  <a:pt x="14766432" y="141943"/>
                </a:cubicBezTo>
                <a:cubicBezTo>
                  <a:pt x="14850772" y="134383"/>
                  <a:pt x="14968946" y="97974"/>
                  <a:pt x="15090290" y="58397"/>
                </a:cubicBezTo>
                <a:lnTo>
                  <a:pt x="15270426" y="0"/>
                </a:lnTo>
                <a:lnTo>
                  <a:pt x="15336643" y="0"/>
                </a:lnTo>
                <a:lnTo>
                  <a:pt x="15223072" y="37828"/>
                </a:lnTo>
                <a:cubicBezTo>
                  <a:pt x="15157858" y="59296"/>
                  <a:pt x="15093674" y="80348"/>
                  <a:pt x="15029693" y="101798"/>
                </a:cubicBezTo>
                <a:lnTo>
                  <a:pt x="14768765" y="195939"/>
                </a:lnTo>
                <a:lnTo>
                  <a:pt x="14788575" y="201920"/>
                </a:lnTo>
                <a:lnTo>
                  <a:pt x="14789162" y="202477"/>
                </a:lnTo>
                <a:lnTo>
                  <a:pt x="14799460" y="199726"/>
                </a:lnTo>
                <a:cubicBezTo>
                  <a:pt x="14829168" y="188562"/>
                  <a:pt x="14982297" y="131101"/>
                  <a:pt x="14971758" y="146632"/>
                </a:cubicBezTo>
                <a:cubicBezTo>
                  <a:pt x="14938420" y="195786"/>
                  <a:pt x="14795819" y="237723"/>
                  <a:pt x="14821229" y="220870"/>
                </a:cubicBezTo>
                <a:lnTo>
                  <a:pt x="14809325" y="224184"/>
                </a:lnTo>
                <a:lnTo>
                  <a:pt x="14792394" y="251345"/>
                </a:lnTo>
                <a:cubicBezTo>
                  <a:pt x="14783144" y="256251"/>
                  <a:pt x="14771203" y="257118"/>
                  <a:pt x="14758361" y="255789"/>
                </a:cubicBezTo>
                <a:lnTo>
                  <a:pt x="14728484" y="249181"/>
                </a:lnTo>
                <a:lnTo>
                  <a:pt x="14691394" y="262879"/>
                </a:lnTo>
                <a:cubicBezTo>
                  <a:pt x="14642748" y="303682"/>
                  <a:pt x="14772580" y="261680"/>
                  <a:pt x="14772580" y="261680"/>
                </a:cubicBezTo>
                <a:cubicBezTo>
                  <a:pt x="15025841" y="173373"/>
                  <a:pt x="15230392" y="117385"/>
                  <a:pt x="15432407" y="53109"/>
                </a:cubicBezTo>
                <a:lnTo>
                  <a:pt x="15460858" y="44400"/>
                </a:lnTo>
                <a:lnTo>
                  <a:pt x="15437409" y="77230"/>
                </a:lnTo>
                <a:lnTo>
                  <a:pt x="15430364" y="90525"/>
                </a:lnTo>
                <a:lnTo>
                  <a:pt x="15335952" y="121902"/>
                </a:lnTo>
                <a:cubicBezTo>
                  <a:pt x="15247907" y="149525"/>
                  <a:pt x="15161662" y="175783"/>
                  <a:pt x="15068970" y="205961"/>
                </a:cubicBezTo>
                <a:cubicBezTo>
                  <a:pt x="15056262" y="214391"/>
                  <a:pt x="14904647" y="235273"/>
                  <a:pt x="14866594" y="269052"/>
                </a:cubicBezTo>
                <a:cubicBezTo>
                  <a:pt x="14837216" y="302055"/>
                  <a:pt x="14860245" y="300302"/>
                  <a:pt x="14890628" y="290288"/>
                </a:cubicBezTo>
                <a:lnTo>
                  <a:pt x="14903803" y="285099"/>
                </a:lnTo>
                <a:lnTo>
                  <a:pt x="14909755" y="294209"/>
                </a:lnTo>
                <a:cubicBezTo>
                  <a:pt x="14927371" y="308569"/>
                  <a:pt x="14963987" y="322290"/>
                  <a:pt x="14967638" y="328253"/>
                </a:cubicBezTo>
                <a:cubicBezTo>
                  <a:pt x="14992524" y="338228"/>
                  <a:pt x="15010606" y="347623"/>
                  <a:pt x="15025336" y="356965"/>
                </a:cubicBezTo>
                <a:lnTo>
                  <a:pt x="15032542" y="362368"/>
                </a:lnTo>
                <a:lnTo>
                  <a:pt x="15156738" y="328536"/>
                </a:lnTo>
                <a:lnTo>
                  <a:pt x="15051279" y="319180"/>
                </a:lnTo>
                <a:cubicBezTo>
                  <a:pt x="15029683" y="318398"/>
                  <a:pt x="15000716" y="281869"/>
                  <a:pt x="14965234" y="267585"/>
                </a:cubicBezTo>
                <a:lnTo>
                  <a:pt x="14950723" y="265763"/>
                </a:lnTo>
                <a:lnTo>
                  <a:pt x="14952369" y="265016"/>
                </a:lnTo>
                <a:cubicBezTo>
                  <a:pt x="14956377" y="263148"/>
                  <a:pt x="14958739" y="262004"/>
                  <a:pt x="14958739" y="262004"/>
                </a:cubicBezTo>
                <a:cubicBezTo>
                  <a:pt x="15132837" y="212697"/>
                  <a:pt x="15243473" y="185465"/>
                  <a:pt x="15384923" y="144207"/>
                </a:cubicBezTo>
                <a:lnTo>
                  <a:pt x="15406991" y="137483"/>
                </a:lnTo>
                <a:lnTo>
                  <a:pt x="15406321" y="145614"/>
                </a:lnTo>
                <a:lnTo>
                  <a:pt x="15404338" y="168560"/>
                </a:lnTo>
                <a:lnTo>
                  <a:pt x="15404130" y="168646"/>
                </a:lnTo>
                <a:cubicBezTo>
                  <a:pt x="15403043" y="165098"/>
                  <a:pt x="15398776" y="163655"/>
                  <a:pt x="15391343" y="165387"/>
                </a:cubicBezTo>
                <a:cubicBezTo>
                  <a:pt x="15383915" y="167109"/>
                  <a:pt x="15373310" y="172009"/>
                  <a:pt x="15359537" y="181147"/>
                </a:cubicBezTo>
                <a:lnTo>
                  <a:pt x="15362759" y="188893"/>
                </a:lnTo>
                <a:lnTo>
                  <a:pt x="15250275" y="231599"/>
                </a:lnTo>
                <a:lnTo>
                  <a:pt x="15238290" y="232727"/>
                </a:lnTo>
                <a:lnTo>
                  <a:pt x="15237841" y="236318"/>
                </a:lnTo>
                <a:lnTo>
                  <a:pt x="15213402" y="245596"/>
                </a:lnTo>
                <a:lnTo>
                  <a:pt x="15193337" y="265067"/>
                </a:lnTo>
                <a:lnTo>
                  <a:pt x="15188853" y="309342"/>
                </a:lnTo>
                <a:lnTo>
                  <a:pt x="15230365" y="296288"/>
                </a:lnTo>
                <a:lnTo>
                  <a:pt x="15224945" y="339755"/>
                </a:lnTo>
                <a:lnTo>
                  <a:pt x="15090509" y="382821"/>
                </a:lnTo>
                <a:lnTo>
                  <a:pt x="15067390" y="388815"/>
                </a:lnTo>
                <a:lnTo>
                  <a:pt x="15101361" y="416198"/>
                </a:lnTo>
                <a:lnTo>
                  <a:pt x="15115967" y="425976"/>
                </a:lnTo>
                <a:lnTo>
                  <a:pt x="15078400" y="440668"/>
                </a:lnTo>
                <a:cubicBezTo>
                  <a:pt x="15015530" y="467430"/>
                  <a:pt x="14948425" y="502604"/>
                  <a:pt x="15028379" y="489056"/>
                </a:cubicBezTo>
                <a:lnTo>
                  <a:pt x="15177396" y="460309"/>
                </a:lnTo>
                <a:lnTo>
                  <a:pt x="15199848" y="470790"/>
                </a:lnTo>
                <a:lnTo>
                  <a:pt x="15207887" y="476537"/>
                </a:lnTo>
                <a:lnTo>
                  <a:pt x="15205711" y="493992"/>
                </a:lnTo>
                <a:lnTo>
                  <a:pt x="15120883" y="516470"/>
                </a:lnTo>
                <a:lnTo>
                  <a:pt x="15094273" y="523490"/>
                </a:lnTo>
                <a:lnTo>
                  <a:pt x="15084725" y="516812"/>
                </a:lnTo>
                <a:cubicBezTo>
                  <a:pt x="15065860" y="499487"/>
                  <a:pt x="15051774" y="482934"/>
                  <a:pt x="15007806" y="531894"/>
                </a:cubicBezTo>
                <a:cubicBezTo>
                  <a:pt x="15011758" y="526854"/>
                  <a:pt x="15015544" y="528712"/>
                  <a:pt x="15018985" y="534804"/>
                </a:cubicBezTo>
                <a:lnTo>
                  <a:pt x="15021515" y="542681"/>
                </a:lnTo>
                <a:lnTo>
                  <a:pt x="14966949" y="557078"/>
                </a:lnTo>
                <a:lnTo>
                  <a:pt x="14988371" y="590287"/>
                </a:lnTo>
                <a:cubicBezTo>
                  <a:pt x="14972620" y="679573"/>
                  <a:pt x="14910246" y="650529"/>
                  <a:pt x="14880390" y="620938"/>
                </a:cubicBezTo>
                <a:lnTo>
                  <a:pt x="14824968" y="597994"/>
                </a:lnTo>
                <a:lnTo>
                  <a:pt x="14752357" y="619505"/>
                </a:lnTo>
                <a:lnTo>
                  <a:pt x="14743666" y="622027"/>
                </a:lnTo>
                <a:lnTo>
                  <a:pt x="14761141" y="636065"/>
                </a:lnTo>
                <a:cubicBezTo>
                  <a:pt x="14784173" y="655478"/>
                  <a:pt x="14808852" y="672785"/>
                  <a:pt x="14841440" y="680015"/>
                </a:cubicBezTo>
                <a:cubicBezTo>
                  <a:pt x="14856571" y="687472"/>
                  <a:pt x="14875063" y="692516"/>
                  <a:pt x="14894979" y="696673"/>
                </a:cubicBezTo>
                <a:lnTo>
                  <a:pt x="14939038" y="704673"/>
                </a:lnTo>
                <a:lnTo>
                  <a:pt x="14930759" y="713260"/>
                </a:lnTo>
                <a:cubicBezTo>
                  <a:pt x="14914480" y="730272"/>
                  <a:pt x="14903773" y="741554"/>
                  <a:pt x="14903773" y="741554"/>
                </a:cubicBezTo>
                <a:cubicBezTo>
                  <a:pt x="14881467" y="751108"/>
                  <a:pt x="14840628" y="715068"/>
                  <a:pt x="14794140" y="734989"/>
                </a:cubicBezTo>
                <a:cubicBezTo>
                  <a:pt x="14794140" y="734989"/>
                  <a:pt x="14741468" y="757560"/>
                  <a:pt x="14757536" y="777578"/>
                </a:cubicBezTo>
                <a:lnTo>
                  <a:pt x="14764058" y="782328"/>
                </a:lnTo>
                <a:lnTo>
                  <a:pt x="14759698" y="784198"/>
                </a:lnTo>
                <a:cubicBezTo>
                  <a:pt x="14742051" y="778371"/>
                  <a:pt x="14744858" y="763784"/>
                  <a:pt x="14740995" y="749829"/>
                </a:cubicBezTo>
                <a:cubicBezTo>
                  <a:pt x="14729846" y="754604"/>
                  <a:pt x="14676055" y="793268"/>
                  <a:pt x="14659178" y="784886"/>
                </a:cubicBezTo>
                <a:cubicBezTo>
                  <a:pt x="14641531" y="779063"/>
                  <a:pt x="14627499" y="729306"/>
                  <a:pt x="14572662" y="739423"/>
                </a:cubicBezTo>
                <a:cubicBezTo>
                  <a:pt x="14489019" y="748492"/>
                  <a:pt x="14553221" y="803523"/>
                  <a:pt x="14572736" y="808539"/>
                </a:cubicBezTo>
                <a:cubicBezTo>
                  <a:pt x="14584932" y="832319"/>
                  <a:pt x="14624903" y="828575"/>
                  <a:pt x="14633247" y="838385"/>
                </a:cubicBezTo>
                <a:cubicBezTo>
                  <a:pt x="14630916" y="846073"/>
                  <a:pt x="14621180" y="860841"/>
                  <a:pt x="14612840" y="875014"/>
                </a:cubicBezTo>
                <a:lnTo>
                  <a:pt x="14606512" y="892367"/>
                </a:lnTo>
                <a:lnTo>
                  <a:pt x="14583762" y="894224"/>
                </a:lnTo>
                <a:cubicBezTo>
                  <a:pt x="14570260" y="896733"/>
                  <a:pt x="14558483" y="901222"/>
                  <a:pt x="14550616" y="908498"/>
                </a:cubicBezTo>
                <a:cubicBezTo>
                  <a:pt x="14547246" y="911617"/>
                  <a:pt x="14545068" y="914883"/>
                  <a:pt x="14543869" y="918231"/>
                </a:cubicBezTo>
                <a:lnTo>
                  <a:pt x="14543754" y="919625"/>
                </a:lnTo>
                <a:lnTo>
                  <a:pt x="14521651" y="912976"/>
                </a:lnTo>
                <a:cubicBezTo>
                  <a:pt x="14502144" y="907946"/>
                  <a:pt x="14455651" y="927869"/>
                  <a:pt x="14413832" y="932407"/>
                </a:cubicBezTo>
                <a:cubicBezTo>
                  <a:pt x="14376677" y="921555"/>
                  <a:pt x="14388646" y="887425"/>
                  <a:pt x="14326343" y="927505"/>
                </a:cubicBezTo>
                <a:cubicBezTo>
                  <a:pt x="14272549" y="966177"/>
                  <a:pt x="14225082" y="1026671"/>
                  <a:pt x="14202765" y="1036239"/>
                </a:cubicBezTo>
                <a:cubicBezTo>
                  <a:pt x="14145127" y="1060934"/>
                  <a:pt x="14096747" y="985738"/>
                  <a:pt x="14062226" y="971529"/>
                </a:cubicBezTo>
                <a:lnTo>
                  <a:pt x="14007671" y="947131"/>
                </a:lnTo>
                <a:lnTo>
                  <a:pt x="13989542" y="957586"/>
                </a:lnTo>
                <a:lnTo>
                  <a:pt x="13941973" y="981681"/>
                </a:lnTo>
                <a:lnTo>
                  <a:pt x="13957449" y="991610"/>
                </a:lnTo>
                <a:cubicBezTo>
                  <a:pt x="14034001" y="1036609"/>
                  <a:pt x="14112651" y="1082658"/>
                  <a:pt x="14190867" y="1139486"/>
                </a:cubicBezTo>
                <a:cubicBezTo>
                  <a:pt x="14208510" y="1145317"/>
                  <a:pt x="14241006" y="1171541"/>
                  <a:pt x="14283875" y="1195559"/>
                </a:cubicBezTo>
                <a:cubicBezTo>
                  <a:pt x="14303382" y="1200583"/>
                  <a:pt x="14435572" y="1255481"/>
                  <a:pt x="14336923" y="1255365"/>
                </a:cubicBezTo>
                <a:cubicBezTo>
                  <a:pt x="14244931" y="1254630"/>
                  <a:pt x="14355622" y="1289737"/>
                  <a:pt x="14362112" y="1300344"/>
                </a:cubicBezTo>
                <a:cubicBezTo>
                  <a:pt x="14361411" y="1303989"/>
                  <a:pt x="14358852" y="1311085"/>
                  <a:pt x="14354993" y="1320059"/>
                </a:cubicBezTo>
                <a:lnTo>
                  <a:pt x="14350143" y="1330122"/>
                </a:lnTo>
                <a:lnTo>
                  <a:pt x="14264865" y="1359428"/>
                </a:lnTo>
                <a:lnTo>
                  <a:pt x="14217523" y="1380810"/>
                </a:lnTo>
                <a:lnTo>
                  <a:pt x="14217394" y="1380763"/>
                </a:lnTo>
                <a:cubicBezTo>
                  <a:pt x="14178424" y="1364557"/>
                  <a:pt x="14138415" y="1347126"/>
                  <a:pt x="14128658" y="1344611"/>
                </a:cubicBezTo>
                <a:cubicBezTo>
                  <a:pt x="14069193" y="1343326"/>
                  <a:pt x="14021659" y="1334691"/>
                  <a:pt x="13968676" y="1344011"/>
                </a:cubicBezTo>
                <a:cubicBezTo>
                  <a:pt x="13957523" y="1348791"/>
                  <a:pt x="13906368" y="1384096"/>
                  <a:pt x="13895212" y="1388874"/>
                </a:cubicBezTo>
                <a:cubicBezTo>
                  <a:pt x="13806909" y="1413330"/>
                  <a:pt x="13832809" y="1263920"/>
                  <a:pt x="13771541" y="1332563"/>
                </a:cubicBezTo>
                <a:cubicBezTo>
                  <a:pt x="13771541" y="1332563"/>
                  <a:pt x="13773363" y="1358550"/>
                  <a:pt x="13764038" y="1389315"/>
                </a:cubicBezTo>
                <a:lnTo>
                  <a:pt x="13771616" y="1378935"/>
                </a:lnTo>
                <a:lnTo>
                  <a:pt x="13776966" y="1388151"/>
                </a:lnTo>
                <a:lnTo>
                  <a:pt x="13787120" y="1387229"/>
                </a:lnTo>
                <a:cubicBezTo>
                  <a:pt x="13791099" y="1389432"/>
                  <a:pt x="13792062" y="1392923"/>
                  <a:pt x="13792062" y="1392923"/>
                </a:cubicBezTo>
                <a:cubicBezTo>
                  <a:pt x="13792062" y="1392923"/>
                  <a:pt x="13744602" y="1453410"/>
                  <a:pt x="13750310" y="1466586"/>
                </a:cubicBezTo>
                <a:cubicBezTo>
                  <a:pt x="13749332" y="1507154"/>
                  <a:pt x="13847980" y="1507270"/>
                  <a:pt x="13862827" y="1527679"/>
                </a:cubicBezTo>
                <a:cubicBezTo>
                  <a:pt x="13873988" y="1522895"/>
                  <a:pt x="13839702" y="1566586"/>
                  <a:pt x="13835035" y="1581975"/>
                </a:cubicBezTo>
                <a:cubicBezTo>
                  <a:pt x="13830803" y="1623942"/>
                  <a:pt x="13895180" y="1622707"/>
                  <a:pt x="13940230" y="1631951"/>
                </a:cubicBezTo>
                <a:lnTo>
                  <a:pt x="13963003" y="1641442"/>
                </a:lnTo>
                <a:lnTo>
                  <a:pt x="13944018" y="1653205"/>
                </a:lnTo>
                <a:cubicBezTo>
                  <a:pt x="13928919" y="1662155"/>
                  <a:pt x="13915138" y="1669164"/>
                  <a:pt x="13920406" y="1661399"/>
                </a:cubicBezTo>
                <a:cubicBezTo>
                  <a:pt x="13909878" y="1676921"/>
                  <a:pt x="13986766" y="1670033"/>
                  <a:pt x="14061490" y="1656047"/>
                </a:cubicBezTo>
                <a:lnTo>
                  <a:pt x="14040573" y="1674991"/>
                </a:lnTo>
                <a:lnTo>
                  <a:pt x="14078160" y="1678856"/>
                </a:lnTo>
                <a:lnTo>
                  <a:pt x="14115150" y="1667698"/>
                </a:lnTo>
                <a:lnTo>
                  <a:pt x="14141030" y="1680703"/>
                </a:lnTo>
                <a:lnTo>
                  <a:pt x="14040456" y="1726118"/>
                </a:lnTo>
                <a:lnTo>
                  <a:pt x="14035913" y="1725115"/>
                </a:lnTo>
                <a:cubicBezTo>
                  <a:pt x="14005080" y="1712113"/>
                  <a:pt x="13978777" y="1692153"/>
                  <a:pt x="13963442" y="1692032"/>
                </a:cubicBezTo>
                <a:cubicBezTo>
                  <a:pt x="13812772" y="1674053"/>
                  <a:pt x="13688080" y="1630448"/>
                  <a:pt x="13573484" y="1575537"/>
                </a:cubicBezTo>
                <a:lnTo>
                  <a:pt x="13406913" y="1482332"/>
                </a:lnTo>
                <a:lnTo>
                  <a:pt x="13376584" y="1496549"/>
                </a:lnTo>
                <a:lnTo>
                  <a:pt x="13310759" y="1523457"/>
                </a:lnTo>
                <a:lnTo>
                  <a:pt x="13349377" y="1567000"/>
                </a:lnTo>
                <a:lnTo>
                  <a:pt x="13282653" y="1555119"/>
                </a:lnTo>
                <a:lnTo>
                  <a:pt x="13239856" y="1604327"/>
                </a:lnTo>
                <a:lnTo>
                  <a:pt x="13202097" y="1616353"/>
                </a:lnTo>
                <a:lnTo>
                  <a:pt x="13244014" y="1651635"/>
                </a:lnTo>
                <a:lnTo>
                  <a:pt x="13266367" y="1652984"/>
                </a:lnTo>
                <a:cubicBezTo>
                  <a:pt x="13274511" y="1652409"/>
                  <a:pt x="13280766" y="1650480"/>
                  <a:pt x="13283404" y="1646595"/>
                </a:cubicBezTo>
                <a:lnTo>
                  <a:pt x="13262077" y="1666839"/>
                </a:lnTo>
                <a:lnTo>
                  <a:pt x="13318167" y="1714039"/>
                </a:lnTo>
                <a:lnTo>
                  <a:pt x="13357112" y="1704507"/>
                </a:lnTo>
                <a:cubicBezTo>
                  <a:pt x="13382659" y="1697546"/>
                  <a:pt x="13412836" y="1688466"/>
                  <a:pt x="13452723" y="1675174"/>
                </a:cubicBezTo>
                <a:cubicBezTo>
                  <a:pt x="13467604" y="1673843"/>
                  <a:pt x="13639856" y="1612233"/>
                  <a:pt x="13544509" y="1666940"/>
                </a:cubicBezTo>
                <a:cubicBezTo>
                  <a:pt x="13476671" y="1703406"/>
                  <a:pt x="13382785" y="1713027"/>
                  <a:pt x="13342489" y="1731217"/>
                </a:cubicBezTo>
                <a:lnTo>
                  <a:pt x="13339899" y="1732339"/>
                </a:lnTo>
                <a:lnTo>
                  <a:pt x="13355191" y="1745207"/>
                </a:lnTo>
                <a:cubicBezTo>
                  <a:pt x="13426932" y="1839394"/>
                  <a:pt x="13618561" y="1799664"/>
                  <a:pt x="13674482" y="1914007"/>
                </a:cubicBezTo>
                <a:cubicBezTo>
                  <a:pt x="13645091" y="1914891"/>
                  <a:pt x="13619470" y="1900353"/>
                  <a:pt x="13607740" y="1922530"/>
                </a:cubicBezTo>
                <a:lnTo>
                  <a:pt x="13601693" y="1955217"/>
                </a:lnTo>
                <a:lnTo>
                  <a:pt x="13788006" y="1912447"/>
                </a:lnTo>
                <a:lnTo>
                  <a:pt x="13622123" y="1974008"/>
                </a:lnTo>
                <a:lnTo>
                  <a:pt x="13626368" y="1977048"/>
                </a:lnTo>
                <a:cubicBezTo>
                  <a:pt x="13662550" y="1998035"/>
                  <a:pt x="13720996" y="2027369"/>
                  <a:pt x="13709914" y="2063906"/>
                </a:cubicBezTo>
                <a:cubicBezTo>
                  <a:pt x="13579781" y="2092900"/>
                  <a:pt x="13572245" y="2053743"/>
                  <a:pt x="13484747" y="2048853"/>
                </a:cubicBezTo>
                <a:cubicBezTo>
                  <a:pt x="13382411" y="2023545"/>
                  <a:pt x="13449417" y="2063995"/>
                  <a:pt x="13429976" y="2128092"/>
                </a:cubicBezTo>
                <a:cubicBezTo>
                  <a:pt x="13415207" y="2176807"/>
                  <a:pt x="13422441" y="2088937"/>
                  <a:pt x="13383495" y="2148012"/>
                </a:cubicBezTo>
                <a:cubicBezTo>
                  <a:pt x="13344546" y="2207087"/>
                  <a:pt x="13444010" y="2177846"/>
                  <a:pt x="13458851" y="2198259"/>
                </a:cubicBezTo>
                <a:cubicBezTo>
                  <a:pt x="13498037" y="2197085"/>
                  <a:pt x="13551021" y="2187764"/>
                  <a:pt x="13561190" y="2223562"/>
                </a:cubicBezTo>
                <a:cubicBezTo>
                  <a:pt x="13561190" y="2223562"/>
                  <a:pt x="13526911" y="2267250"/>
                  <a:pt x="13522242" y="2282637"/>
                </a:cubicBezTo>
                <a:cubicBezTo>
                  <a:pt x="13530593" y="2292443"/>
                  <a:pt x="13597602" y="2332882"/>
                  <a:pt x="13617108" y="2337910"/>
                </a:cubicBezTo>
                <a:cubicBezTo>
                  <a:pt x="13647030" y="2436630"/>
                  <a:pt x="13506488" y="2371930"/>
                  <a:pt x="13464672" y="2376462"/>
                </a:cubicBezTo>
                <a:cubicBezTo>
                  <a:pt x="13410650" y="2357223"/>
                  <a:pt x="13378150" y="2330999"/>
                  <a:pt x="13331666" y="2350916"/>
                </a:cubicBezTo>
                <a:cubicBezTo>
                  <a:pt x="13208835" y="2361164"/>
                  <a:pt x="13159478" y="2326545"/>
                  <a:pt x="13034012" y="2340157"/>
                </a:cubicBezTo>
                <a:cubicBezTo>
                  <a:pt x="13074046" y="2405540"/>
                  <a:pt x="13181861" y="2386109"/>
                  <a:pt x="13248871" y="2426546"/>
                </a:cubicBezTo>
                <a:cubicBezTo>
                  <a:pt x="13285249" y="2439962"/>
                  <a:pt x="13349385" y="2425863"/>
                  <a:pt x="13329946" y="2489963"/>
                </a:cubicBezTo>
                <a:cubicBezTo>
                  <a:pt x="13309454" y="2525515"/>
                  <a:pt x="13293635" y="2545679"/>
                  <a:pt x="13297485" y="2559645"/>
                </a:cubicBezTo>
                <a:cubicBezTo>
                  <a:pt x="13307666" y="2595433"/>
                  <a:pt x="13405302" y="2540214"/>
                  <a:pt x="13426630" y="2571229"/>
                </a:cubicBezTo>
                <a:lnTo>
                  <a:pt x="13425150" y="2572627"/>
                </a:lnTo>
                <a:lnTo>
                  <a:pt x="13413184" y="2577215"/>
                </a:lnTo>
                <a:lnTo>
                  <a:pt x="13404467" y="2579624"/>
                </a:lnTo>
                <a:lnTo>
                  <a:pt x="13230946" y="2643354"/>
                </a:lnTo>
                <a:lnTo>
                  <a:pt x="13175382" y="2687872"/>
                </a:lnTo>
                <a:lnTo>
                  <a:pt x="13363715" y="2638649"/>
                </a:lnTo>
                <a:lnTo>
                  <a:pt x="13341184" y="2666196"/>
                </a:lnTo>
                <a:cubicBezTo>
                  <a:pt x="13333954" y="2675776"/>
                  <a:pt x="13330473" y="2681592"/>
                  <a:pt x="13333728" y="2680193"/>
                </a:cubicBezTo>
                <a:cubicBezTo>
                  <a:pt x="13305938" y="2734489"/>
                  <a:pt x="13525357" y="2640463"/>
                  <a:pt x="13454760" y="2739874"/>
                </a:cubicBezTo>
                <a:cubicBezTo>
                  <a:pt x="13363650" y="2778913"/>
                  <a:pt x="13383093" y="2714813"/>
                  <a:pt x="13317098" y="2729703"/>
                </a:cubicBezTo>
                <a:cubicBezTo>
                  <a:pt x="13217635" y="2758939"/>
                  <a:pt x="13147788" y="2759868"/>
                  <a:pt x="13084630" y="2733394"/>
                </a:cubicBezTo>
                <a:cubicBezTo>
                  <a:pt x="12948817" y="2722437"/>
                  <a:pt x="13167528" y="2822796"/>
                  <a:pt x="13151702" y="2842968"/>
                </a:cubicBezTo>
                <a:lnTo>
                  <a:pt x="12998288" y="2922086"/>
                </a:lnTo>
                <a:cubicBezTo>
                  <a:pt x="12982466" y="2942252"/>
                  <a:pt x="13089473" y="2952169"/>
                  <a:pt x="13089473" y="2952169"/>
                </a:cubicBezTo>
                <a:cubicBezTo>
                  <a:pt x="13121956" y="2978405"/>
                  <a:pt x="13173110" y="2943099"/>
                  <a:pt x="13180646" y="2982254"/>
                </a:cubicBezTo>
                <a:cubicBezTo>
                  <a:pt x="13134159" y="3002178"/>
                  <a:pt x="13031825" y="2976871"/>
                  <a:pt x="13015999" y="2997041"/>
                </a:cubicBezTo>
                <a:cubicBezTo>
                  <a:pt x="13012041" y="3002082"/>
                  <a:pt x="13013330" y="3010177"/>
                  <a:pt x="13015643" y="3019394"/>
                </a:cubicBezTo>
                <a:lnTo>
                  <a:pt x="13017213" y="3027323"/>
                </a:lnTo>
                <a:lnTo>
                  <a:pt x="13172793" y="2992272"/>
                </a:lnTo>
                <a:lnTo>
                  <a:pt x="13247542" y="2975444"/>
                </a:lnTo>
                <a:cubicBezTo>
                  <a:pt x="13192316" y="3001047"/>
                  <a:pt x="13143934" y="3019351"/>
                  <a:pt x="13098948" y="3034051"/>
                </a:cubicBezTo>
                <a:lnTo>
                  <a:pt x="13016277" y="3057883"/>
                </a:lnTo>
                <a:lnTo>
                  <a:pt x="13008000" y="3072931"/>
                </a:lnTo>
                <a:cubicBezTo>
                  <a:pt x="12997511" y="3078999"/>
                  <a:pt x="12979611" y="3082350"/>
                  <a:pt x="12950074" y="3081063"/>
                </a:cubicBezTo>
                <a:lnTo>
                  <a:pt x="12938846" y="3080299"/>
                </a:lnTo>
                <a:lnTo>
                  <a:pt x="12932149" y="3082249"/>
                </a:lnTo>
                <a:lnTo>
                  <a:pt x="12932143" y="3082206"/>
                </a:lnTo>
                <a:lnTo>
                  <a:pt x="12893746" y="3049708"/>
                </a:lnTo>
                <a:lnTo>
                  <a:pt x="12884860" y="3082513"/>
                </a:lnTo>
                <a:lnTo>
                  <a:pt x="12862006" y="3102683"/>
                </a:lnTo>
                <a:lnTo>
                  <a:pt x="12842150" y="3108468"/>
                </a:lnTo>
                <a:cubicBezTo>
                  <a:pt x="12796941" y="3123491"/>
                  <a:pt x="12748229" y="3142281"/>
                  <a:pt x="12692566" y="3168533"/>
                </a:cubicBezTo>
                <a:cubicBezTo>
                  <a:pt x="12712331" y="3168585"/>
                  <a:pt x="12734319" y="3166010"/>
                  <a:pt x="12757748" y="3161766"/>
                </a:cubicBezTo>
                <a:lnTo>
                  <a:pt x="12809916" y="3149914"/>
                </a:lnTo>
                <a:lnTo>
                  <a:pt x="12795487" y="3188804"/>
                </a:lnTo>
                <a:lnTo>
                  <a:pt x="12544979" y="3261644"/>
                </a:lnTo>
                <a:lnTo>
                  <a:pt x="12553066" y="3264565"/>
                </a:lnTo>
                <a:cubicBezTo>
                  <a:pt x="12590215" y="3275418"/>
                  <a:pt x="12691786" y="3303277"/>
                  <a:pt x="12602425" y="3299184"/>
                </a:cubicBezTo>
                <a:cubicBezTo>
                  <a:pt x="12510255" y="3309686"/>
                  <a:pt x="12594947" y="3329160"/>
                  <a:pt x="12594141" y="3358506"/>
                </a:cubicBezTo>
                <a:cubicBezTo>
                  <a:pt x="12582979" y="3363289"/>
                  <a:pt x="12571828" y="3368069"/>
                  <a:pt x="12560669" y="3372848"/>
                </a:cubicBezTo>
                <a:cubicBezTo>
                  <a:pt x="12571828" y="3368069"/>
                  <a:pt x="12442543" y="3463624"/>
                  <a:pt x="12424082" y="3487145"/>
                </a:cubicBezTo>
                <a:cubicBezTo>
                  <a:pt x="12392437" y="3527483"/>
                  <a:pt x="12498463" y="3577972"/>
                  <a:pt x="12517975" y="3582992"/>
                </a:cubicBezTo>
                <a:cubicBezTo>
                  <a:pt x="12525513" y="3622148"/>
                  <a:pt x="12479474" y="3624588"/>
                  <a:pt x="12427264" y="3622702"/>
                </a:cubicBezTo>
                <a:lnTo>
                  <a:pt x="12381295" y="3621491"/>
                </a:lnTo>
                <a:lnTo>
                  <a:pt x="12365402" y="3294577"/>
                </a:lnTo>
                <a:lnTo>
                  <a:pt x="12353638" y="3349769"/>
                </a:lnTo>
                <a:cubicBezTo>
                  <a:pt x="12336273" y="3397808"/>
                  <a:pt x="12268145" y="3516648"/>
                  <a:pt x="12268509" y="3560887"/>
                </a:cubicBezTo>
                <a:cubicBezTo>
                  <a:pt x="12274440" y="3562076"/>
                  <a:pt x="12274120" y="3642977"/>
                  <a:pt x="12263273" y="3704287"/>
                </a:cubicBezTo>
                <a:lnTo>
                  <a:pt x="12258352" y="3724001"/>
                </a:lnTo>
                <a:lnTo>
                  <a:pt x="12222290" y="3726998"/>
                </a:lnTo>
                <a:lnTo>
                  <a:pt x="12197944" y="3734798"/>
                </a:lnTo>
                <a:lnTo>
                  <a:pt x="12194881" y="3730141"/>
                </a:lnTo>
                <a:lnTo>
                  <a:pt x="12175875" y="3697810"/>
                </a:lnTo>
                <a:lnTo>
                  <a:pt x="12181346" y="3740115"/>
                </a:lnTo>
                <a:lnTo>
                  <a:pt x="12042999" y="3784445"/>
                </a:lnTo>
                <a:lnTo>
                  <a:pt x="12019883" y="3790435"/>
                </a:lnTo>
                <a:lnTo>
                  <a:pt x="12053861" y="3817806"/>
                </a:lnTo>
                <a:cubicBezTo>
                  <a:pt x="12069072" y="3828898"/>
                  <a:pt x="12087876" y="3840912"/>
                  <a:pt x="12113728" y="3854374"/>
                </a:cubicBezTo>
                <a:cubicBezTo>
                  <a:pt x="12139723" y="3870008"/>
                  <a:pt x="12167751" y="3873612"/>
                  <a:pt x="12182586" y="3894027"/>
                </a:cubicBezTo>
                <a:lnTo>
                  <a:pt x="12177918" y="3917321"/>
                </a:lnTo>
                <a:lnTo>
                  <a:pt x="12169574" y="3914774"/>
                </a:lnTo>
                <a:cubicBezTo>
                  <a:pt x="12151669" y="3913723"/>
                  <a:pt x="12127517" y="3918083"/>
                  <a:pt x="12090141" y="3934515"/>
                </a:cubicBezTo>
                <a:lnTo>
                  <a:pt x="12088304" y="3935626"/>
                </a:lnTo>
                <a:lnTo>
                  <a:pt x="12058949" y="3933625"/>
                </a:lnTo>
                <a:cubicBezTo>
                  <a:pt x="12024440" y="3919408"/>
                  <a:pt x="12018923" y="3868233"/>
                  <a:pt x="11960304" y="3933500"/>
                </a:cubicBezTo>
                <a:cubicBezTo>
                  <a:pt x="11968208" y="3923426"/>
                  <a:pt x="11975430" y="3940965"/>
                  <a:pt x="11980570" y="3964701"/>
                </a:cubicBezTo>
                <a:lnTo>
                  <a:pt x="11984426" y="3998521"/>
                </a:lnTo>
                <a:lnTo>
                  <a:pt x="11951488" y="4018459"/>
                </a:lnTo>
                <a:lnTo>
                  <a:pt x="11986333" y="4015211"/>
                </a:lnTo>
                <a:lnTo>
                  <a:pt x="11988360" y="4033023"/>
                </a:lnTo>
                <a:cubicBezTo>
                  <a:pt x="11988360" y="4033023"/>
                  <a:pt x="12054356" y="4018126"/>
                  <a:pt x="11987385" y="4073593"/>
                </a:cubicBezTo>
                <a:cubicBezTo>
                  <a:pt x="11987385" y="4073593"/>
                  <a:pt x="11961383" y="4057971"/>
                  <a:pt x="11943738" y="4052141"/>
                </a:cubicBezTo>
                <a:cubicBezTo>
                  <a:pt x="11899074" y="4098052"/>
                  <a:pt x="11856272" y="4143169"/>
                  <a:pt x="11856272" y="4143169"/>
                </a:cubicBezTo>
                <a:cubicBezTo>
                  <a:pt x="11833959" y="4152725"/>
                  <a:pt x="11793117" y="4116692"/>
                  <a:pt x="11746630" y="4136608"/>
                </a:cubicBezTo>
                <a:cubicBezTo>
                  <a:pt x="11746630" y="4136608"/>
                  <a:pt x="11677830" y="4166089"/>
                  <a:pt x="11721481" y="4187537"/>
                </a:cubicBezTo>
                <a:cubicBezTo>
                  <a:pt x="11757858" y="4200950"/>
                  <a:pt x="11761473" y="4157016"/>
                  <a:pt x="11746706" y="4205729"/>
                </a:cubicBezTo>
                <a:cubicBezTo>
                  <a:pt x="11756815" y="4172398"/>
                  <a:pt x="11684393" y="4245812"/>
                  <a:pt x="11663905" y="4281368"/>
                </a:cubicBezTo>
                <a:cubicBezTo>
                  <a:pt x="11665073" y="4277517"/>
                  <a:pt x="11673443" y="4276579"/>
                  <a:pt x="11685103" y="4277648"/>
                </a:cubicBezTo>
                <a:lnTo>
                  <a:pt x="11719062" y="4284578"/>
                </a:lnTo>
                <a:lnTo>
                  <a:pt x="11721217" y="4283956"/>
                </a:lnTo>
                <a:lnTo>
                  <a:pt x="11990607" y="4208163"/>
                </a:lnTo>
                <a:lnTo>
                  <a:pt x="11988064" y="4233446"/>
                </a:lnTo>
                <a:lnTo>
                  <a:pt x="11955401" y="4245960"/>
                </a:lnTo>
                <a:cubicBezTo>
                  <a:pt x="11921318" y="4259806"/>
                  <a:pt x="11886550" y="4274982"/>
                  <a:pt x="11853797" y="4291306"/>
                </a:cubicBezTo>
                <a:lnTo>
                  <a:pt x="11817579" y="4312447"/>
                </a:lnTo>
                <a:lnTo>
                  <a:pt x="11596105" y="4379759"/>
                </a:lnTo>
                <a:lnTo>
                  <a:pt x="11586168" y="4383474"/>
                </a:lnTo>
                <a:lnTo>
                  <a:pt x="11604159" y="4400177"/>
                </a:lnTo>
                <a:lnTo>
                  <a:pt x="11603175" y="4406071"/>
                </a:lnTo>
                <a:lnTo>
                  <a:pt x="11617872" y="4400902"/>
                </a:lnTo>
                <a:lnTo>
                  <a:pt x="11733557" y="4372699"/>
                </a:lnTo>
                <a:lnTo>
                  <a:pt x="11703050" y="4401639"/>
                </a:lnTo>
                <a:cubicBezTo>
                  <a:pt x="11669485" y="4461155"/>
                  <a:pt x="11858956" y="4362488"/>
                  <a:pt x="11964316" y="4332875"/>
                </a:cubicBezTo>
                <a:lnTo>
                  <a:pt x="11978327" y="4330342"/>
                </a:lnTo>
                <a:lnTo>
                  <a:pt x="11978315" y="4330466"/>
                </a:lnTo>
                <a:lnTo>
                  <a:pt x="11978661" y="4378661"/>
                </a:lnTo>
                <a:lnTo>
                  <a:pt x="11840929" y="4417665"/>
                </a:lnTo>
                <a:lnTo>
                  <a:pt x="11678270" y="4474385"/>
                </a:lnTo>
                <a:lnTo>
                  <a:pt x="11680361" y="4466153"/>
                </a:lnTo>
                <a:cubicBezTo>
                  <a:pt x="11687425" y="4436493"/>
                  <a:pt x="11698121" y="4381321"/>
                  <a:pt x="11670688" y="4414554"/>
                </a:cubicBezTo>
                <a:lnTo>
                  <a:pt x="11660091" y="4446932"/>
                </a:lnTo>
                <a:lnTo>
                  <a:pt x="11669061" y="4471584"/>
                </a:lnTo>
                <a:lnTo>
                  <a:pt x="11668711" y="4477717"/>
                </a:lnTo>
                <a:lnTo>
                  <a:pt x="11615629" y="4496229"/>
                </a:lnTo>
                <a:lnTo>
                  <a:pt x="11610502" y="4485188"/>
                </a:lnTo>
                <a:lnTo>
                  <a:pt x="11605912" y="4499619"/>
                </a:lnTo>
                <a:lnTo>
                  <a:pt x="11552484" y="4518250"/>
                </a:lnTo>
                <a:lnTo>
                  <a:pt x="11556724" y="4487579"/>
                </a:lnTo>
                <a:lnTo>
                  <a:pt x="11544719" y="4520958"/>
                </a:lnTo>
                <a:lnTo>
                  <a:pt x="11495887" y="4537986"/>
                </a:lnTo>
                <a:lnTo>
                  <a:pt x="11501432" y="4513517"/>
                </a:lnTo>
                <a:cubicBezTo>
                  <a:pt x="11492925" y="4510900"/>
                  <a:pt x="11466637" y="4525410"/>
                  <a:pt x="11412230" y="4571549"/>
                </a:cubicBezTo>
                <a:lnTo>
                  <a:pt x="11376990" y="4608660"/>
                </a:lnTo>
                <a:cubicBezTo>
                  <a:pt x="11388562" y="4664799"/>
                  <a:pt x="11467127" y="4587644"/>
                  <a:pt x="11494919" y="4542234"/>
                </a:cubicBezTo>
                <a:lnTo>
                  <a:pt x="11495078" y="4541546"/>
                </a:lnTo>
                <a:lnTo>
                  <a:pt x="11541694" y="4529370"/>
                </a:lnTo>
                <a:lnTo>
                  <a:pt x="11520666" y="4587828"/>
                </a:lnTo>
                <a:lnTo>
                  <a:pt x="11390481" y="4639976"/>
                </a:lnTo>
                <a:lnTo>
                  <a:pt x="11511162" y="4614248"/>
                </a:lnTo>
                <a:lnTo>
                  <a:pt x="11496055" y="4656252"/>
                </a:lnTo>
                <a:lnTo>
                  <a:pt x="11492035" y="4671723"/>
                </a:lnTo>
                <a:lnTo>
                  <a:pt x="11393733" y="4700439"/>
                </a:lnTo>
                <a:cubicBezTo>
                  <a:pt x="11278783" y="4741112"/>
                  <a:pt x="11159468" y="4767602"/>
                  <a:pt x="11030356" y="4861793"/>
                </a:cubicBezTo>
                <a:cubicBezTo>
                  <a:pt x="10962532" y="4898238"/>
                  <a:pt x="10974810" y="4880135"/>
                  <a:pt x="10947224" y="4889894"/>
                </a:cubicBezTo>
                <a:cubicBezTo>
                  <a:pt x="10885632" y="4905133"/>
                  <a:pt x="10819565" y="4939000"/>
                  <a:pt x="10866752" y="4943276"/>
                </a:cubicBezTo>
                <a:cubicBezTo>
                  <a:pt x="10973357" y="4925214"/>
                  <a:pt x="11031072" y="4913970"/>
                  <a:pt x="11146023" y="4873292"/>
                </a:cubicBezTo>
                <a:cubicBezTo>
                  <a:pt x="11230711" y="4852342"/>
                  <a:pt x="11313901" y="4830157"/>
                  <a:pt x="11395956" y="4807903"/>
                </a:cubicBezTo>
                <a:lnTo>
                  <a:pt x="11461234" y="4790234"/>
                </a:lnTo>
                <a:lnTo>
                  <a:pt x="11453504" y="4819975"/>
                </a:lnTo>
                <a:lnTo>
                  <a:pt x="11450975" y="4830168"/>
                </a:lnTo>
                <a:lnTo>
                  <a:pt x="11405464" y="4843183"/>
                </a:lnTo>
                <a:cubicBezTo>
                  <a:pt x="11321697" y="4868038"/>
                  <a:pt x="11238792" y="4893234"/>
                  <a:pt x="11159446" y="4917050"/>
                </a:cubicBezTo>
                <a:cubicBezTo>
                  <a:pt x="11102144" y="4937985"/>
                  <a:pt x="11029611" y="4959058"/>
                  <a:pt x="11002017" y="4968825"/>
                </a:cubicBezTo>
                <a:cubicBezTo>
                  <a:pt x="10949079" y="5003942"/>
                  <a:pt x="10966132" y="5009706"/>
                  <a:pt x="10928019" y="5034988"/>
                </a:cubicBezTo>
                <a:cubicBezTo>
                  <a:pt x="10928019" y="5034988"/>
                  <a:pt x="10911605" y="5045874"/>
                  <a:pt x="10896509" y="5054822"/>
                </a:cubicBezTo>
                <a:lnTo>
                  <a:pt x="10891008" y="5057755"/>
                </a:lnTo>
                <a:lnTo>
                  <a:pt x="10892331" y="5024540"/>
                </a:lnTo>
                <a:lnTo>
                  <a:pt x="10892205" y="4997423"/>
                </a:lnTo>
                <a:lnTo>
                  <a:pt x="10834455" y="4977882"/>
                </a:lnTo>
                <a:lnTo>
                  <a:pt x="10782010" y="5004162"/>
                </a:lnTo>
                <a:lnTo>
                  <a:pt x="10761400" y="5119127"/>
                </a:lnTo>
                <a:lnTo>
                  <a:pt x="10766452" y="5137454"/>
                </a:lnTo>
                <a:cubicBezTo>
                  <a:pt x="10768343" y="5153361"/>
                  <a:pt x="10766867" y="5168239"/>
                  <a:pt x="10759553" y="5179664"/>
                </a:cubicBezTo>
                <a:lnTo>
                  <a:pt x="10748340" y="5191571"/>
                </a:lnTo>
                <a:lnTo>
                  <a:pt x="10720724" y="5334638"/>
                </a:lnTo>
                <a:cubicBezTo>
                  <a:pt x="10721705" y="5385670"/>
                  <a:pt x="10729396" y="5440932"/>
                  <a:pt x="10732360" y="5508064"/>
                </a:cubicBezTo>
                <a:cubicBezTo>
                  <a:pt x="10717666" y="5567966"/>
                  <a:pt x="10726491" y="5729222"/>
                  <a:pt x="10703249" y="5814663"/>
                </a:cubicBezTo>
                <a:lnTo>
                  <a:pt x="10695711" y="5831502"/>
                </a:lnTo>
                <a:lnTo>
                  <a:pt x="10664580" y="5849693"/>
                </a:lnTo>
                <a:lnTo>
                  <a:pt x="10643398" y="5862847"/>
                </a:lnTo>
                <a:lnTo>
                  <a:pt x="10614775" y="5848302"/>
                </a:lnTo>
                <a:cubicBezTo>
                  <a:pt x="10615249" y="5812543"/>
                  <a:pt x="10597717" y="5706074"/>
                  <a:pt x="10584358" y="5645126"/>
                </a:cubicBezTo>
                <a:lnTo>
                  <a:pt x="10578649" y="5623829"/>
                </a:lnTo>
                <a:lnTo>
                  <a:pt x="10534641" y="5679274"/>
                </a:lnTo>
                <a:cubicBezTo>
                  <a:pt x="10546417" y="5670588"/>
                  <a:pt x="10549043" y="5660072"/>
                  <a:pt x="10545807" y="5649770"/>
                </a:cubicBezTo>
                <a:lnTo>
                  <a:pt x="10528750" y="5629667"/>
                </a:lnTo>
                <a:lnTo>
                  <a:pt x="10513507" y="5638590"/>
                </a:lnTo>
                <a:cubicBezTo>
                  <a:pt x="10491210" y="5654642"/>
                  <a:pt x="10471924" y="5670136"/>
                  <a:pt x="10471924" y="5670136"/>
                </a:cubicBezTo>
                <a:lnTo>
                  <a:pt x="10460073" y="5613627"/>
                </a:lnTo>
                <a:lnTo>
                  <a:pt x="10447250" y="5617608"/>
                </a:lnTo>
                <a:cubicBezTo>
                  <a:pt x="10435564" y="5637351"/>
                  <a:pt x="10434464" y="5653687"/>
                  <a:pt x="10439152" y="5668544"/>
                </a:cubicBezTo>
                <a:lnTo>
                  <a:pt x="10440388" y="5670492"/>
                </a:lnTo>
                <a:lnTo>
                  <a:pt x="10439356" y="5671055"/>
                </a:lnTo>
                <a:cubicBezTo>
                  <a:pt x="10435322" y="5676353"/>
                  <a:pt x="10433145" y="5682279"/>
                  <a:pt x="10434968" y="5686863"/>
                </a:cubicBezTo>
                <a:lnTo>
                  <a:pt x="10452993" y="5690392"/>
                </a:lnTo>
                <a:lnTo>
                  <a:pt x="10465779" y="5710568"/>
                </a:lnTo>
                <a:lnTo>
                  <a:pt x="10473023" y="5728231"/>
                </a:lnTo>
                <a:lnTo>
                  <a:pt x="10484737" y="5819401"/>
                </a:lnTo>
                <a:lnTo>
                  <a:pt x="10496907" y="5900991"/>
                </a:lnTo>
                <a:lnTo>
                  <a:pt x="10491400" y="5943874"/>
                </a:lnTo>
                <a:lnTo>
                  <a:pt x="10485309" y="5963606"/>
                </a:lnTo>
                <a:lnTo>
                  <a:pt x="10459986" y="5981304"/>
                </a:lnTo>
                <a:cubicBezTo>
                  <a:pt x="10443300" y="5993860"/>
                  <a:pt x="10429908" y="6005094"/>
                  <a:pt x="10421099" y="6014372"/>
                </a:cubicBezTo>
                <a:cubicBezTo>
                  <a:pt x="10396171" y="6044341"/>
                  <a:pt x="10412587" y="6059590"/>
                  <a:pt x="10452927" y="6065256"/>
                </a:cubicBezTo>
                <a:lnTo>
                  <a:pt x="10453924" y="6065281"/>
                </a:lnTo>
                <a:lnTo>
                  <a:pt x="10451016" y="6074709"/>
                </a:lnTo>
                <a:lnTo>
                  <a:pt x="10444752" y="6113498"/>
                </a:lnTo>
                <a:lnTo>
                  <a:pt x="10417537" y="6130439"/>
                </a:lnTo>
                <a:cubicBezTo>
                  <a:pt x="10405531" y="6139192"/>
                  <a:pt x="10395382" y="6147297"/>
                  <a:pt x="10395382" y="6147297"/>
                </a:cubicBezTo>
                <a:cubicBezTo>
                  <a:pt x="10359036" y="6141610"/>
                  <a:pt x="10364008" y="6096187"/>
                  <a:pt x="10362018" y="6063053"/>
                </a:cubicBezTo>
                <a:cubicBezTo>
                  <a:pt x="10340563" y="6052192"/>
                  <a:pt x="10361545" y="5965976"/>
                  <a:pt x="10306060" y="6003582"/>
                </a:cubicBezTo>
                <a:cubicBezTo>
                  <a:pt x="10250578" y="6041186"/>
                  <a:pt x="10337206" y="6027990"/>
                  <a:pt x="10290044" y="6044378"/>
                </a:cubicBezTo>
                <a:lnTo>
                  <a:pt x="10228871" y="6046714"/>
                </a:lnTo>
                <a:lnTo>
                  <a:pt x="10214598" y="6017223"/>
                </a:lnTo>
                <a:cubicBezTo>
                  <a:pt x="10209458" y="5992731"/>
                  <a:pt x="10207753" y="5965247"/>
                  <a:pt x="10206054" y="5939147"/>
                </a:cubicBezTo>
                <a:lnTo>
                  <a:pt x="10205144" y="5931637"/>
                </a:lnTo>
                <a:lnTo>
                  <a:pt x="10199039" y="5881356"/>
                </a:lnTo>
                <a:lnTo>
                  <a:pt x="10180551" y="5951397"/>
                </a:lnTo>
                <a:cubicBezTo>
                  <a:pt x="10161424" y="5954972"/>
                  <a:pt x="10146585" y="5940831"/>
                  <a:pt x="10134716" y="5916925"/>
                </a:cubicBezTo>
                <a:lnTo>
                  <a:pt x="10118431" y="5862744"/>
                </a:lnTo>
                <a:lnTo>
                  <a:pt x="10088190" y="5874892"/>
                </a:lnTo>
                <a:cubicBezTo>
                  <a:pt x="10035019" y="5894356"/>
                  <a:pt x="9971561" y="5915103"/>
                  <a:pt x="9945985" y="5923361"/>
                </a:cubicBezTo>
                <a:lnTo>
                  <a:pt x="9937222" y="5926176"/>
                </a:lnTo>
                <a:lnTo>
                  <a:pt x="9926921" y="5940156"/>
                </a:lnTo>
                <a:lnTo>
                  <a:pt x="9861731" y="6025112"/>
                </a:lnTo>
                <a:lnTo>
                  <a:pt x="9863792" y="6017121"/>
                </a:lnTo>
                <a:lnTo>
                  <a:pt x="9870113" y="5983514"/>
                </a:lnTo>
                <a:lnTo>
                  <a:pt x="9818745" y="5940035"/>
                </a:lnTo>
                <a:lnTo>
                  <a:pt x="9800376" y="5959647"/>
                </a:lnTo>
                <a:cubicBezTo>
                  <a:pt x="9804015" y="5957116"/>
                  <a:pt x="9805427" y="5951681"/>
                  <a:pt x="9805341" y="5944769"/>
                </a:cubicBezTo>
                <a:lnTo>
                  <a:pt x="9802195" y="5926038"/>
                </a:lnTo>
                <a:lnTo>
                  <a:pt x="9763799" y="5893541"/>
                </a:lnTo>
                <a:lnTo>
                  <a:pt x="9754908" y="5926345"/>
                </a:lnTo>
                <a:lnTo>
                  <a:pt x="9709524" y="5966401"/>
                </a:lnTo>
                <a:lnTo>
                  <a:pt x="9726706" y="6021698"/>
                </a:lnTo>
                <a:lnTo>
                  <a:pt x="9680375" y="5992651"/>
                </a:lnTo>
                <a:lnTo>
                  <a:pt x="9658978" y="6050319"/>
                </a:lnTo>
                <a:lnTo>
                  <a:pt x="9647318" y="6077036"/>
                </a:lnTo>
                <a:lnTo>
                  <a:pt x="9753259" y="6209954"/>
                </a:lnTo>
                <a:lnTo>
                  <a:pt x="9799306" y="6309943"/>
                </a:lnTo>
                <a:lnTo>
                  <a:pt x="9796114" y="6317389"/>
                </a:lnTo>
                <a:cubicBezTo>
                  <a:pt x="9783795" y="6338731"/>
                  <a:pt x="9768132" y="6362508"/>
                  <a:pt x="9753385" y="6384853"/>
                </a:cubicBezTo>
                <a:lnTo>
                  <a:pt x="9718958" y="6439296"/>
                </a:lnTo>
                <a:lnTo>
                  <a:pt x="9701281" y="6407178"/>
                </a:lnTo>
                <a:cubicBezTo>
                  <a:pt x="9691555" y="6385545"/>
                  <a:pt x="9679494" y="6365773"/>
                  <a:pt x="9659397" y="6367828"/>
                </a:cubicBezTo>
                <a:cubicBezTo>
                  <a:pt x="9645867" y="6364073"/>
                  <a:pt x="9589662" y="6408970"/>
                  <a:pt x="9589662" y="6408970"/>
                </a:cubicBezTo>
                <a:cubicBezTo>
                  <a:pt x="9589662" y="6408970"/>
                  <a:pt x="9586120" y="6408441"/>
                  <a:pt x="9583619" y="6405258"/>
                </a:cubicBezTo>
                <a:lnTo>
                  <a:pt x="9583709" y="6396628"/>
                </a:lnTo>
                <a:lnTo>
                  <a:pt x="9574136" y="6392859"/>
                </a:lnTo>
                <a:lnTo>
                  <a:pt x="9583825" y="6385631"/>
                </a:lnTo>
                <a:cubicBezTo>
                  <a:pt x="9554044" y="6395982"/>
                  <a:pt x="9528103" y="6396541"/>
                  <a:pt x="9528103" y="6396541"/>
                </a:cubicBezTo>
                <a:cubicBezTo>
                  <a:pt x="9464926" y="6453729"/>
                  <a:pt x="9611119" y="6419833"/>
                  <a:pt x="9593970" y="6496268"/>
                </a:cubicBezTo>
                <a:cubicBezTo>
                  <a:pt x="9590130" y="6506055"/>
                  <a:pt x="9559215" y="6552031"/>
                  <a:pt x="9555372" y="6561823"/>
                </a:cubicBezTo>
                <a:cubicBezTo>
                  <a:pt x="9550403" y="6607243"/>
                  <a:pt x="9562802" y="6646623"/>
                  <a:pt x="9568881" y="6696647"/>
                </a:cubicBezTo>
                <a:cubicBezTo>
                  <a:pt x="9575442" y="6712695"/>
                  <a:pt x="9650990" y="6825968"/>
                  <a:pt x="9647146" y="6835760"/>
                </a:cubicBezTo>
                <a:cubicBezTo>
                  <a:pt x="9624571" y="6860513"/>
                  <a:pt x="9558036" y="6893504"/>
                  <a:pt x="9543783" y="6897053"/>
                </a:cubicBezTo>
                <a:cubicBezTo>
                  <a:pt x="9535495" y="6893588"/>
                  <a:pt x="9508807" y="6841818"/>
                  <a:pt x="9499415" y="6848845"/>
                </a:cubicBezTo>
                <a:lnTo>
                  <a:pt x="9497840" y="6869879"/>
                </a:lnTo>
                <a:lnTo>
                  <a:pt x="9478367" y="6854178"/>
                </a:lnTo>
                <a:lnTo>
                  <a:pt x="9424278" y="6829109"/>
                </a:lnTo>
                <a:lnTo>
                  <a:pt x="9394368" y="6795176"/>
                </a:lnTo>
                <a:cubicBezTo>
                  <a:pt x="9382895" y="6782781"/>
                  <a:pt x="9373930" y="6772859"/>
                  <a:pt x="9370331" y="6765654"/>
                </a:cubicBezTo>
                <a:cubicBezTo>
                  <a:pt x="9307614" y="6704298"/>
                  <a:pt x="9255577" y="6641692"/>
                  <a:pt x="9204739" y="6580789"/>
                </a:cubicBezTo>
                <a:lnTo>
                  <a:pt x="9193637" y="6568539"/>
                </a:lnTo>
                <a:lnTo>
                  <a:pt x="9173561" y="6610592"/>
                </a:lnTo>
                <a:lnTo>
                  <a:pt x="9164654" y="6626719"/>
                </a:lnTo>
                <a:lnTo>
                  <a:pt x="9175954" y="6644098"/>
                </a:lnTo>
                <a:lnTo>
                  <a:pt x="9119276" y="6676440"/>
                </a:lnTo>
                <a:cubicBezTo>
                  <a:pt x="9119276" y="6676440"/>
                  <a:pt x="9147692" y="6770458"/>
                  <a:pt x="9138164" y="6812715"/>
                </a:cubicBezTo>
                <a:lnTo>
                  <a:pt x="9158676" y="6943067"/>
                </a:lnTo>
                <a:lnTo>
                  <a:pt x="9158656" y="6943149"/>
                </a:lnTo>
                <a:lnTo>
                  <a:pt x="9158700" y="6943199"/>
                </a:lnTo>
                <a:lnTo>
                  <a:pt x="9164473" y="6979916"/>
                </a:lnTo>
                <a:lnTo>
                  <a:pt x="9175326" y="7019367"/>
                </a:lnTo>
                <a:lnTo>
                  <a:pt x="9174626" y="7023929"/>
                </a:lnTo>
                <a:cubicBezTo>
                  <a:pt x="9171304" y="7040583"/>
                  <a:pt x="9168944" y="7054788"/>
                  <a:pt x="9172224" y="7062811"/>
                </a:cubicBezTo>
                <a:lnTo>
                  <a:pt x="9206249" y="7136306"/>
                </a:lnTo>
                <a:lnTo>
                  <a:pt x="9210063" y="7150973"/>
                </a:lnTo>
                <a:lnTo>
                  <a:pt x="9209733" y="7157141"/>
                </a:lnTo>
                <a:lnTo>
                  <a:pt x="9205587" y="7144675"/>
                </a:lnTo>
                <a:cubicBezTo>
                  <a:pt x="9198221" y="7133403"/>
                  <a:pt x="9188120" y="7127404"/>
                  <a:pt x="9173735" y="7129930"/>
                </a:cubicBezTo>
                <a:lnTo>
                  <a:pt x="9147760" y="7140398"/>
                </a:lnTo>
                <a:lnTo>
                  <a:pt x="9098157" y="7081974"/>
                </a:lnTo>
                <a:cubicBezTo>
                  <a:pt x="9082462" y="7060544"/>
                  <a:pt x="9069952" y="7040097"/>
                  <a:pt x="9064907" y="7026203"/>
                </a:cubicBezTo>
                <a:cubicBezTo>
                  <a:pt x="9064907" y="7026203"/>
                  <a:pt x="9062194" y="6937338"/>
                  <a:pt x="9003591" y="7013928"/>
                </a:cubicBezTo>
                <a:cubicBezTo>
                  <a:pt x="8996283" y="7025343"/>
                  <a:pt x="8997124" y="7037931"/>
                  <a:pt x="9002320" y="7050354"/>
                </a:cubicBezTo>
                <a:lnTo>
                  <a:pt x="9026834" y="7085383"/>
                </a:lnTo>
                <a:lnTo>
                  <a:pt x="9014840" y="7086653"/>
                </a:lnTo>
                <a:cubicBezTo>
                  <a:pt x="9008821" y="7091758"/>
                  <a:pt x="9004661" y="7102012"/>
                  <a:pt x="9004097" y="7119824"/>
                </a:cubicBezTo>
                <a:cubicBezTo>
                  <a:pt x="8998486" y="7166875"/>
                  <a:pt x="9048999" y="7174688"/>
                  <a:pt x="9056200" y="7189098"/>
                </a:cubicBezTo>
                <a:cubicBezTo>
                  <a:pt x="9065883" y="7202648"/>
                  <a:pt x="9031848" y="7251121"/>
                  <a:pt x="9028010" y="7260910"/>
                </a:cubicBezTo>
                <a:cubicBezTo>
                  <a:pt x="9042177" y="7263034"/>
                  <a:pt x="9056429" y="7259485"/>
                  <a:pt x="9063632" y="7273898"/>
                </a:cubicBezTo>
                <a:cubicBezTo>
                  <a:pt x="9059792" y="7283684"/>
                  <a:pt x="9043773" y="7324486"/>
                  <a:pt x="9036072" y="7344082"/>
                </a:cubicBezTo>
                <a:cubicBezTo>
                  <a:pt x="9046486" y="7350321"/>
                  <a:pt x="9055044" y="7399494"/>
                  <a:pt x="9064963" y="7439735"/>
                </a:cubicBezTo>
                <a:lnTo>
                  <a:pt x="9066384" y="7446181"/>
                </a:lnTo>
                <a:lnTo>
                  <a:pt x="9039938" y="7505760"/>
                </a:lnTo>
                <a:lnTo>
                  <a:pt x="9003902" y="7446510"/>
                </a:lnTo>
                <a:cubicBezTo>
                  <a:pt x="8992823" y="7411953"/>
                  <a:pt x="8984079" y="7375534"/>
                  <a:pt x="8966832" y="7351227"/>
                </a:cubicBezTo>
                <a:cubicBezTo>
                  <a:pt x="8957027" y="7324334"/>
                  <a:pt x="8937856" y="7304925"/>
                  <a:pt x="8916736" y="7287070"/>
                </a:cubicBezTo>
                <a:lnTo>
                  <a:pt x="8901400" y="7273461"/>
                </a:lnTo>
                <a:lnTo>
                  <a:pt x="8899589" y="7281006"/>
                </a:lnTo>
                <a:lnTo>
                  <a:pt x="8884109" y="7343952"/>
                </a:lnTo>
                <a:lnTo>
                  <a:pt x="8911342" y="7388835"/>
                </a:lnTo>
                <a:cubicBezTo>
                  <a:pt x="8943128" y="7411604"/>
                  <a:pt x="8976978" y="7461860"/>
                  <a:pt x="8889638" y="7482342"/>
                </a:cubicBezTo>
                <a:lnTo>
                  <a:pt x="8854947" y="7466967"/>
                </a:lnTo>
                <a:lnTo>
                  <a:pt x="8843169" y="7523212"/>
                </a:lnTo>
                <a:lnTo>
                  <a:pt x="8802130" y="7484190"/>
                </a:lnTo>
                <a:cubicBezTo>
                  <a:pt x="8770799" y="7456527"/>
                  <a:pt x="8749060" y="7446826"/>
                  <a:pt x="8750977" y="7493998"/>
                </a:cubicBezTo>
                <a:lnTo>
                  <a:pt x="8759257" y="7548209"/>
                </a:lnTo>
                <a:lnTo>
                  <a:pt x="8731247" y="7619177"/>
                </a:lnTo>
                <a:cubicBezTo>
                  <a:pt x="8670165" y="7830330"/>
                  <a:pt x="8639543" y="8006668"/>
                  <a:pt x="8591670" y="8222248"/>
                </a:cubicBezTo>
                <a:lnTo>
                  <a:pt x="8581095" y="8240405"/>
                </a:lnTo>
                <a:lnTo>
                  <a:pt x="8565246" y="8209590"/>
                </a:lnTo>
                <a:lnTo>
                  <a:pt x="8551568" y="8188597"/>
                </a:lnTo>
                <a:lnTo>
                  <a:pt x="8587560" y="7977246"/>
                </a:lnTo>
                <a:cubicBezTo>
                  <a:pt x="8611742" y="7891415"/>
                  <a:pt x="8636674" y="7804408"/>
                  <a:pt x="8632546" y="7732908"/>
                </a:cubicBezTo>
                <a:cubicBezTo>
                  <a:pt x="8594731" y="7843545"/>
                  <a:pt x="8567828" y="7946591"/>
                  <a:pt x="8545313" y="8047498"/>
                </a:cubicBezTo>
                <a:lnTo>
                  <a:pt x="8523918" y="8153520"/>
                </a:lnTo>
                <a:lnTo>
                  <a:pt x="8495642" y="8148720"/>
                </a:lnTo>
                <a:lnTo>
                  <a:pt x="8476014" y="8188532"/>
                </a:lnTo>
                <a:lnTo>
                  <a:pt x="8479098" y="8151842"/>
                </a:lnTo>
                <a:cubicBezTo>
                  <a:pt x="8480554" y="8124644"/>
                  <a:pt x="8450363" y="8132037"/>
                  <a:pt x="8457827" y="8107986"/>
                </a:cubicBezTo>
                <a:cubicBezTo>
                  <a:pt x="8458460" y="8042604"/>
                  <a:pt x="8518666" y="7922144"/>
                  <a:pt x="8504738" y="7866893"/>
                </a:cubicBezTo>
                <a:cubicBezTo>
                  <a:pt x="8475114" y="7939879"/>
                  <a:pt x="8473645" y="7967092"/>
                  <a:pt x="8450161" y="8028475"/>
                </a:cubicBezTo>
                <a:cubicBezTo>
                  <a:pt x="8450283" y="8015822"/>
                  <a:pt x="8450363" y="8132037"/>
                  <a:pt x="8419904" y="8166852"/>
                </a:cubicBezTo>
                <a:cubicBezTo>
                  <a:pt x="8381027" y="8200189"/>
                  <a:pt x="8444415" y="8000000"/>
                  <a:pt x="8444535" y="7987350"/>
                </a:cubicBezTo>
                <a:cubicBezTo>
                  <a:pt x="8498271" y="7787594"/>
                  <a:pt x="8514931" y="7684867"/>
                  <a:pt x="8561457" y="7483844"/>
                </a:cubicBezTo>
                <a:cubicBezTo>
                  <a:pt x="8561457" y="7483844"/>
                  <a:pt x="8621787" y="7350725"/>
                  <a:pt x="8561007" y="7405594"/>
                </a:cubicBezTo>
                <a:cubicBezTo>
                  <a:pt x="8530551" y="7440406"/>
                  <a:pt x="8522065" y="7569918"/>
                  <a:pt x="8514724" y="7581310"/>
                </a:cubicBezTo>
                <a:cubicBezTo>
                  <a:pt x="8469793" y="7742464"/>
                  <a:pt x="8438335" y="7880630"/>
                  <a:pt x="8383637" y="8054868"/>
                </a:cubicBezTo>
                <a:cubicBezTo>
                  <a:pt x="8430614" y="7932093"/>
                  <a:pt x="8406488" y="8058871"/>
                  <a:pt x="8370035" y="8090520"/>
                </a:cubicBezTo>
                <a:cubicBezTo>
                  <a:pt x="8316601" y="8133991"/>
                  <a:pt x="8392244" y="7912706"/>
                  <a:pt x="8392367" y="7900052"/>
                </a:cubicBezTo>
                <a:cubicBezTo>
                  <a:pt x="8439849" y="7724547"/>
                  <a:pt x="8478904" y="7547578"/>
                  <a:pt x="8546105" y="7326924"/>
                </a:cubicBezTo>
                <a:cubicBezTo>
                  <a:pt x="8546105" y="7326924"/>
                  <a:pt x="8577317" y="7214071"/>
                  <a:pt x="8540742" y="7258386"/>
                </a:cubicBezTo>
                <a:lnTo>
                  <a:pt x="8530149" y="7290756"/>
                </a:lnTo>
                <a:lnTo>
                  <a:pt x="8539112" y="7315415"/>
                </a:lnTo>
                <a:cubicBezTo>
                  <a:pt x="8541471" y="7326136"/>
                  <a:pt x="8541575" y="7336270"/>
                  <a:pt x="8537455" y="7344463"/>
                </a:cubicBezTo>
                <a:lnTo>
                  <a:pt x="8511872" y="7360920"/>
                </a:lnTo>
                <a:lnTo>
                  <a:pt x="8509531" y="7371235"/>
                </a:lnTo>
                <a:cubicBezTo>
                  <a:pt x="8524210" y="7348449"/>
                  <a:pt x="8494097" y="7472061"/>
                  <a:pt x="8448002" y="7504140"/>
                </a:cubicBezTo>
                <a:cubicBezTo>
                  <a:pt x="8433447" y="7514266"/>
                  <a:pt x="8478112" y="7380532"/>
                  <a:pt x="8486795" y="7354584"/>
                </a:cubicBezTo>
                <a:lnTo>
                  <a:pt x="8488691" y="7345680"/>
                </a:lnTo>
                <a:lnTo>
                  <a:pt x="8488088" y="7345236"/>
                </a:lnTo>
                <a:lnTo>
                  <a:pt x="8480556" y="7329015"/>
                </a:lnTo>
                <a:lnTo>
                  <a:pt x="8408185" y="7556594"/>
                </a:lnTo>
                <a:cubicBezTo>
                  <a:pt x="8375923" y="7667950"/>
                  <a:pt x="8345330" y="7779847"/>
                  <a:pt x="8310442" y="7898406"/>
                </a:cubicBezTo>
                <a:cubicBezTo>
                  <a:pt x="8310442" y="7898406"/>
                  <a:pt x="8347853" y="7892269"/>
                  <a:pt x="8304065" y="7935312"/>
                </a:cubicBezTo>
                <a:cubicBezTo>
                  <a:pt x="8279739" y="7958530"/>
                  <a:pt x="8302388" y="7858966"/>
                  <a:pt x="8295887" y="7908530"/>
                </a:cubicBezTo>
                <a:cubicBezTo>
                  <a:pt x="8320391" y="7741690"/>
                  <a:pt x="8425397" y="7474826"/>
                  <a:pt x="8426782" y="7331404"/>
                </a:cubicBezTo>
                <a:cubicBezTo>
                  <a:pt x="8328161" y="7561349"/>
                  <a:pt x="8311704" y="7767636"/>
                  <a:pt x="8242064" y="7992079"/>
                </a:cubicBezTo>
                <a:cubicBezTo>
                  <a:pt x="8241944" y="8004730"/>
                  <a:pt x="8212201" y="8090374"/>
                  <a:pt x="8180656" y="8112329"/>
                </a:cubicBezTo>
                <a:lnTo>
                  <a:pt x="8195967" y="8024159"/>
                </a:lnTo>
                <a:cubicBezTo>
                  <a:pt x="8227056" y="7923961"/>
                  <a:pt x="8252137" y="7822704"/>
                  <a:pt x="8261333" y="7744033"/>
                </a:cubicBezTo>
                <a:cubicBezTo>
                  <a:pt x="8230372" y="7830524"/>
                  <a:pt x="8206958" y="7915162"/>
                  <a:pt x="8184436" y="8001544"/>
                </a:cubicBezTo>
                <a:cubicBezTo>
                  <a:pt x="8161916" y="8087918"/>
                  <a:pt x="8140282" y="8176038"/>
                  <a:pt x="8112866" y="8269488"/>
                </a:cubicBezTo>
                <a:cubicBezTo>
                  <a:pt x="8073924" y="8433809"/>
                  <a:pt x="8065324" y="8575971"/>
                  <a:pt x="8017960" y="8738820"/>
                </a:cubicBezTo>
                <a:cubicBezTo>
                  <a:pt x="7995493" y="8819396"/>
                  <a:pt x="7974225" y="8900717"/>
                  <a:pt x="7961151" y="8975542"/>
                </a:cubicBezTo>
                <a:lnTo>
                  <a:pt x="7959718" y="9012647"/>
                </a:lnTo>
                <a:lnTo>
                  <a:pt x="8002335" y="8830906"/>
                </a:lnTo>
                <a:cubicBezTo>
                  <a:pt x="8020244" y="8758279"/>
                  <a:pt x="8038563" y="8686348"/>
                  <a:pt x="8055791" y="8617532"/>
                </a:cubicBezTo>
                <a:cubicBezTo>
                  <a:pt x="8071938" y="8567539"/>
                  <a:pt x="8087007" y="8504678"/>
                  <a:pt x="8094467" y="8480632"/>
                </a:cubicBezTo>
                <a:cubicBezTo>
                  <a:pt x="8125050" y="8433158"/>
                  <a:pt x="8132147" y="8447075"/>
                  <a:pt x="8154159" y="8412901"/>
                </a:cubicBezTo>
                <a:cubicBezTo>
                  <a:pt x="8154159" y="8412901"/>
                  <a:pt x="8192087" y="8354035"/>
                  <a:pt x="8177530" y="8364167"/>
                </a:cubicBezTo>
                <a:cubicBezTo>
                  <a:pt x="8192087" y="8354035"/>
                  <a:pt x="8191449" y="8419427"/>
                  <a:pt x="8183609" y="8483542"/>
                </a:cubicBezTo>
                <a:lnTo>
                  <a:pt x="8200717" y="8464379"/>
                </a:lnTo>
                <a:lnTo>
                  <a:pt x="8207585" y="8495758"/>
                </a:lnTo>
                <a:cubicBezTo>
                  <a:pt x="8203959" y="8543750"/>
                  <a:pt x="8170232" y="8620641"/>
                  <a:pt x="8151515" y="8687094"/>
                </a:cubicBezTo>
                <a:cubicBezTo>
                  <a:pt x="8090125" y="9054536"/>
                  <a:pt x="8027535" y="9421768"/>
                  <a:pt x="8076858" y="9679693"/>
                </a:cubicBezTo>
                <a:cubicBezTo>
                  <a:pt x="8104830" y="9777543"/>
                  <a:pt x="8134019" y="9873500"/>
                  <a:pt x="8154771" y="9970094"/>
                </a:cubicBezTo>
                <a:cubicBezTo>
                  <a:pt x="8175609" y="10182900"/>
                  <a:pt x="8172003" y="10431567"/>
                  <a:pt x="8251065" y="10603857"/>
                </a:cubicBezTo>
                <a:cubicBezTo>
                  <a:pt x="8304073" y="10729326"/>
                  <a:pt x="8332755" y="10878013"/>
                  <a:pt x="8389213" y="11020984"/>
                </a:cubicBezTo>
                <a:cubicBezTo>
                  <a:pt x="8404609" y="11049030"/>
                  <a:pt x="8404099" y="11101758"/>
                  <a:pt x="8419486" y="11129808"/>
                </a:cubicBezTo>
                <a:cubicBezTo>
                  <a:pt x="8423038" y="11136760"/>
                  <a:pt x="8431994" y="11145196"/>
                  <a:pt x="8441027" y="11145454"/>
                </a:cubicBezTo>
                <a:lnTo>
                  <a:pt x="8444408" y="11140325"/>
                </a:lnTo>
                <a:lnTo>
                  <a:pt x="8453111" y="11190961"/>
                </a:lnTo>
                <a:lnTo>
                  <a:pt x="8449265" y="11196550"/>
                </a:lnTo>
                <a:lnTo>
                  <a:pt x="8453883" y="11195479"/>
                </a:lnTo>
                <a:lnTo>
                  <a:pt x="8456734" y="11212071"/>
                </a:lnTo>
                <a:cubicBezTo>
                  <a:pt x="8486948" y="11403975"/>
                  <a:pt x="8518630" y="11594794"/>
                  <a:pt x="8556094" y="11783091"/>
                </a:cubicBezTo>
                <a:lnTo>
                  <a:pt x="8577385" y="11880850"/>
                </a:lnTo>
                <a:lnTo>
                  <a:pt x="1446785" y="11880850"/>
                </a:lnTo>
                <a:lnTo>
                  <a:pt x="1446785" y="11880849"/>
                </a:lnTo>
                <a:lnTo>
                  <a:pt x="0" y="11880849"/>
                </a:lnTo>
                <a:close/>
              </a:path>
            </a:pathLst>
          </a:custGeom>
          <a:solidFill>
            <a:schemeClr val="lt1">
              <a:alpha val="80000"/>
            </a:schemeClr>
          </a:solidFill>
          <a:ln>
            <a:noFill/>
          </a:ln>
          <a:effectLst>
            <a:outerShdw blurRad="482600" rotWithShape="0" algn="ctr" dist="495300">
              <a:srgbClr val="000000">
                <a:alpha val="20784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2"/>
          <p:cNvSpPr txBox="1"/>
          <p:nvPr/>
        </p:nvSpPr>
        <p:spPr>
          <a:xfrm>
            <a:off x="910378" y="1039024"/>
            <a:ext cx="429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 b="1" sz="29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2"/>
          <p:cNvSpPr txBox="1"/>
          <p:nvPr/>
        </p:nvSpPr>
        <p:spPr>
          <a:xfrm>
            <a:off x="910246" y="2175163"/>
            <a:ext cx="1461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2"/>
          <p:cNvSpPr/>
          <p:nvPr/>
        </p:nvSpPr>
        <p:spPr>
          <a:xfrm>
            <a:off x="936989" y="5351060"/>
            <a:ext cx="2935776" cy="6349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910255" y="2928475"/>
            <a:ext cx="838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2"/>
          <p:cNvSpPr/>
          <p:nvPr/>
        </p:nvSpPr>
        <p:spPr>
          <a:xfrm>
            <a:off x="936989" y="5351059"/>
            <a:ext cx="2643945" cy="6349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2"/>
          <p:cNvSpPr/>
          <p:nvPr/>
        </p:nvSpPr>
        <p:spPr>
          <a:xfrm>
            <a:off x="3462833" y="5283867"/>
            <a:ext cx="197874" cy="19787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2"/>
          <p:cNvSpPr/>
          <p:nvPr/>
        </p:nvSpPr>
        <p:spPr>
          <a:xfrm>
            <a:off x="3506961" y="5323508"/>
            <a:ext cx="109618" cy="118592"/>
          </a:xfrm>
          <a:custGeom>
            <a:rect b="b" l="l" r="r" t="t"/>
            <a:pathLst>
              <a:path extrusionOk="0" h="3433" w="3393">
                <a:moveTo>
                  <a:pt x="1141" y="2512"/>
                </a:moveTo>
                <a:lnTo>
                  <a:pt x="1045" y="2538"/>
                </a:lnTo>
                <a:lnTo>
                  <a:pt x="954" y="2568"/>
                </a:lnTo>
                <a:lnTo>
                  <a:pt x="870" y="2600"/>
                </a:lnTo>
                <a:lnTo>
                  <a:pt x="792" y="2632"/>
                </a:lnTo>
                <a:lnTo>
                  <a:pt x="718" y="2665"/>
                </a:lnTo>
                <a:lnTo>
                  <a:pt x="782" y="2729"/>
                </a:lnTo>
                <a:lnTo>
                  <a:pt x="849" y="2786"/>
                </a:lnTo>
                <a:lnTo>
                  <a:pt x="920" y="2840"/>
                </a:lnTo>
                <a:lnTo>
                  <a:pt x="993" y="2889"/>
                </a:lnTo>
                <a:lnTo>
                  <a:pt x="1069" y="2933"/>
                </a:lnTo>
                <a:lnTo>
                  <a:pt x="1147" y="2971"/>
                </a:lnTo>
                <a:lnTo>
                  <a:pt x="1229" y="3003"/>
                </a:lnTo>
                <a:lnTo>
                  <a:pt x="1312" y="3031"/>
                </a:lnTo>
                <a:lnTo>
                  <a:pt x="1396" y="3054"/>
                </a:lnTo>
                <a:lnTo>
                  <a:pt x="1359" y="2994"/>
                </a:lnTo>
                <a:lnTo>
                  <a:pt x="1321" y="2927"/>
                </a:lnTo>
                <a:lnTo>
                  <a:pt x="1283" y="2855"/>
                </a:lnTo>
                <a:lnTo>
                  <a:pt x="1246" y="2777"/>
                </a:lnTo>
                <a:lnTo>
                  <a:pt x="1209" y="2694"/>
                </a:lnTo>
                <a:lnTo>
                  <a:pt x="1174" y="2606"/>
                </a:lnTo>
                <a:lnTo>
                  <a:pt x="1141" y="2512"/>
                </a:lnTo>
                <a:close/>
                <a:moveTo>
                  <a:pt x="2217" y="2502"/>
                </a:moveTo>
                <a:lnTo>
                  <a:pt x="2181" y="2597"/>
                </a:lnTo>
                <a:lnTo>
                  <a:pt x="2144" y="2690"/>
                </a:lnTo>
                <a:lnTo>
                  <a:pt x="2105" y="2776"/>
                </a:lnTo>
                <a:lnTo>
                  <a:pt x="2066" y="2856"/>
                </a:lnTo>
                <a:lnTo>
                  <a:pt x="2026" y="2931"/>
                </a:lnTo>
                <a:lnTo>
                  <a:pt x="1987" y="3000"/>
                </a:lnTo>
                <a:lnTo>
                  <a:pt x="1948" y="3064"/>
                </a:lnTo>
                <a:lnTo>
                  <a:pt x="2031" y="3045"/>
                </a:lnTo>
                <a:lnTo>
                  <a:pt x="2112" y="3022"/>
                </a:lnTo>
                <a:lnTo>
                  <a:pt x="2190" y="2994"/>
                </a:lnTo>
                <a:lnTo>
                  <a:pt x="2267" y="2960"/>
                </a:lnTo>
                <a:lnTo>
                  <a:pt x="2341" y="2923"/>
                </a:lnTo>
                <a:lnTo>
                  <a:pt x="2413" y="2880"/>
                </a:lnTo>
                <a:lnTo>
                  <a:pt x="2483" y="2834"/>
                </a:lnTo>
                <a:lnTo>
                  <a:pt x="2550" y="2781"/>
                </a:lnTo>
                <a:lnTo>
                  <a:pt x="2614" y="2725"/>
                </a:lnTo>
                <a:lnTo>
                  <a:pt x="2674" y="2665"/>
                </a:lnTo>
                <a:lnTo>
                  <a:pt x="2608" y="2635"/>
                </a:lnTo>
                <a:lnTo>
                  <a:pt x="2538" y="2605"/>
                </a:lnTo>
                <a:lnTo>
                  <a:pt x="2464" y="2576"/>
                </a:lnTo>
                <a:lnTo>
                  <a:pt x="2386" y="2549"/>
                </a:lnTo>
                <a:lnTo>
                  <a:pt x="2303" y="2524"/>
                </a:lnTo>
                <a:lnTo>
                  <a:pt x="2217" y="2502"/>
                </a:lnTo>
                <a:close/>
                <a:moveTo>
                  <a:pt x="1697" y="2441"/>
                </a:moveTo>
                <a:lnTo>
                  <a:pt x="1604" y="2443"/>
                </a:lnTo>
                <a:lnTo>
                  <a:pt x="1514" y="2448"/>
                </a:lnTo>
                <a:lnTo>
                  <a:pt x="1428" y="2457"/>
                </a:lnTo>
                <a:lnTo>
                  <a:pt x="1344" y="2470"/>
                </a:lnTo>
                <a:lnTo>
                  <a:pt x="1372" y="2547"/>
                </a:lnTo>
                <a:lnTo>
                  <a:pt x="1402" y="2620"/>
                </a:lnTo>
                <a:lnTo>
                  <a:pt x="1434" y="2690"/>
                </a:lnTo>
                <a:lnTo>
                  <a:pt x="1464" y="2755"/>
                </a:lnTo>
                <a:lnTo>
                  <a:pt x="1496" y="2815"/>
                </a:lnTo>
                <a:lnTo>
                  <a:pt x="1528" y="2872"/>
                </a:lnTo>
                <a:lnTo>
                  <a:pt x="1559" y="2925"/>
                </a:lnTo>
                <a:lnTo>
                  <a:pt x="1590" y="2972"/>
                </a:lnTo>
                <a:lnTo>
                  <a:pt x="1618" y="3015"/>
                </a:lnTo>
                <a:lnTo>
                  <a:pt x="1646" y="3054"/>
                </a:lnTo>
                <a:lnTo>
                  <a:pt x="1671" y="3087"/>
                </a:lnTo>
                <a:lnTo>
                  <a:pt x="1678" y="3087"/>
                </a:lnTo>
                <a:lnTo>
                  <a:pt x="1685" y="3087"/>
                </a:lnTo>
                <a:lnTo>
                  <a:pt x="1710" y="3052"/>
                </a:lnTo>
                <a:lnTo>
                  <a:pt x="1736" y="3012"/>
                </a:lnTo>
                <a:lnTo>
                  <a:pt x="1765" y="2968"/>
                </a:lnTo>
                <a:lnTo>
                  <a:pt x="1794" y="2919"/>
                </a:lnTo>
                <a:lnTo>
                  <a:pt x="1825" y="2865"/>
                </a:lnTo>
                <a:lnTo>
                  <a:pt x="1857" y="2808"/>
                </a:lnTo>
                <a:lnTo>
                  <a:pt x="1889" y="2746"/>
                </a:lnTo>
                <a:lnTo>
                  <a:pt x="1921" y="2681"/>
                </a:lnTo>
                <a:lnTo>
                  <a:pt x="1951" y="2611"/>
                </a:lnTo>
                <a:lnTo>
                  <a:pt x="1981" y="2539"/>
                </a:lnTo>
                <a:lnTo>
                  <a:pt x="2011" y="2463"/>
                </a:lnTo>
                <a:lnTo>
                  <a:pt x="1936" y="2454"/>
                </a:lnTo>
                <a:lnTo>
                  <a:pt x="1858" y="2447"/>
                </a:lnTo>
                <a:lnTo>
                  <a:pt x="1779" y="2442"/>
                </a:lnTo>
                <a:lnTo>
                  <a:pt x="1697" y="2441"/>
                </a:lnTo>
                <a:close/>
                <a:moveTo>
                  <a:pt x="2347" y="1823"/>
                </a:moveTo>
                <a:lnTo>
                  <a:pt x="2340" y="1924"/>
                </a:lnTo>
                <a:lnTo>
                  <a:pt x="2329" y="2023"/>
                </a:lnTo>
                <a:lnTo>
                  <a:pt x="2314" y="2120"/>
                </a:lnTo>
                <a:lnTo>
                  <a:pt x="2296" y="2212"/>
                </a:lnTo>
                <a:lnTo>
                  <a:pt x="2275" y="2302"/>
                </a:lnTo>
                <a:lnTo>
                  <a:pt x="2362" y="2326"/>
                </a:lnTo>
                <a:lnTo>
                  <a:pt x="2446" y="2350"/>
                </a:lnTo>
                <a:lnTo>
                  <a:pt x="2527" y="2378"/>
                </a:lnTo>
                <a:lnTo>
                  <a:pt x="2602" y="2407"/>
                </a:lnTo>
                <a:lnTo>
                  <a:pt x="2674" y="2437"/>
                </a:lnTo>
                <a:lnTo>
                  <a:pt x="2743" y="2469"/>
                </a:lnTo>
                <a:lnTo>
                  <a:pt x="2807" y="2501"/>
                </a:lnTo>
                <a:lnTo>
                  <a:pt x="2857" y="2424"/>
                </a:lnTo>
                <a:lnTo>
                  <a:pt x="2901" y="2344"/>
                </a:lnTo>
                <a:lnTo>
                  <a:pt x="2939" y="2262"/>
                </a:lnTo>
                <a:lnTo>
                  <a:pt x="2972" y="2179"/>
                </a:lnTo>
                <a:lnTo>
                  <a:pt x="3000" y="2092"/>
                </a:lnTo>
                <a:lnTo>
                  <a:pt x="3021" y="2005"/>
                </a:lnTo>
                <a:lnTo>
                  <a:pt x="3037" y="1914"/>
                </a:lnTo>
                <a:lnTo>
                  <a:pt x="3047" y="1823"/>
                </a:lnTo>
                <a:lnTo>
                  <a:pt x="2347" y="1823"/>
                </a:lnTo>
                <a:close/>
                <a:moveTo>
                  <a:pt x="346" y="1823"/>
                </a:moveTo>
                <a:lnTo>
                  <a:pt x="357" y="1914"/>
                </a:lnTo>
                <a:lnTo>
                  <a:pt x="371" y="2005"/>
                </a:lnTo>
                <a:lnTo>
                  <a:pt x="394" y="2093"/>
                </a:lnTo>
                <a:lnTo>
                  <a:pt x="421" y="2179"/>
                </a:lnTo>
                <a:lnTo>
                  <a:pt x="454" y="2262"/>
                </a:lnTo>
                <a:lnTo>
                  <a:pt x="492" y="2344"/>
                </a:lnTo>
                <a:lnTo>
                  <a:pt x="537" y="2424"/>
                </a:lnTo>
                <a:lnTo>
                  <a:pt x="587" y="2501"/>
                </a:lnTo>
                <a:lnTo>
                  <a:pt x="656" y="2468"/>
                </a:lnTo>
                <a:lnTo>
                  <a:pt x="730" y="2433"/>
                </a:lnTo>
                <a:lnTo>
                  <a:pt x="811" y="2401"/>
                </a:lnTo>
                <a:lnTo>
                  <a:pt x="897" y="2370"/>
                </a:lnTo>
                <a:lnTo>
                  <a:pt x="988" y="2340"/>
                </a:lnTo>
                <a:lnTo>
                  <a:pt x="1084" y="2313"/>
                </a:lnTo>
                <a:lnTo>
                  <a:pt x="1064" y="2222"/>
                </a:lnTo>
                <a:lnTo>
                  <a:pt x="1047" y="2127"/>
                </a:lnTo>
                <a:lnTo>
                  <a:pt x="1034" y="2029"/>
                </a:lnTo>
                <a:lnTo>
                  <a:pt x="1023" y="1928"/>
                </a:lnTo>
                <a:lnTo>
                  <a:pt x="1017" y="1823"/>
                </a:lnTo>
                <a:lnTo>
                  <a:pt x="346" y="1823"/>
                </a:lnTo>
                <a:close/>
                <a:moveTo>
                  <a:pt x="1221" y="1823"/>
                </a:moveTo>
                <a:lnTo>
                  <a:pt x="1227" y="1919"/>
                </a:lnTo>
                <a:lnTo>
                  <a:pt x="1237" y="2011"/>
                </a:lnTo>
                <a:lnTo>
                  <a:pt x="1250" y="2100"/>
                </a:lnTo>
                <a:lnTo>
                  <a:pt x="1266" y="2186"/>
                </a:lnTo>
                <a:lnTo>
                  <a:pt x="1285" y="2269"/>
                </a:lnTo>
                <a:lnTo>
                  <a:pt x="1363" y="2257"/>
                </a:lnTo>
                <a:lnTo>
                  <a:pt x="1443" y="2247"/>
                </a:lnTo>
                <a:lnTo>
                  <a:pt x="1525" y="2240"/>
                </a:lnTo>
                <a:lnTo>
                  <a:pt x="1610" y="2234"/>
                </a:lnTo>
                <a:lnTo>
                  <a:pt x="1697" y="2233"/>
                </a:lnTo>
                <a:lnTo>
                  <a:pt x="1794" y="2236"/>
                </a:lnTo>
                <a:lnTo>
                  <a:pt x="1890" y="2241"/>
                </a:lnTo>
                <a:lnTo>
                  <a:pt x="1983" y="2251"/>
                </a:lnTo>
                <a:lnTo>
                  <a:pt x="2072" y="2262"/>
                </a:lnTo>
                <a:lnTo>
                  <a:pt x="2094" y="2180"/>
                </a:lnTo>
                <a:lnTo>
                  <a:pt x="2111" y="2094"/>
                </a:lnTo>
                <a:lnTo>
                  <a:pt x="2126" y="2006"/>
                </a:lnTo>
                <a:lnTo>
                  <a:pt x="2136" y="1916"/>
                </a:lnTo>
                <a:lnTo>
                  <a:pt x="2142" y="1823"/>
                </a:lnTo>
                <a:lnTo>
                  <a:pt x="1221" y="1823"/>
                </a:lnTo>
                <a:close/>
                <a:moveTo>
                  <a:pt x="1282" y="1182"/>
                </a:moveTo>
                <a:lnTo>
                  <a:pt x="1264" y="1263"/>
                </a:lnTo>
                <a:lnTo>
                  <a:pt x="1248" y="1346"/>
                </a:lnTo>
                <a:lnTo>
                  <a:pt x="1236" y="1433"/>
                </a:lnTo>
                <a:lnTo>
                  <a:pt x="1227" y="1524"/>
                </a:lnTo>
                <a:lnTo>
                  <a:pt x="1220" y="1616"/>
                </a:lnTo>
                <a:lnTo>
                  <a:pt x="2144" y="1616"/>
                </a:lnTo>
                <a:lnTo>
                  <a:pt x="2137" y="1526"/>
                </a:lnTo>
                <a:lnTo>
                  <a:pt x="2127" y="1438"/>
                </a:lnTo>
                <a:lnTo>
                  <a:pt x="2113" y="1352"/>
                </a:lnTo>
                <a:lnTo>
                  <a:pt x="2097" y="1268"/>
                </a:lnTo>
                <a:lnTo>
                  <a:pt x="2078" y="1187"/>
                </a:lnTo>
                <a:lnTo>
                  <a:pt x="1987" y="1199"/>
                </a:lnTo>
                <a:lnTo>
                  <a:pt x="1893" y="1209"/>
                </a:lnTo>
                <a:lnTo>
                  <a:pt x="1797" y="1215"/>
                </a:lnTo>
                <a:lnTo>
                  <a:pt x="1697" y="1216"/>
                </a:lnTo>
                <a:lnTo>
                  <a:pt x="1587" y="1214"/>
                </a:lnTo>
                <a:lnTo>
                  <a:pt x="1482" y="1208"/>
                </a:lnTo>
                <a:lnTo>
                  <a:pt x="1379" y="1197"/>
                </a:lnTo>
                <a:lnTo>
                  <a:pt x="1282" y="1182"/>
                </a:lnTo>
                <a:close/>
                <a:moveTo>
                  <a:pt x="2816" y="946"/>
                </a:moveTo>
                <a:lnTo>
                  <a:pt x="2751" y="978"/>
                </a:lnTo>
                <a:lnTo>
                  <a:pt x="2682" y="1009"/>
                </a:lnTo>
                <a:lnTo>
                  <a:pt x="2608" y="1040"/>
                </a:lnTo>
                <a:lnTo>
                  <a:pt x="2532" y="1070"/>
                </a:lnTo>
                <a:lnTo>
                  <a:pt x="2451" y="1097"/>
                </a:lnTo>
                <a:lnTo>
                  <a:pt x="2367" y="1123"/>
                </a:lnTo>
                <a:lnTo>
                  <a:pt x="2279" y="1147"/>
                </a:lnTo>
                <a:lnTo>
                  <a:pt x="2300" y="1236"/>
                </a:lnTo>
                <a:lnTo>
                  <a:pt x="2317" y="1327"/>
                </a:lnTo>
                <a:lnTo>
                  <a:pt x="2330" y="1420"/>
                </a:lnTo>
                <a:lnTo>
                  <a:pt x="2341" y="1517"/>
                </a:lnTo>
                <a:lnTo>
                  <a:pt x="2347" y="1616"/>
                </a:lnTo>
                <a:lnTo>
                  <a:pt x="3047" y="1616"/>
                </a:lnTo>
                <a:lnTo>
                  <a:pt x="3037" y="1525"/>
                </a:lnTo>
                <a:lnTo>
                  <a:pt x="3021" y="1434"/>
                </a:lnTo>
                <a:lnTo>
                  <a:pt x="3000" y="1346"/>
                </a:lnTo>
                <a:lnTo>
                  <a:pt x="2973" y="1260"/>
                </a:lnTo>
                <a:lnTo>
                  <a:pt x="2942" y="1178"/>
                </a:lnTo>
                <a:lnTo>
                  <a:pt x="2904" y="1097"/>
                </a:lnTo>
                <a:lnTo>
                  <a:pt x="2863" y="1020"/>
                </a:lnTo>
                <a:lnTo>
                  <a:pt x="2816" y="946"/>
                </a:lnTo>
                <a:close/>
                <a:moveTo>
                  <a:pt x="577" y="946"/>
                </a:moveTo>
                <a:lnTo>
                  <a:pt x="531" y="1020"/>
                </a:lnTo>
                <a:lnTo>
                  <a:pt x="489" y="1097"/>
                </a:lnTo>
                <a:lnTo>
                  <a:pt x="452" y="1178"/>
                </a:lnTo>
                <a:lnTo>
                  <a:pt x="420" y="1260"/>
                </a:lnTo>
                <a:lnTo>
                  <a:pt x="394" y="1346"/>
                </a:lnTo>
                <a:lnTo>
                  <a:pt x="372" y="1434"/>
                </a:lnTo>
                <a:lnTo>
                  <a:pt x="357" y="1525"/>
                </a:lnTo>
                <a:lnTo>
                  <a:pt x="347" y="1616"/>
                </a:lnTo>
                <a:lnTo>
                  <a:pt x="1017" y="1616"/>
                </a:lnTo>
                <a:lnTo>
                  <a:pt x="1022" y="1514"/>
                </a:lnTo>
                <a:lnTo>
                  <a:pt x="1032" y="1415"/>
                </a:lnTo>
                <a:lnTo>
                  <a:pt x="1045" y="1319"/>
                </a:lnTo>
                <a:lnTo>
                  <a:pt x="1061" y="1227"/>
                </a:lnTo>
                <a:lnTo>
                  <a:pt x="1080" y="1138"/>
                </a:lnTo>
                <a:lnTo>
                  <a:pt x="985" y="1111"/>
                </a:lnTo>
                <a:lnTo>
                  <a:pt x="895" y="1081"/>
                </a:lnTo>
                <a:lnTo>
                  <a:pt x="808" y="1050"/>
                </a:lnTo>
                <a:lnTo>
                  <a:pt x="726" y="1016"/>
                </a:lnTo>
                <a:lnTo>
                  <a:pt x="649" y="981"/>
                </a:lnTo>
                <a:lnTo>
                  <a:pt x="577" y="946"/>
                </a:lnTo>
                <a:close/>
                <a:moveTo>
                  <a:pt x="1395" y="381"/>
                </a:moveTo>
                <a:lnTo>
                  <a:pt x="1307" y="405"/>
                </a:lnTo>
                <a:lnTo>
                  <a:pt x="1222" y="433"/>
                </a:lnTo>
                <a:lnTo>
                  <a:pt x="1140" y="468"/>
                </a:lnTo>
                <a:lnTo>
                  <a:pt x="1059" y="509"/>
                </a:lnTo>
                <a:lnTo>
                  <a:pt x="983" y="554"/>
                </a:lnTo>
                <a:lnTo>
                  <a:pt x="909" y="603"/>
                </a:lnTo>
                <a:lnTo>
                  <a:pt x="839" y="658"/>
                </a:lnTo>
                <a:lnTo>
                  <a:pt x="772" y="717"/>
                </a:lnTo>
                <a:lnTo>
                  <a:pt x="710" y="780"/>
                </a:lnTo>
                <a:lnTo>
                  <a:pt x="785" y="816"/>
                </a:lnTo>
                <a:lnTo>
                  <a:pt x="865" y="849"/>
                </a:lnTo>
                <a:lnTo>
                  <a:pt x="950" y="881"/>
                </a:lnTo>
                <a:lnTo>
                  <a:pt x="1040" y="911"/>
                </a:lnTo>
                <a:lnTo>
                  <a:pt x="1135" y="938"/>
                </a:lnTo>
                <a:lnTo>
                  <a:pt x="1169" y="842"/>
                </a:lnTo>
                <a:lnTo>
                  <a:pt x="1204" y="750"/>
                </a:lnTo>
                <a:lnTo>
                  <a:pt x="1242" y="665"/>
                </a:lnTo>
                <a:lnTo>
                  <a:pt x="1280" y="585"/>
                </a:lnTo>
                <a:lnTo>
                  <a:pt x="1319" y="511"/>
                </a:lnTo>
                <a:lnTo>
                  <a:pt x="1357" y="443"/>
                </a:lnTo>
                <a:lnTo>
                  <a:pt x="1395" y="381"/>
                </a:lnTo>
                <a:close/>
                <a:moveTo>
                  <a:pt x="1949" y="370"/>
                </a:moveTo>
                <a:lnTo>
                  <a:pt x="1988" y="436"/>
                </a:lnTo>
                <a:lnTo>
                  <a:pt x="2028" y="507"/>
                </a:lnTo>
                <a:lnTo>
                  <a:pt x="2068" y="583"/>
                </a:lnTo>
                <a:lnTo>
                  <a:pt x="2109" y="667"/>
                </a:lnTo>
                <a:lnTo>
                  <a:pt x="2148" y="755"/>
                </a:lnTo>
                <a:lnTo>
                  <a:pt x="2186" y="848"/>
                </a:lnTo>
                <a:lnTo>
                  <a:pt x="2221" y="948"/>
                </a:lnTo>
                <a:lnTo>
                  <a:pt x="2308" y="924"/>
                </a:lnTo>
                <a:lnTo>
                  <a:pt x="2392" y="900"/>
                </a:lnTo>
                <a:lnTo>
                  <a:pt x="2470" y="872"/>
                </a:lnTo>
                <a:lnTo>
                  <a:pt x="2546" y="843"/>
                </a:lnTo>
                <a:lnTo>
                  <a:pt x="2617" y="812"/>
                </a:lnTo>
                <a:lnTo>
                  <a:pt x="2684" y="780"/>
                </a:lnTo>
                <a:lnTo>
                  <a:pt x="2624" y="720"/>
                </a:lnTo>
                <a:lnTo>
                  <a:pt x="2561" y="663"/>
                </a:lnTo>
                <a:lnTo>
                  <a:pt x="2494" y="611"/>
                </a:lnTo>
                <a:lnTo>
                  <a:pt x="2425" y="562"/>
                </a:lnTo>
                <a:lnTo>
                  <a:pt x="2352" y="518"/>
                </a:lnTo>
                <a:lnTo>
                  <a:pt x="2276" y="479"/>
                </a:lnTo>
                <a:lnTo>
                  <a:pt x="2198" y="444"/>
                </a:lnTo>
                <a:lnTo>
                  <a:pt x="2117" y="414"/>
                </a:lnTo>
                <a:lnTo>
                  <a:pt x="2034" y="389"/>
                </a:lnTo>
                <a:lnTo>
                  <a:pt x="1949" y="370"/>
                </a:lnTo>
                <a:close/>
                <a:moveTo>
                  <a:pt x="1685" y="347"/>
                </a:moveTo>
                <a:lnTo>
                  <a:pt x="1678" y="347"/>
                </a:lnTo>
                <a:lnTo>
                  <a:pt x="1671" y="347"/>
                </a:lnTo>
                <a:lnTo>
                  <a:pt x="1645" y="382"/>
                </a:lnTo>
                <a:lnTo>
                  <a:pt x="1617" y="421"/>
                </a:lnTo>
                <a:lnTo>
                  <a:pt x="1589" y="465"/>
                </a:lnTo>
                <a:lnTo>
                  <a:pt x="1558" y="514"/>
                </a:lnTo>
                <a:lnTo>
                  <a:pt x="1526" y="567"/>
                </a:lnTo>
                <a:lnTo>
                  <a:pt x="1493" y="625"/>
                </a:lnTo>
                <a:lnTo>
                  <a:pt x="1461" y="687"/>
                </a:lnTo>
                <a:lnTo>
                  <a:pt x="1428" y="755"/>
                </a:lnTo>
                <a:lnTo>
                  <a:pt x="1398" y="825"/>
                </a:lnTo>
                <a:lnTo>
                  <a:pt x="1368" y="901"/>
                </a:lnTo>
                <a:lnTo>
                  <a:pt x="1339" y="981"/>
                </a:lnTo>
                <a:lnTo>
                  <a:pt x="1424" y="993"/>
                </a:lnTo>
                <a:lnTo>
                  <a:pt x="1512" y="1002"/>
                </a:lnTo>
                <a:lnTo>
                  <a:pt x="1603" y="1008"/>
                </a:lnTo>
                <a:lnTo>
                  <a:pt x="1697" y="1009"/>
                </a:lnTo>
                <a:lnTo>
                  <a:pt x="1780" y="1008"/>
                </a:lnTo>
                <a:lnTo>
                  <a:pt x="1861" y="1004"/>
                </a:lnTo>
                <a:lnTo>
                  <a:pt x="1940" y="996"/>
                </a:lnTo>
                <a:lnTo>
                  <a:pt x="2016" y="987"/>
                </a:lnTo>
                <a:lnTo>
                  <a:pt x="1988" y="908"/>
                </a:lnTo>
                <a:lnTo>
                  <a:pt x="1957" y="834"/>
                </a:lnTo>
                <a:lnTo>
                  <a:pt x="1926" y="763"/>
                </a:lnTo>
                <a:lnTo>
                  <a:pt x="1893" y="696"/>
                </a:lnTo>
                <a:lnTo>
                  <a:pt x="1861" y="632"/>
                </a:lnTo>
                <a:lnTo>
                  <a:pt x="1829" y="573"/>
                </a:lnTo>
                <a:lnTo>
                  <a:pt x="1798" y="519"/>
                </a:lnTo>
                <a:lnTo>
                  <a:pt x="1767" y="469"/>
                </a:lnTo>
                <a:lnTo>
                  <a:pt x="1738" y="423"/>
                </a:lnTo>
                <a:lnTo>
                  <a:pt x="1711" y="382"/>
                </a:lnTo>
                <a:lnTo>
                  <a:pt x="1685" y="347"/>
                </a:lnTo>
                <a:close/>
                <a:moveTo>
                  <a:pt x="1697" y="0"/>
                </a:moveTo>
                <a:lnTo>
                  <a:pt x="1804" y="3"/>
                </a:lnTo>
                <a:lnTo>
                  <a:pt x="1909" y="14"/>
                </a:lnTo>
                <a:lnTo>
                  <a:pt x="2012" y="30"/>
                </a:lnTo>
                <a:lnTo>
                  <a:pt x="2114" y="52"/>
                </a:lnTo>
                <a:lnTo>
                  <a:pt x="2213" y="81"/>
                </a:lnTo>
                <a:lnTo>
                  <a:pt x="2309" y="116"/>
                </a:lnTo>
                <a:lnTo>
                  <a:pt x="2402" y="155"/>
                </a:lnTo>
                <a:lnTo>
                  <a:pt x="2494" y="202"/>
                </a:lnTo>
                <a:lnTo>
                  <a:pt x="2581" y="252"/>
                </a:lnTo>
                <a:lnTo>
                  <a:pt x="2665" y="308"/>
                </a:lnTo>
                <a:lnTo>
                  <a:pt x="2745" y="369"/>
                </a:lnTo>
                <a:lnTo>
                  <a:pt x="2823" y="433"/>
                </a:lnTo>
                <a:lnTo>
                  <a:pt x="2896" y="503"/>
                </a:lnTo>
                <a:lnTo>
                  <a:pt x="2964" y="577"/>
                </a:lnTo>
                <a:lnTo>
                  <a:pt x="3029" y="655"/>
                </a:lnTo>
                <a:lnTo>
                  <a:pt x="3089" y="736"/>
                </a:lnTo>
                <a:lnTo>
                  <a:pt x="3144" y="821"/>
                </a:lnTo>
                <a:lnTo>
                  <a:pt x="3194" y="910"/>
                </a:lnTo>
                <a:lnTo>
                  <a:pt x="3239" y="1002"/>
                </a:lnTo>
                <a:lnTo>
                  <a:pt x="3279" y="1097"/>
                </a:lnTo>
                <a:lnTo>
                  <a:pt x="3313" y="1194"/>
                </a:lnTo>
                <a:lnTo>
                  <a:pt x="3342" y="1295"/>
                </a:lnTo>
                <a:lnTo>
                  <a:pt x="3364" y="1397"/>
                </a:lnTo>
                <a:lnTo>
                  <a:pt x="3380" y="1501"/>
                </a:lnTo>
                <a:lnTo>
                  <a:pt x="3389" y="1608"/>
                </a:lnTo>
                <a:lnTo>
                  <a:pt x="3393" y="1717"/>
                </a:lnTo>
                <a:lnTo>
                  <a:pt x="3390" y="1814"/>
                </a:lnTo>
                <a:lnTo>
                  <a:pt x="3383" y="1908"/>
                </a:lnTo>
                <a:lnTo>
                  <a:pt x="3370" y="2003"/>
                </a:lnTo>
                <a:lnTo>
                  <a:pt x="3352" y="2096"/>
                </a:lnTo>
                <a:lnTo>
                  <a:pt x="3329" y="2187"/>
                </a:lnTo>
                <a:lnTo>
                  <a:pt x="3301" y="2277"/>
                </a:lnTo>
                <a:lnTo>
                  <a:pt x="3268" y="2366"/>
                </a:lnTo>
                <a:lnTo>
                  <a:pt x="3230" y="2451"/>
                </a:lnTo>
                <a:lnTo>
                  <a:pt x="3188" y="2536"/>
                </a:lnTo>
                <a:lnTo>
                  <a:pt x="3141" y="2618"/>
                </a:lnTo>
                <a:lnTo>
                  <a:pt x="3089" y="2698"/>
                </a:lnTo>
                <a:lnTo>
                  <a:pt x="3032" y="2776"/>
                </a:lnTo>
                <a:lnTo>
                  <a:pt x="2969" y="2852"/>
                </a:lnTo>
                <a:lnTo>
                  <a:pt x="2903" y="2924"/>
                </a:lnTo>
                <a:lnTo>
                  <a:pt x="2833" y="2992"/>
                </a:lnTo>
                <a:lnTo>
                  <a:pt x="2760" y="3055"/>
                </a:lnTo>
                <a:lnTo>
                  <a:pt x="2685" y="3113"/>
                </a:lnTo>
                <a:lnTo>
                  <a:pt x="2605" y="3168"/>
                </a:lnTo>
                <a:lnTo>
                  <a:pt x="2523" y="3217"/>
                </a:lnTo>
                <a:lnTo>
                  <a:pt x="2440" y="3261"/>
                </a:lnTo>
                <a:lnTo>
                  <a:pt x="2353" y="3301"/>
                </a:lnTo>
                <a:lnTo>
                  <a:pt x="2265" y="3335"/>
                </a:lnTo>
                <a:lnTo>
                  <a:pt x="2173" y="3365"/>
                </a:lnTo>
                <a:lnTo>
                  <a:pt x="2081" y="3389"/>
                </a:lnTo>
                <a:lnTo>
                  <a:pt x="1987" y="3408"/>
                </a:lnTo>
                <a:lnTo>
                  <a:pt x="1891" y="3422"/>
                </a:lnTo>
                <a:lnTo>
                  <a:pt x="1794" y="3431"/>
                </a:lnTo>
                <a:lnTo>
                  <a:pt x="1697" y="3433"/>
                </a:lnTo>
                <a:lnTo>
                  <a:pt x="1599" y="3431"/>
                </a:lnTo>
                <a:lnTo>
                  <a:pt x="1503" y="3422"/>
                </a:lnTo>
                <a:lnTo>
                  <a:pt x="1407" y="3408"/>
                </a:lnTo>
                <a:lnTo>
                  <a:pt x="1313" y="3389"/>
                </a:lnTo>
                <a:lnTo>
                  <a:pt x="1220" y="3365"/>
                </a:lnTo>
                <a:lnTo>
                  <a:pt x="1129" y="3335"/>
                </a:lnTo>
                <a:lnTo>
                  <a:pt x="1041" y="3301"/>
                </a:lnTo>
                <a:lnTo>
                  <a:pt x="954" y="3261"/>
                </a:lnTo>
                <a:lnTo>
                  <a:pt x="870" y="3217"/>
                </a:lnTo>
                <a:lnTo>
                  <a:pt x="788" y="3168"/>
                </a:lnTo>
                <a:lnTo>
                  <a:pt x="709" y="3114"/>
                </a:lnTo>
                <a:lnTo>
                  <a:pt x="633" y="3055"/>
                </a:lnTo>
                <a:lnTo>
                  <a:pt x="560" y="2992"/>
                </a:lnTo>
                <a:lnTo>
                  <a:pt x="490" y="2924"/>
                </a:lnTo>
                <a:lnTo>
                  <a:pt x="424" y="2852"/>
                </a:lnTo>
                <a:lnTo>
                  <a:pt x="361" y="2776"/>
                </a:lnTo>
                <a:lnTo>
                  <a:pt x="305" y="2698"/>
                </a:lnTo>
                <a:lnTo>
                  <a:pt x="253" y="2619"/>
                </a:lnTo>
                <a:lnTo>
                  <a:pt x="205" y="2536"/>
                </a:lnTo>
                <a:lnTo>
                  <a:pt x="162" y="2453"/>
                </a:lnTo>
                <a:lnTo>
                  <a:pt x="125" y="2366"/>
                </a:lnTo>
                <a:lnTo>
                  <a:pt x="92" y="2277"/>
                </a:lnTo>
                <a:lnTo>
                  <a:pt x="65" y="2187"/>
                </a:lnTo>
                <a:lnTo>
                  <a:pt x="41" y="2096"/>
                </a:lnTo>
                <a:lnTo>
                  <a:pt x="23" y="2003"/>
                </a:lnTo>
                <a:lnTo>
                  <a:pt x="11" y="1909"/>
                </a:lnTo>
                <a:lnTo>
                  <a:pt x="3" y="1814"/>
                </a:lnTo>
                <a:lnTo>
                  <a:pt x="0" y="1717"/>
                </a:lnTo>
                <a:lnTo>
                  <a:pt x="3" y="1608"/>
                </a:lnTo>
                <a:lnTo>
                  <a:pt x="14" y="1501"/>
                </a:lnTo>
                <a:lnTo>
                  <a:pt x="30" y="1397"/>
                </a:lnTo>
                <a:lnTo>
                  <a:pt x="52" y="1295"/>
                </a:lnTo>
                <a:lnTo>
                  <a:pt x="81" y="1194"/>
                </a:lnTo>
                <a:lnTo>
                  <a:pt x="115" y="1097"/>
                </a:lnTo>
                <a:lnTo>
                  <a:pt x="154" y="1002"/>
                </a:lnTo>
                <a:lnTo>
                  <a:pt x="199" y="910"/>
                </a:lnTo>
                <a:lnTo>
                  <a:pt x="249" y="821"/>
                </a:lnTo>
                <a:lnTo>
                  <a:pt x="305" y="736"/>
                </a:lnTo>
                <a:lnTo>
                  <a:pt x="364" y="655"/>
                </a:lnTo>
                <a:lnTo>
                  <a:pt x="429" y="577"/>
                </a:lnTo>
                <a:lnTo>
                  <a:pt x="498" y="503"/>
                </a:lnTo>
                <a:lnTo>
                  <a:pt x="571" y="433"/>
                </a:lnTo>
                <a:lnTo>
                  <a:pt x="647" y="369"/>
                </a:lnTo>
                <a:lnTo>
                  <a:pt x="728" y="308"/>
                </a:lnTo>
                <a:lnTo>
                  <a:pt x="812" y="252"/>
                </a:lnTo>
                <a:lnTo>
                  <a:pt x="900" y="202"/>
                </a:lnTo>
                <a:lnTo>
                  <a:pt x="990" y="155"/>
                </a:lnTo>
                <a:lnTo>
                  <a:pt x="1084" y="116"/>
                </a:lnTo>
                <a:lnTo>
                  <a:pt x="1180" y="81"/>
                </a:lnTo>
                <a:lnTo>
                  <a:pt x="1280" y="52"/>
                </a:lnTo>
                <a:lnTo>
                  <a:pt x="1381" y="30"/>
                </a:lnTo>
                <a:lnTo>
                  <a:pt x="1483" y="14"/>
                </a:lnTo>
                <a:lnTo>
                  <a:pt x="1590" y="3"/>
                </a:lnTo>
                <a:lnTo>
                  <a:pt x="16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2"/>
          <p:cNvSpPr txBox="1"/>
          <p:nvPr/>
        </p:nvSpPr>
        <p:spPr>
          <a:xfrm>
            <a:off x="910378" y="2928473"/>
            <a:ext cx="2227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2"/>
          <p:cNvSpPr txBox="1"/>
          <p:nvPr/>
        </p:nvSpPr>
        <p:spPr>
          <a:xfrm flipH="1">
            <a:off x="910240" y="3234498"/>
            <a:ext cx="310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2"/>
          <p:cNvSpPr txBox="1"/>
          <p:nvPr/>
        </p:nvSpPr>
        <p:spPr>
          <a:xfrm>
            <a:off x="2778375" y="4116675"/>
            <a:ext cx="109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2"/>
          <p:cNvSpPr txBox="1"/>
          <p:nvPr/>
        </p:nvSpPr>
        <p:spPr>
          <a:xfrm>
            <a:off x="2755130" y="4938600"/>
            <a:ext cx="1094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/>
          <p:nvPr/>
        </p:nvSpPr>
        <p:spPr>
          <a:xfrm>
            <a:off x="1274187" y="2134076"/>
            <a:ext cx="2787000" cy="162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3"/>
          <p:cNvSpPr/>
          <p:nvPr/>
        </p:nvSpPr>
        <p:spPr>
          <a:xfrm>
            <a:off x="2321184" y="1753835"/>
            <a:ext cx="693000" cy="693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1767875" y="2639125"/>
            <a:ext cx="1799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Cart Functionality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4713584" y="2126216"/>
            <a:ext cx="2787000" cy="1625700"/>
          </a:xfrm>
          <a:prstGeom prst="roundRect">
            <a:avLst>
              <a:gd fmla="val 16667" name="adj"/>
            </a:avLst>
          </a:prstGeom>
          <a:solidFill>
            <a:schemeClr val="lt1">
              <a:alpha val="80000"/>
            </a:schemeClr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5749456" y="1753835"/>
            <a:ext cx="693000" cy="693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5196400" y="2663150"/>
            <a:ext cx="1799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Appointment   Picker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8130732" y="2134076"/>
            <a:ext cx="2787000" cy="162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9177729" y="1753835"/>
            <a:ext cx="693000" cy="693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8647175" y="2562175"/>
            <a:ext cx="1799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Recaptcha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1274187" y="4487315"/>
            <a:ext cx="2787000" cy="162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2321184" y="4107074"/>
            <a:ext cx="693000" cy="693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2044623" y="5147375"/>
            <a:ext cx="1245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702459" y="4487315"/>
            <a:ext cx="2787000" cy="162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5749456" y="4107074"/>
            <a:ext cx="693000" cy="693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5017625" y="4955075"/>
            <a:ext cx="2178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Analytics &amp; Admin Console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8130732" y="4487315"/>
            <a:ext cx="2787000" cy="162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9177729" y="4107074"/>
            <a:ext cx="693000" cy="693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8703125" y="5147375"/>
            <a:ext cx="168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Subscription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9328343" y="4255207"/>
            <a:ext cx="391861" cy="396816"/>
          </a:xfrm>
          <a:custGeom>
            <a:rect b="b" l="l" r="r" t="t"/>
            <a:pathLst>
              <a:path extrusionOk="0" h="3202" w="3953">
                <a:moveTo>
                  <a:pt x="2151" y="728"/>
                </a:moveTo>
                <a:lnTo>
                  <a:pt x="2094" y="729"/>
                </a:lnTo>
                <a:lnTo>
                  <a:pt x="2042" y="734"/>
                </a:lnTo>
                <a:lnTo>
                  <a:pt x="1994" y="743"/>
                </a:lnTo>
                <a:lnTo>
                  <a:pt x="1951" y="754"/>
                </a:lnTo>
                <a:lnTo>
                  <a:pt x="1910" y="767"/>
                </a:lnTo>
                <a:lnTo>
                  <a:pt x="1874" y="783"/>
                </a:lnTo>
                <a:lnTo>
                  <a:pt x="1842" y="801"/>
                </a:lnTo>
                <a:lnTo>
                  <a:pt x="1812" y="821"/>
                </a:lnTo>
                <a:lnTo>
                  <a:pt x="1786" y="842"/>
                </a:lnTo>
                <a:lnTo>
                  <a:pt x="1764" y="865"/>
                </a:lnTo>
                <a:lnTo>
                  <a:pt x="1743" y="889"/>
                </a:lnTo>
                <a:lnTo>
                  <a:pt x="1727" y="914"/>
                </a:lnTo>
                <a:lnTo>
                  <a:pt x="1712" y="940"/>
                </a:lnTo>
                <a:lnTo>
                  <a:pt x="1700" y="966"/>
                </a:lnTo>
                <a:lnTo>
                  <a:pt x="1690" y="992"/>
                </a:lnTo>
                <a:lnTo>
                  <a:pt x="1683" y="1018"/>
                </a:lnTo>
                <a:lnTo>
                  <a:pt x="1676" y="1044"/>
                </a:lnTo>
                <a:lnTo>
                  <a:pt x="1673" y="1069"/>
                </a:lnTo>
                <a:lnTo>
                  <a:pt x="1670" y="1093"/>
                </a:lnTo>
                <a:lnTo>
                  <a:pt x="1670" y="1117"/>
                </a:lnTo>
                <a:lnTo>
                  <a:pt x="1670" y="1330"/>
                </a:lnTo>
                <a:lnTo>
                  <a:pt x="1444" y="1330"/>
                </a:lnTo>
                <a:lnTo>
                  <a:pt x="1444" y="1657"/>
                </a:lnTo>
                <a:lnTo>
                  <a:pt x="1670" y="1657"/>
                </a:lnTo>
                <a:lnTo>
                  <a:pt x="1670" y="2585"/>
                </a:lnTo>
                <a:lnTo>
                  <a:pt x="2146" y="2585"/>
                </a:lnTo>
                <a:lnTo>
                  <a:pt x="2146" y="1657"/>
                </a:lnTo>
                <a:lnTo>
                  <a:pt x="2468" y="1657"/>
                </a:lnTo>
                <a:lnTo>
                  <a:pt x="2510" y="1330"/>
                </a:lnTo>
                <a:lnTo>
                  <a:pt x="2146" y="1330"/>
                </a:lnTo>
                <a:lnTo>
                  <a:pt x="2146" y="1136"/>
                </a:lnTo>
                <a:lnTo>
                  <a:pt x="2149" y="1114"/>
                </a:lnTo>
                <a:lnTo>
                  <a:pt x="2155" y="1096"/>
                </a:lnTo>
                <a:lnTo>
                  <a:pt x="2163" y="1081"/>
                </a:lnTo>
                <a:lnTo>
                  <a:pt x="2175" y="1069"/>
                </a:lnTo>
                <a:lnTo>
                  <a:pt x="2188" y="1060"/>
                </a:lnTo>
                <a:lnTo>
                  <a:pt x="2203" y="1054"/>
                </a:lnTo>
                <a:lnTo>
                  <a:pt x="2218" y="1050"/>
                </a:lnTo>
                <a:lnTo>
                  <a:pt x="2233" y="1048"/>
                </a:lnTo>
                <a:lnTo>
                  <a:pt x="2248" y="1047"/>
                </a:lnTo>
                <a:lnTo>
                  <a:pt x="2503" y="1047"/>
                </a:lnTo>
                <a:lnTo>
                  <a:pt x="2503" y="729"/>
                </a:lnTo>
                <a:lnTo>
                  <a:pt x="2151" y="728"/>
                </a:lnTo>
                <a:close/>
                <a:moveTo>
                  <a:pt x="1977" y="0"/>
                </a:moveTo>
                <a:lnTo>
                  <a:pt x="2102" y="4"/>
                </a:lnTo>
                <a:lnTo>
                  <a:pt x="2224" y="13"/>
                </a:lnTo>
                <a:lnTo>
                  <a:pt x="2344" y="28"/>
                </a:lnTo>
                <a:lnTo>
                  <a:pt x="2463" y="49"/>
                </a:lnTo>
                <a:lnTo>
                  <a:pt x="2578" y="76"/>
                </a:lnTo>
                <a:lnTo>
                  <a:pt x="2690" y="108"/>
                </a:lnTo>
                <a:lnTo>
                  <a:pt x="2799" y="146"/>
                </a:lnTo>
                <a:lnTo>
                  <a:pt x="2905" y="188"/>
                </a:lnTo>
                <a:lnTo>
                  <a:pt x="3007" y="235"/>
                </a:lnTo>
                <a:lnTo>
                  <a:pt x="3104" y="287"/>
                </a:lnTo>
                <a:lnTo>
                  <a:pt x="3198" y="344"/>
                </a:lnTo>
                <a:lnTo>
                  <a:pt x="3289" y="405"/>
                </a:lnTo>
                <a:lnTo>
                  <a:pt x="3374" y="470"/>
                </a:lnTo>
                <a:lnTo>
                  <a:pt x="3453" y="539"/>
                </a:lnTo>
                <a:lnTo>
                  <a:pt x="3528" y="611"/>
                </a:lnTo>
                <a:lnTo>
                  <a:pt x="3599" y="687"/>
                </a:lnTo>
                <a:lnTo>
                  <a:pt x="3663" y="767"/>
                </a:lnTo>
                <a:lnTo>
                  <a:pt x="3721" y="849"/>
                </a:lnTo>
                <a:lnTo>
                  <a:pt x="3773" y="935"/>
                </a:lnTo>
                <a:lnTo>
                  <a:pt x="3820" y="1023"/>
                </a:lnTo>
                <a:lnTo>
                  <a:pt x="3860" y="1114"/>
                </a:lnTo>
                <a:lnTo>
                  <a:pt x="3893" y="1207"/>
                </a:lnTo>
                <a:lnTo>
                  <a:pt x="3919" y="1303"/>
                </a:lnTo>
                <a:lnTo>
                  <a:pt x="3938" y="1401"/>
                </a:lnTo>
                <a:lnTo>
                  <a:pt x="3949" y="1500"/>
                </a:lnTo>
                <a:lnTo>
                  <a:pt x="3953" y="1601"/>
                </a:lnTo>
                <a:lnTo>
                  <a:pt x="3949" y="1702"/>
                </a:lnTo>
                <a:lnTo>
                  <a:pt x="3938" y="1801"/>
                </a:lnTo>
                <a:lnTo>
                  <a:pt x="3919" y="1899"/>
                </a:lnTo>
                <a:lnTo>
                  <a:pt x="3893" y="1994"/>
                </a:lnTo>
                <a:lnTo>
                  <a:pt x="3860" y="2088"/>
                </a:lnTo>
                <a:lnTo>
                  <a:pt x="3820" y="2179"/>
                </a:lnTo>
                <a:lnTo>
                  <a:pt x="3773" y="2267"/>
                </a:lnTo>
                <a:lnTo>
                  <a:pt x="3721" y="2353"/>
                </a:lnTo>
                <a:lnTo>
                  <a:pt x="3663" y="2435"/>
                </a:lnTo>
                <a:lnTo>
                  <a:pt x="3599" y="2515"/>
                </a:lnTo>
                <a:lnTo>
                  <a:pt x="3528" y="2591"/>
                </a:lnTo>
                <a:lnTo>
                  <a:pt x="3453" y="2663"/>
                </a:lnTo>
                <a:lnTo>
                  <a:pt x="3374" y="2732"/>
                </a:lnTo>
                <a:lnTo>
                  <a:pt x="3289" y="2797"/>
                </a:lnTo>
                <a:lnTo>
                  <a:pt x="3198" y="2857"/>
                </a:lnTo>
                <a:lnTo>
                  <a:pt x="3104" y="2915"/>
                </a:lnTo>
                <a:lnTo>
                  <a:pt x="3007" y="2967"/>
                </a:lnTo>
                <a:lnTo>
                  <a:pt x="2905" y="3014"/>
                </a:lnTo>
                <a:lnTo>
                  <a:pt x="2799" y="3056"/>
                </a:lnTo>
                <a:lnTo>
                  <a:pt x="2690" y="3094"/>
                </a:lnTo>
                <a:lnTo>
                  <a:pt x="2578" y="3126"/>
                </a:lnTo>
                <a:lnTo>
                  <a:pt x="2463" y="3153"/>
                </a:lnTo>
                <a:lnTo>
                  <a:pt x="2344" y="3174"/>
                </a:lnTo>
                <a:lnTo>
                  <a:pt x="2224" y="3189"/>
                </a:lnTo>
                <a:lnTo>
                  <a:pt x="2102" y="3198"/>
                </a:lnTo>
                <a:lnTo>
                  <a:pt x="1977" y="3202"/>
                </a:lnTo>
                <a:lnTo>
                  <a:pt x="1852" y="3198"/>
                </a:lnTo>
                <a:lnTo>
                  <a:pt x="1728" y="3189"/>
                </a:lnTo>
                <a:lnTo>
                  <a:pt x="1608" y="3174"/>
                </a:lnTo>
                <a:lnTo>
                  <a:pt x="1491" y="3153"/>
                </a:lnTo>
                <a:lnTo>
                  <a:pt x="1375" y="3126"/>
                </a:lnTo>
                <a:lnTo>
                  <a:pt x="1263" y="3094"/>
                </a:lnTo>
                <a:lnTo>
                  <a:pt x="1153" y="3056"/>
                </a:lnTo>
                <a:lnTo>
                  <a:pt x="1048" y="3014"/>
                </a:lnTo>
                <a:lnTo>
                  <a:pt x="946" y="2967"/>
                </a:lnTo>
                <a:lnTo>
                  <a:pt x="848" y="2915"/>
                </a:lnTo>
                <a:lnTo>
                  <a:pt x="754" y="2857"/>
                </a:lnTo>
                <a:lnTo>
                  <a:pt x="665" y="2797"/>
                </a:lnTo>
                <a:lnTo>
                  <a:pt x="580" y="2732"/>
                </a:lnTo>
                <a:lnTo>
                  <a:pt x="499" y="2663"/>
                </a:lnTo>
                <a:lnTo>
                  <a:pt x="424" y="2591"/>
                </a:lnTo>
                <a:lnTo>
                  <a:pt x="355" y="2515"/>
                </a:lnTo>
                <a:lnTo>
                  <a:pt x="290" y="2435"/>
                </a:lnTo>
                <a:lnTo>
                  <a:pt x="232" y="2353"/>
                </a:lnTo>
                <a:lnTo>
                  <a:pt x="179" y="2267"/>
                </a:lnTo>
                <a:lnTo>
                  <a:pt x="133" y="2179"/>
                </a:lnTo>
                <a:lnTo>
                  <a:pt x="94" y="2088"/>
                </a:lnTo>
                <a:lnTo>
                  <a:pt x="60" y="1994"/>
                </a:lnTo>
                <a:lnTo>
                  <a:pt x="34" y="1899"/>
                </a:lnTo>
                <a:lnTo>
                  <a:pt x="16" y="1801"/>
                </a:lnTo>
                <a:lnTo>
                  <a:pt x="3" y="1702"/>
                </a:lnTo>
                <a:lnTo>
                  <a:pt x="0" y="1601"/>
                </a:lnTo>
                <a:lnTo>
                  <a:pt x="3" y="1500"/>
                </a:lnTo>
                <a:lnTo>
                  <a:pt x="16" y="1401"/>
                </a:lnTo>
                <a:lnTo>
                  <a:pt x="34" y="1303"/>
                </a:lnTo>
                <a:lnTo>
                  <a:pt x="60" y="1207"/>
                </a:lnTo>
                <a:lnTo>
                  <a:pt x="94" y="1114"/>
                </a:lnTo>
                <a:lnTo>
                  <a:pt x="133" y="1023"/>
                </a:lnTo>
                <a:lnTo>
                  <a:pt x="179" y="935"/>
                </a:lnTo>
                <a:lnTo>
                  <a:pt x="232" y="849"/>
                </a:lnTo>
                <a:lnTo>
                  <a:pt x="290" y="767"/>
                </a:lnTo>
                <a:lnTo>
                  <a:pt x="355" y="687"/>
                </a:lnTo>
                <a:lnTo>
                  <a:pt x="424" y="611"/>
                </a:lnTo>
                <a:lnTo>
                  <a:pt x="499" y="539"/>
                </a:lnTo>
                <a:lnTo>
                  <a:pt x="580" y="470"/>
                </a:lnTo>
                <a:lnTo>
                  <a:pt x="665" y="405"/>
                </a:lnTo>
                <a:lnTo>
                  <a:pt x="754" y="344"/>
                </a:lnTo>
                <a:lnTo>
                  <a:pt x="848" y="287"/>
                </a:lnTo>
                <a:lnTo>
                  <a:pt x="946" y="235"/>
                </a:lnTo>
                <a:lnTo>
                  <a:pt x="1048" y="188"/>
                </a:lnTo>
                <a:lnTo>
                  <a:pt x="1153" y="146"/>
                </a:lnTo>
                <a:lnTo>
                  <a:pt x="1263" y="108"/>
                </a:lnTo>
                <a:lnTo>
                  <a:pt x="1375" y="76"/>
                </a:lnTo>
                <a:lnTo>
                  <a:pt x="1491" y="49"/>
                </a:lnTo>
                <a:lnTo>
                  <a:pt x="1608" y="28"/>
                </a:lnTo>
                <a:lnTo>
                  <a:pt x="1728" y="13"/>
                </a:lnTo>
                <a:lnTo>
                  <a:pt x="1852" y="4"/>
                </a:lnTo>
                <a:lnTo>
                  <a:pt x="1977" y="0"/>
                </a:lnTo>
                <a:close/>
              </a:path>
            </a:pathLst>
          </a:custGeom>
          <a:solidFill>
            <a:srgbClr val="3A38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3"/>
          <p:cNvGrpSpPr/>
          <p:nvPr/>
        </p:nvGrpSpPr>
        <p:grpSpPr>
          <a:xfrm>
            <a:off x="9329169" y="1890209"/>
            <a:ext cx="390218" cy="395054"/>
            <a:chOff x="5843588" y="3181350"/>
            <a:chExt cx="2049466" cy="2074865"/>
          </a:xfrm>
        </p:grpSpPr>
        <p:sp>
          <p:nvSpPr>
            <p:cNvPr id="99" name="Google Shape;99;p13"/>
            <p:cNvSpPr/>
            <p:nvPr/>
          </p:nvSpPr>
          <p:spPr>
            <a:xfrm>
              <a:off x="6446838" y="4365625"/>
              <a:ext cx="376238" cy="277812"/>
            </a:xfrm>
            <a:custGeom>
              <a:rect b="b" l="l" r="r" t="t"/>
              <a:pathLst>
                <a:path extrusionOk="0" h="524" w="709">
                  <a:moveTo>
                    <a:pt x="367" y="0"/>
                  </a:moveTo>
                  <a:lnTo>
                    <a:pt x="373" y="0"/>
                  </a:lnTo>
                  <a:lnTo>
                    <a:pt x="416" y="3"/>
                  </a:lnTo>
                  <a:lnTo>
                    <a:pt x="457" y="10"/>
                  </a:lnTo>
                  <a:lnTo>
                    <a:pt x="497" y="20"/>
                  </a:lnTo>
                  <a:lnTo>
                    <a:pt x="536" y="47"/>
                  </a:lnTo>
                  <a:lnTo>
                    <a:pt x="572" y="73"/>
                  </a:lnTo>
                  <a:lnTo>
                    <a:pt x="605" y="96"/>
                  </a:lnTo>
                  <a:lnTo>
                    <a:pt x="634" y="119"/>
                  </a:lnTo>
                  <a:lnTo>
                    <a:pt x="658" y="143"/>
                  </a:lnTo>
                  <a:lnTo>
                    <a:pt x="679" y="166"/>
                  </a:lnTo>
                  <a:lnTo>
                    <a:pt x="693" y="190"/>
                  </a:lnTo>
                  <a:lnTo>
                    <a:pt x="703" y="217"/>
                  </a:lnTo>
                  <a:lnTo>
                    <a:pt x="707" y="242"/>
                  </a:lnTo>
                  <a:lnTo>
                    <a:pt x="709" y="266"/>
                  </a:lnTo>
                  <a:lnTo>
                    <a:pt x="707" y="308"/>
                  </a:lnTo>
                  <a:lnTo>
                    <a:pt x="698" y="345"/>
                  </a:lnTo>
                  <a:lnTo>
                    <a:pt x="685" y="379"/>
                  </a:lnTo>
                  <a:lnTo>
                    <a:pt x="667" y="410"/>
                  </a:lnTo>
                  <a:lnTo>
                    <a:pt x="644" y="436"/>
                  </a:lnTo>
                  <a:lnTo>
                    <a:pt x="615" y="459"/>
                  </a:lnTo>
                  <a:lnTo>
                    <a:pt x="581" y="479"/>
                  </a:lnTo>
                  <a:lnTo>
                    <a:pt x="542" y="496"/>
                  </a:lnTo>
                  <a:lnTo>
                    <a:pt x="498" y="508"/>
                  </a:lnTo>
                  <a:lnTo>
                    <a:pt x="449" y="517"/>
                  </a:lnTo>
                  <a:lnTo>
                    <a:pt x="394" y="523"/>
                  </a:lnTo>
                  <a:lnTo>
                    <a:pt x="335" y="524"/>
                  </a:lnTo>
                  <a:lnTo>
                    <a:pt x="285" y="522"/>
                  </a:lnTo>
                  <a:lnTo>
                    <a:pt x="238" y="513"/>
                  </a:lnTo>
                  <a:lnTo>
                    <a:pt x="193" y="499"/>
                  </a:lnTo>
                  <a:lnTo>
                    <a:pt x="152" y="482"/>
                  </a:lnTo>
                  <a:lnTo>
                    <a:pt x="114" y="460"/>
                  </a:lnTo>
                  <a:lnTo>
                    <a:pt x="81" y="433"/>
                  </a:lnTo>
                  <a:lnTo>
                    <a:pt x="54" y="404"/>
                  </a:lnTo>
                  <a:lnTo>
                    <a:pt x="31" y="371"/>
                  </a:lnTo>
                  <a:lnTo>
                    <a:pt x="14" y="336"/>
                  </a:lnTo>
                  <a:lnTo>
                    <a:pt x="3" y="298"/>
                  </a:lnTo>
                  <a:lnTo>
                    <a:pt x="0" y="258"/>
                  </a:lnTo>
                  <a:lnTo>
                    <a:pt x="4" y="221"/>
                  </a:lnTo>
                  <a:lnTo>
                    <a:pt x="16" y="186"/>
                  </a:lnTo>
                  <a:lnTo>
                    <a:pt x="35" y="151"/>
                  </a:lnTo>
                  <a:lnTo>
                    <a:pt x="61" y="121"/>
                  </a:lnTo>
                  <a:lnTo>
                    <a:pt x="92" y="91"/>
                  </a:lnTo>
                  <a:lnTo>
                    <a:pt x="129" y="65"/>
                  </a:lnTo>
                  <a:lnTo>
                    <a:pt x="170" y="43"/>
                  </a:lnTo>
                  <a:lnTo>
                    <a:pt x="216" y="26"/>
                  </a:lnTo>
                  <a:lnTo>
                    <a:pt x="264" y="13"/>
                  </a:lnTo>
                  <a:lnTo>
                    <a:pt x="315" y="4"/>
                  </a:lnTo>
                  <a:lnTo>
                    <a:pt x="367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3"/>
            <p:cNvSpPr/>
            <p:nvPr/>
          </p:nvSpPr>
          <p:spPr>
            <a:xfrm>
              <a:off x="6510338" y="3789363"/>
              <a:ext cx="239713" cy="327026"/>
            </a:xfrm>
            <a:custGeom>
              <a:rect b="b" l="l" r="r" t="t"/>
              <a:pathLst>
                <a:path extrusionOk="0" h="618" w="453">
                  <a:moveTo>
                    <a:pt x="173" y="0"/>
                  </a:moveTo>
                  <a:lnTo>
                    <a:pt x="180" y="0"/>
                  </a:lnTo>
                  <a:lnTo>
                    <a:pt x="217" y="6"/>
                  </a:lnTo>
                  <a:lnTo>
                    <a:pt x="253" y="18"/>
                  </a:lnTo>
                  <a:lnTo>
                    <a:pt x="290" y="38"/>
                  </a:lnTo>
                  <a:lnTo>
                    <a:pt x="324" y="65"/>
                  </a:lnTo>
                  <a:lnTo>
                    <a:pt x="354" y="97"/>
                  </a:lnTo>
                  <a:lnTo>
                    <a:pt x="382" y="134"/>
                  </a:lnTo>
                  <a:lnTo>
                    <a:pt x="406" y="175"/>
                  </a:lnTo>
                  <a:lnTo>
                    <a:pt x="425" y="221"/>
                  </a:lnTo>
                  <a:lnTo>
                    <a:pt x="441" y="270"/>
                  </a:lnTo>
                  <a:lnTo>
                    <a:pt x="451" y="320"/>
                  </a:lnTo>
                  <a:lnTo>
                    <a:pt x="453" y="362"/>
                  </a:lnTo>
                  <a:lnTo>
                    <a:pt x="453" y="401"/>
                  </a:lnTo>
                  <a:lnTo>
                    <a:pt x="449" y="439"/>
                  </a:lnTo>
                  <a:lnTo>
                    <a:pt x="440" y="474"/>
                  </a:lnTo>
                  <a:lnTo>
                    <a:pt x="428" y="508"/>
                  </a:lnTo>
                  <a:lnTo>
                    <a:pt x="412" y="537"/>
                  </a:lnTo>
                  <a:lnTo>
                    <a:pt x="394" y="563"/>
                  </a:lnTo>
                  <a:lnTo>
                    <a:pt x="375" y="582"/>
                  </a:lnTo>
                  <a:lnTo>
                    <a:pt x="353" y="598"/>
                  </a:lnTo>
                  <a:lnTo>
                    <a:pt x="330" y="608"/>
                  </a:lnTo>
                  <a:lnTo>
                    <a:pt x="304" y="615"/>
                  </a:lnTo>
                  <a:lnTo>
                    <a:pt x="276" y="618"/>
                  </a:lnTo>
                  <a:lnTo>
                    <a:pt x="275" y="618"/>
                  </a:lnTo>
                  <a:lnTo>
                    <a:pt x="238" y="612"/>
                  </a:lnTo>
                  <a:lnTo>
                    <a:pt x="201" y="598"/>
                  </a:lnTo>
                  <a:lnTo>
                    <a:pt x="165" y="577"/>
                  </a:lnTo>
                  <a:lnTo>
                    <a:pt x="132" y="550"/>
                  </a:lnTo>
                  <a:lnTo>
                    <a:pt x="101" y="517"/>
                  </a:lnTo>
                  <a:lnTo>
                    <a:pt x="73" y="479"/>
                  </a:lnTo>
                  <a:lnTo>
                    <a:pt x="49" y="438"/>
                  </a:lnTo>
                  <a:lnTo>
                    <a:pt x="28" y="392"/>
                  </a:lnTo>
                  <a:lnTo>
                    <a:pt x="12" y="343"/>
                  </a:lnTo>
                  <a:lnTo>
                    <a:pt x="3" y="292"/>
                  </a:lnTo>
                  <a:lnTo>
                    <a:pt x="0" y="251"/>
                  </a:lnTo>
                  <a:lnTo>
                    <a:pt x="0" y="212"/>
                  </a:lnTo>
                  <a:lnTo>
                    <a:pt x="5" y="175"/>
                  </a:lnTo>
                  <a:lnTo>
                    <a:pt x="12" y="141"/>
                  </a:lnTo>
                  <a:lnTo>
                    <a:pt x="24" y="109"/>
                  </a:lnTo>
                  <a:lnTo>
                    <a:pt x="40" y="80"/>
                  </a:lnTo>
                  <a:lnTo>
                    <a:pt x="58" y="54"/>
                  </a:lnTo>
                  <a:lnTo>
                    <a:pt x="83" y="31"/>
                  </a:lnTo>
                  <a:lnTo>
                    <a:pt x="110" y="13"/>
                  </a:lnTo>
                  <a:lnTo>
                    <a:pt x="141" y="4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3"/>
            <p:cNvSpPr/>
            <p:nvPr/>
          </p:nvSpPr>
          <p:spPr>
            <a:xfrm>
              <a:off x="5843588" y="3181350"/>
              <a:ext cx="2049466" cy="2074865"/>
            </a:xfrm>
            <a:custGeom>
              <a:rect b="b" l="l" r="r" t="t"/>
              <a:pathLst>
                <a:path extrusionOk="0" h="3922" w="3873">
                  <a:moveTo>
                    <a:pt x="2503" y="1398"/>
                  </a:moveTo>
                  <a:lnTo>
                    <a:pt x="2486" y="1402"/>
                  </a:lnTo>
                  <a:lnTo>
                    <a:pt x="2471" y="1412"/>
                  </a:lnTo>
                  <a:lnTo>
                    <a:pt x="2462" y="1426"/>
                  </a:lnTo>
                  <a:lnTo>
                    <a:pt x="2458" y="1445"/>
                  </a:lnTo>
                  <a:lnTo>
                    <a:pt x="2458" y="1776"/>
                  </a:lnTo>
                  <a:lnTo>
                    <a:pt x="2131" y="1776"/>
                  </a:lnTo>
                  <a:lnTo>
                    <a:pt x="2113" y="1779"/>
                  </a:lnTo>
                  <a:lnTo>
                    <a:pt x="2098" y="1789"/>
                  </a:lnTo>
                  <a:lnTo>
                    <a:pt x="2089" y="1804"/>
                  </a:lnTo>
                  <a:lnTo>
                    <a:pt x="2085" y="1821"/>
                  </a:lnTo>
                  <a:lnTo>
                    <a:pt x="2085" y="1916"/>
                  </a:lnTo>
                  <a:lnTo>
                    <a:pt x="2089" y="1934"/>
                  </a:lnTo>
                  <a:lnTo>
                    <a:pt x="2098" y="1949"/>
                  </a:lnTo>
                  <a:lnTo>
                    <a:pt x="2113" y="1958"/>
                  </a:lnTo>
                  <a:lnTo>
                    <a:pt x="2131" y="1962"/>
                  </a:lnTo>
                  <a:lnTo>
                    <a:pt x="2458" y="1962"/>
                  </a:lnTo>
                  <a:lnTo>
                    <a:pt x="2458" y="2293"/>
                  </a:lnTo>
                  <a:lnTo>
                    <a:pt x="2462" y="2310"/>
                  </a:lnTo>
                  <a:lnTo>
                    <a:pt x="2471" y="2325"/>
                  </a:lnTo>
                  <a:lnTo>
                    <a:pt x="2486" y="2335"/>
                  </a:lnTo>
                  <a:lnTo>
                    <a:pt x="2503" y="2339"/>
                  </a:lnTo>
                  <a:lnTo>
                    <a:pt x="2596" y="2339"/>
                  </a:lnTo>
                  <a:lnTo>
                    <a:pt x="2614" y="2335"/>
                  </a:lnTo>
                  <a:lnTo>
                    <a:pt x="2628" y="2325"/>
                  </a:lnTo>
                  <a:lnTo>
                    <a:pt x="2637" y="2310"/>
                  </a:lnTo>
                  <a:lnTo>
                    <a:pt x="2641" y="2293"/>
                  </a:lnTo>
                  <a:lnTo>
                    <a:pt x="2641" y="1962"/>
                  </a:lnTo>
                  <a:lnTo>
                    <a:pt x="2969" y="1962"/>
                  </a:lnTo>
                  <a:lnTo>
                    <a:pt x="2986" y="1958"/>
                  </a:lnTo>
                  <a:lnTo>
                    <a:pt x="3001" y="1949"/>
                  </a:lnTo>
                  <a:lnTo>
                    <a:pt x="3011" y="1934"/>
                  </a:lnTo>
                  <a:lnTo>
                    <a:pt x="3014" y="1916"/>
                  </a:lnTo>
                  <a:lnTo>
                    <a:pt x="3014" y="1821"/>
                  </a:lnTo>
                  <a:lnTo>
                    <a:pt x="3011" y="1804"/>
                  </a:lnTo>
                  <a:lnTo>
                    <a:pt x="3001" y="1789"/>
                  </a:lnTo>
                  <a:lnTo>
                    <a:pt x="2986" y="1779"/>
                  </a:lnTo>
                  <a:lnTo>
                    <a:pt x="2969" y="1776"/>
                  </a:lnTo>
                  <a:lnTo>
                    <a:pt x="2641" y="1776"/>
                  </a:lnTo>
                  <a:lnTo>
                    <a:pt x="2641" y="1445"/>
                  </a:lnTo>
                  <a:lnTo>
                    <a:pt x="2637" y="1426"/>
                  </a:lnTo>
                  <a:lnTo>
                    <a:pt x="2628" y="1412"/>
                  </a:lnTo>
                  <a:lnTo>
                    <a:pt x="2614" y="1402"/>
                  </a:lnTo>
                  <a:lnTo>
                    <a:pt x="2596" y="1398"/>
                  </a:lnTo>
                  <a:lnTo>
                    <a:pt x="2503" y="1398"/>
                  </a:lnTo>
                  <a:close/>
                  <a:moveTo>
                    <a:pt x="1514" y="974"/>
                  </a:moveTo>
                  <a:lnTo>
                    <a:pt x="1451" y="977"/>
                  </a:lnTo>
                  <a:lnTo>
                    <a:pt x="1388" y="988"/>
                  </a:lnTo>
                  <a:lnTo>
                    <a:pt x="1324" y="1007"/>
                  </a:lnTo>
                  <a:lnTo>
                    <a:pt x="1269" y="1030"/>
                  </a:lnTo>
                  <a:lnTo>
                    <a:pt x="1217" y="1057"/>
                  </a:lnTo>
                  <a:lnTo>
                    <a:pt x="1169" y="1089"/>
                  </a:lnTo>
                  <a:lnTo>
                    <a:pt x="1124" y="1125"/>
                  </a:lnTo>
                  <a:lnTo>
                    <a:pt x="1085" y="1164"/>
                  </a:lnTo>
                  <a:lnTo>
                    <a:pt x="1051" y="1207"/>
                  </a:lnTo>
                  <a:lnTo>
                    <a:pt x="1022" y="1251"/>
                  </a:lnTo>
                  <a:lnTo>
                    <a:pt x="999" y="1299"/>
                  </a:lnTo>
                  <a:lnTo>
                    <a:pt x="982" y="1347"/>
                  </a:lnTo>
                  <a:lnTo>
                    <a:pt x="971" y="1397"/>
                  </a:lnTo>
                  <a:lnTo>
                    <a:pt x="968" y="1447"/>
                  </a:lnTo>
                  <a:lnTo>
                    <a:pt x="971" y="1507"/>
                  </a:lnTo>
                  <a:lnTo>
                    <a:pt x="982" y="1564"/>
                  </a:lnTo>
                  <a:lnTo>
                    <a:pt x="998" y="1618"/>
                  </a:lnTo>
                  <a:lnTo>
                    <a:pt x="1021" y="1668"/>
                  </a:lnTo>
                  <a:lnTo>
                    <a:pt x="1050" y="1716"/>
                  </a:lnTo>
                  <a:lnTo>
                    <a:pt x="1084" y="1759"/>
                  </a:lnTo>
                  <a:lnTo>
                    <a:pt x="1123" y="1797"/>
                  </a:lnTo>
                  <a:lnTo>
                    <a:pt x="1165" y="1831"/>
                  </a:lnTo>
                  <a:lnTo>
                    <a:pt x="1214" y="1859"/>
                  </a:lnTo>
                  <a:lnTo>
                    <a:pt x="1265" y="1882"/>
                  </a:lnTo>
                  <a:lnTo>
                    <a:pt x="1320" y="1900"/>
                  </a:lnTo>
                  <a:lnTo>
                    <a:pt x="1379" y="1911"/>
                  </a:lnTo>
                  <a:lnTo>
                    <a:pt x="1439" y="1916"/>
                  </a:lnTo>
                  <a:lnTo>
                    <a:pt x="1433" y="1947"/>
                  </a:lnTo>
                  <a:lnTo>
                    <a:pt x="1431" y="1978"/>
                  </a:lnTo>
                  <a:lnTo>
                    <a:pt x="1434" y="2017"/>
                  </a:lnTo>
                  <a:lnTo>
                    <a:pt x="1444" y="2057"/>
                  </a:lnTo>
                  <a:lnTo>
                    <a:pt x="1462" y="2093"/>
                  </a:lnTo>
                  <a:lnTo>
                    <a:pt x="1455" y="2093"/>
                  </a:lnTo>
                  <a:lnTo>
                    <a:pt x="1391" y="2096"/>
                  </a:lnTo>
                  <a:lnTo>
                    <a:pt x="1329" y="2104"/>
                  </a:lnTo>
                  <a:lnTo>
                    <a:pt x="1268" y="2117"/>
                  </a:lnTo>
                  <a:lnTo>
                    <a:pt x="1210" y="2134"/>
                  </a:lnTo>
                  <a:lnTo>
                    <a:pt x="1156" y="2156"/>
                  </a:lnTo>
                  <a:lnTo>
                    <a:pt x="1102" y="2182"/>
                  </a:lnTo>
                  <a:lnTo>
                    <a:pt x="1054" y="2211"/>
                  </a:lnTo>
                  <a:lnTo>
                    <a:pt x="1009" y="2244"/>
                  </a:lnTo>
                  <a:lnTo>
                    <a:pt x="969" y="2281"/>
                  </a:lnTo>
                  <a:lnTo>
                    <a:pt x="933" y="2321"/>
                  </a:lnTo>
                  <a:lnTo>
                    <a:pt x="902" y="2364"/>
                  </a:lnTo>
                  <a:lnTo>
                    <a:pt x="878" y="2411"/>
                  </a:lnTo>
                  <a:lnTo>
                    <a:pt x="859" y="2460"/>
                  </a:lnTo>
                  <a:lnTo>
                    <a:pt x="847" y="2510"/>
                  </a:lnTo>
                  <a:lnTo>
                    <a:pt x="843" y="2559"/>
                  </a:lnTo>
                  <a:lnTo>
                    <a:pt x="845" y="2595"/>
                  </a:lnTo>
                  <a:lnTo>
                    <a:pt x="853" y="2631"/>
                  </a:lnTo>
                  <a:lnTo>
                    <a:pt x="864" y="2664"/>
                  </a:lnTo>
                  <a:lnTo>
                    <a:pt x="879" y="2697"/>
                  </a:lnTo>
                  <a:lnTo>
                    <a:pt x="904" y="2734"/>
                  </a:lnTo>
                  <a:lnTo>
                    <a:pt x="933" y="2768"/>
                  </a:lnTo>
                  <a:lnTo>
                    <a:pt x="968" y="2800"/>
                  </a:lnTo>
                  <a:lnTo>
                    <a:pt x="1008" y="2828"/>
                  </a:lnTo>
                  <a:lnTo>
                    <a:pt x="1053" y="2855"/>
                  </a:lnTo>
                  <a:lnTo>
                    <a:pt x="1101" y="2878"/>
                  </a:lnTo>
                  <a:lnTo>
                    <a:pt x="1156" y="2899"/>
                  </a:lnTo>
                  <a:lnTo>
                    <a:pt x="1214" y="2916"/>
                  </a:lnTo>
                  <a:lnTo>
                    <a:pt x="1277" y="2930"/>
                  </a:lnTo>
                  <a:lnTo>
                    <a:pt x="1342" y="2940"/>
                  </a:lnTo>
                  <a:lnTo>
                    <a:pt x="1409" y="2946"/>
                  </a:lnTo>
                  <a:lnTo>
                    <a:pt x="1478" y="2948"/>
                  </a:lnTo>
                  <a:lnTo>
                    <a:pt x="1540" y="2946"/>
                  </a:lnTo>
                  <a:lnTo>
                    <a:pt x="1599" y="2940"/>
                  </a:lnTo>
                  <a:lnTo>
                    <a:pt x="1657" y="2930"/>
                  </a:lnTo>
                  <a:lnTo>
                    <a:pt x="1713" y="2915"/>
                  </a:lnTo>
                  <a:lnTo>
                    <a:pt x="1774" y="2894"/>
                  </a:lnTo>
                  <a:lnTo>
                    <a:pt x="1829" y="2870"/>
                  </a:lnTo>
                  <a:lnTo>
                    <a:pt x="1881" y="2839"/>
                  </a:lnTo>
                  <a:lnTo>
                    <a:pt x="1927" y="2805"/>
                  </a:lnTo>
                  <a:lnTo>
                    <a:pt x="1969" y="2768"/>
                  </a:lnTo>
                  <a:lnTo>
                    <a:pt x="2004" y="2726"/>
                  </a:lnTo>
                  <a:lnTo>
                    <a:pt x="2034" y="2682"/>
                  </a:lnTo>
                  <a:lnTo>
                    <a:pt x="2058" y="2635"/>
                  </a:lnTo>
                  <a:lnTo>
                    <a:pt x="2075" y="2586"/>
                  </a:lnTo>
                  <a:lnTo>
                    <a:pt x="2086" y="2535"/>
                  </a:lnTo>
                  <a:lnTo>
                    <a:pt x="2090" y="2482"/>
                  </a:lnTo>
                  <a:lnTo>
                    <a:pt x="2087" y="2428"/>
                  </a:lnTo>
                  <a:lnTo>
                    <a:pt x="2082" y="2378"/>
                  </a:lnTo>
                  <a:lnTo>
                    <a:pt x="2073" y="2331"/>
                  </a:lnTo>
                  <a:lnTo>
                    <a:pt x="2058" y="2287"/>
                  </a:lnTo>
                  <a:lnTo>
                    <a:pt x="2039" y="2247"/>
                  </a:lnTo>
                  <a:lnTo>
                    <a:pt x="2016" y="2207"/>
                  </a:lnTo>
                  <a:lnTo>
                    <a:pt x="1988" y="2171"/>
                  </a:lnTo>
                  <a:lnTo>
                    <a:pt x="1954" y="2135"/>
                  </a:lnTo>
                  <a:lnTo>
                    <a:pt x="1914" y="2101"/>
                  </a:lnTo>
                  <a:lnTo>
                    <a:pt x="1869" y="2066"/>
                  </a:lnTo>
                  <a:lnTo>
                    <a:pt x="1846" y="2049"/>
                  </a:lnTo>
                  <a:lnTo>
                    <a:pt x="1824" y="2031"/>
                  </a:lnTo>
                  <a:lnTo>
                    <a:pt x="1804" y="2011"/>
                  </a:lnTo>
                  <a:lnTo>
                    <a:pt x="1786" y="1993"/>
                  </a:lnTo>
                  <a:lnTo>
                    <a:pt x="1770" y="1974"/>
                  </a:lnTo>
                  <a:lnTo>
                    <a:pt x="1755" y="1958"/>
                  </a:lnTo>
                  <a:lnTo>
                    <a:pt x="1746" y="1944"/>
                  </a:lnTo>
                  <a:lnTo>
                    <a:pt x="1738" y="1932"/>
                  </a:lnTo>
                  <a:lnTo>
                    <a:pt x="1736" y="1922"/>
                  </a:lnTo>
                  <a:lnTo>
                    <a:pt x="1736" y="1911"/>
                  </a:lnTo>
                  <a:lnTo>
                    <a:pt x="1737" y="1900"/>
                  </a:lnTo>
                  <a:lnTo>
                    <a:pt x="1740" y="1890"/>
                  </a:lnTo>
                  <a:lnTo>
                    <a:pt x="1743" y="1879"/>
                  </a:lnTo>
                  <a:lnTo>
                    <a:pt x="1749" y="1868"/>
                  </a:lnTo>
                  <a:lnTo>
                    <a:pt x="1758" y="1857"/>
                  </a:lnTo>
                  <a:lnTo>
                    <a:pt x="1770" y="1843"/>
                  </a:lnTo>
                  <a:lnTo>
                    <a:pt x="1786" y="1828"/>
                  </a:lnTo>
                  <a:lnTo>
                    <a:pt x="1805" y="1811"/>
                  </a:lnTo>
                  <a:lnTo>
                    <a:pt x="1829" y="1792"/>
                  </a:lnTo>
                  <a:lnTo>
                    <a:pt x="1870" y="1755"/>
                  </a:lnTo>
                  <a:lnTo>
                    <a:pt x="1907" y="1717"/>
                  </a:lnTo>
                  <a:lnTo>
                    <a:pt x="1938" y="1676"/>
                  </a:lnTo>
                  <a:lnTo>
                    <a:pt x="1964" y="1635"/>
                  </a:lnTo>
                  <a:lnTo>
                    <a:pt x="1983" y="1591"/>
                  </a:lnTo>
                  <a:lnTo>
                    <a:pt x="1998" y="1545"/>
                  </a:lnTo>
                  <a:lnTo>
                    <a:pt x="2007" y="1499"/>
                  </a:lnTo>
                  <a:lnTo>
                    <a:pt x="2010" y="1451"/>
                  </a:lnTo>
                  <a:lnTo>
                    <a:pt x="2007" y="1394"/>
                  </a:lnTo>
                  <a:lnTo>
                    <a:pt x="1999" y="1340"/>
                  </a:lnTo>
                  <a:lnTo>
                    <a:pt x="1984" y="1289"/>
                  </a:lnTo>
                  <a:lnTo>
                    <a:pt x="1966" y="1242"/>
                  </a:lnTo>
                  <a:lnTo>
                    <a:pt x="1943" y="1198"/>
                  </a:lnTo>
                  <a:lnTo>
                    <a:pt x="1915" y="1160"/>
                  </a:lnTo>
                  <a:lnTo>
                    <a:pt x="1961" y="1160"/>
                  </a:lnTo>
                  <a:lnTo>
                    <a:pt x="1976" y="1158"/>
                  </a:lnTo>
                  <a:lnTo>
                    <a:pt x="1988" y="1152"/>
                  </a:lnTo>
                  <a:lnTo>
                    <a:pt x="2116" y="1057"/>
                  </a:lnTo>
                  <a:lnTo>
                    <a:pt x="2127" y="1047"/>
                  </a:lnTo>
                  <a:lnTo>
                    <a:pt x="2133" y="1034"/>
                  </a:lnTo>
                  <a:lnTo>
                    <a:pt x="2136" y="1020"/>
                  </a:lnTo>
                  <a:lnTo>
                    <a:pt x="2133" y="1006"/>
                  </a:lnTo>
                  <a:lnTo>
                    <a:pt x="2126" y="993"/>
                  </a:lnTo>
                  <a:lnTo>
                    <a:pt x="2116" y="982"/>
                  </a:lnTo>
                  <a:lnTo>
                    <a:pt x="2104" y="976"/>
                  </a:lnTo>
                  <a:lnTo>
                    <a:pt x="2090" y="974"/>
                  </a:lnTo>
                  <a:lnTo>
                    <a:pt x="1514" y="974"/>
                  </a:lnTo>
                  <a:close/>
                  <a:moveTo>
                    <a:pt x="1937" y="0"/>
                  </a:moveTo>
                  <a:lnTo>
                    <a:pt x="2059" y="5"/>
                  </a:lnTo>
                  <a:lnTo>
                    <a:pt x="2179" y="16"/>
                  </a:lnTo>
                  <a:lnTo>
                    <a:pt x="2297" y="34"/>
                  </a:lnTo>
                  <a:lnTo>
                    <a:pt x="2413" y="60"/>
                  </a:lnTo>
                  <a:lnTo>
                    <a:pt x="2526" y="93"/>
                  </a:lnTo>
                  <a:lnTo>
                    <a:pt x="2636" y="132"/>
                  </a:lnTo>
                  <a:lnTo>
                    <a:pt x="2743" y="179"/>
                  </a:lnTo>
                  <a:lnTo>
                    <a:pt x="2847" y="231"/>
                  </a:lnTo>
                  <a:lnTo>
                    <a:pt x="2946" y="288"/>
                  </a:lnTo>
                  <a:lnTo>
                    <a:pt x="3042" y="352"/>
                  </a:lnTo>
                  <a:lnTo>
                    <a:pt x="3134" y="422"/>
                  </a:lnTo>
                  <a:lnTo>
                    <a:pt x="3223" y="495"/>
                  </a:lnTo>
                  <a:lnTo>
                    <a:pt x="3306" y="575"/>
                  </a:lnTo>
                  <a:lnTo>
                    <a:pt x="3384" y="660"/>
                  </a:lnTo>
                  <a:lnTo>
                    <a:pt x="3458" y="748"/>
                  </a:lnTo>
                  <a:lnTo>
                    <a:pt x="3527" y="841"/>
                  </a:lnTo>
                  <a:lnTo>
                    <a:pt x="3590" y="939"/>
                  </a:lnTo>
                  <a:lnTo>
                    <a:pt x="3647" y="1040"/>
                  </a:lnTo>
                  <a:lnTo>
                    <a:pt x="3697" y="1145"/>
                  </a:lnTo>
                  <a:lnTo>
                    <a:pt x="3743" y="1253"/>
                  </a:lnTo>
                  <a:lnTo>
                    <a:pt x="3782" y="1365"/>
                  </a:lnTo>
                  <a:lnTo>
                    <a:pt x="3815" y="1479"/>
                  </a:lnTo>
                  <a:lnTo>
                    <a:pt x="3840" y="1595"/>
                  </a:lnTo>
                  <a:lnTo>
                    <a:pt x="3859" y="1716"/>
                  </a:lnTo>
                  <a:lnTo>
                    <a:pt x="3869" y="1837"/>
                  </a:lnTo>
                  <a:lnTo>
                    <a:pt x="3873" y="1961"/>
                  </a:lnTo>
                  <a:lnTo>
                    <a:pt x="3869" y="2085"/>
                  </a:lnTo>
                  <a:lnTo>
                    <a:pt x="3859" y="2206"/>
                  </a:lnTo>
                  <a:lnTo>
                    <a:pt x="3840" y="2326"/>
                  </a:lnTo>
                  <a:lnTo>
                    <a:pt x="3815" y="2443"/>
                  </a:lnTo>
                  <a:lnTo>
                    <a:pt x="3782" y="2557"/>
                  </a:lnTo>
                  <a:lnTo>
                    <a:pt x="3743" y="2669"/>
                  </a:lnTo>
                  <a:lnTo>
                    <a:pt x="3697" y="2776"/>
                  </a:lnTo>
                  <a:lnTo>
                    <a:pt x="3647" y="2882"/>
                  </a:lnTo>
                  <a:lnTo>
                    <a:pt x="3590" y="2982"/>
                  </a:lnTo>
                  <a:lnTo>
                    <a:pt x="3527" y="3081"/>
                  </a:lnTo>
                  <a:lnTo>
                    <a:pt x="3458" y="3174"/>
                  </a:lnTo>
                  <a:lnTo>
                    <a:pt x="3384" y="3262"/>
                  </a:lnTo>
                  <a:lnTo>
                    <a:pt x="3306" y="3347"/>
                  </a:lnTo>
                  <a:lnTo>
                    <a:pt x="3223" y="3426"/>
                  </a:lnTo>
                  <a:lnTo>
                    <a:pt x="3134" y="3500"/>
                  </a:lnTo>
                  <a:lnTo>
                    <a:pt x="3042" y="3570"/>
                  </a:lnTo>
                  <a:lnTo>
                    <a:pt x="2946" y="3634"/>
                  </a:lnTo>
                  <a:lnTo>
                    <a:pt x="2847" y="3691"/>
                  </a:lnTo>
                  <a:lnTo>
                    <a:pt x="2743" y="3743"/>
                  </a:lnTo>
                  <a:lnTo>
                    <a:pt x="2636" y="3789"/>
                  </a:lnTo>
                  <a:lnTo>
                    <a:pt x="2526" y="3829"/>
                  </a:lnTo>
                  <a:lnTo>
                    <a:pt x="2413" y="3862"/>
                  </a:lnTo>
                  <a:lnTo>
                    <a:pt x="2297" y="3888"/>
                  </a:lnTo>
                  <a:lnTo>
                    <a:pt x="2179" y="3906"/>
                  </a:lnTo>
                  <a:lnTo>
                    <a:pt x="2059" y="3917"/>
                  </a:lnTo>
                  <a:lnTo>
                    <a:pt x="1937" y="3922"/>
                  </a:lnTo>
                  <a:lnTo>
                    <a:pt x="1815" y="3917"/>
                  </a:lnTo>
                  <a:lnTo>
                    <a:pt x="1694" y="3906"/>
                  </a:lnTo>
                  <a:lnTo>
                    <a:pt x="1576" y="3888"/>
                  </a:lnTo>
                  <a:lnTo>
                    <a:pt x="1461" y="3862"/>
                  </a:lnTo>
                  <a:lnTo>
                    <a:pt x="1347" y="3829"/>
                  </a:lnTo>
                  <a:lnTo>
                    <a:pt x="1238" y="3789"/>
                  </a:lnTo>
                  <a:lnTo>
                    <a:pt x="1130" y="3743"/>
                  </a:lnTo>
                  <a:lnTo>
                    <a:pt x="1027" y="3691"/>
                  </a:lnTo>
                  <a:lnTo>
                    <a:pt x="927" y="3634"/>
                  </a:lnTo>
                  <a:lnTo>
                    <a:pt x="831" y="3570"/>
                  </a:lnTo>
                  <a:lnTo>
                    <a:pt x="739" y="3500"/>
                  </a:lnTo>
                  <a:lnTo>
                    <a:pt x="652" y="3426"/>
                  </a:lnTo>
                  <a:lnTo>
                    <a:pt x="568" y="3347"/>
                  </a:lnTo>
                  <a:lnTo>
                    <a:pt x="489" y="3262"/>
                  </a:lnTo>
                  <a:lnTo>
                    <a:pt x="415" y="3174"/>
                  </a:lnTo>
                  <a:lnTo>
                    <a:pt x="348" y="3081"/>
                  </a:lnTo>
                  <a:lnTo>
                    <a:pt x="285" y="2982"/>
                  </a:lnTo>
                  <a:lnTo>
                    <a:pt x="228" y="2882"/>
                  </a:lnTo>
                  <a:lnTo>
                    <a:pt x="175" y="2776"/>
                  </a:lnTo>
                  <a:lnTo>
                    <a:pt x="131" y="2669"/>
                  </a:lnTo>
                  <a:lnTo>
                    <a:pt x="92" y="2557"/>
                  </a:lnTo>
                  <a:lnTo>
                    <a:pt x="59" y="2443"/>
                  </a:lnTo>
                  <a:lnTo>
                    <a:pt x="34" y="2326"/>
                  </a:lnTo>
                  <a:lnTo>
                    <a:pt x="16" y="2206"/>
                  </a:lnTo>
                  <a:lnTo>
                    <a:pt x="3" y="2085"/>
                  </a:lnTo>
                  <a:lnTo>
                    <a:pt x="0" y="1961"/>
                  </a:lnTo>
                  <a:lnTo>
                    <a:pt x="3" y="1837"/>
                  </a:lnTo>
                  <a:lnTo>
                    <a:pt x="16" y="1716"/>
                  </a:lnTo>
                  <a:lnTo>
                    <a:pt x="34" y="1595"/>
                  </a:lnTo>
                  <a:lnTo>
                    <a:pt x="59" y="1479"/>
                  </a:lnTo>
                  <a:lnTo>
                    <a:pt x="92" y="1365"/>
                  </a:lnTo>
                  <a:lnTo>
                    <a:pt x="131" y="1253"/>
                  </a:lnTo>
                  <a:lnTo>
                    <a:pt x="175" y="1145"/>
                  </a:lnTo>
                  <a:lnTo>
                    <a:pt x="228" y="1040"/>
                  </a:lnTo>
                  <a:lnTo>
                    <a:pt x="285" y="939"/>
                  </a:lnTo>
                  <a:lnTo>
                    <a:pt x="348" y="841"/>
                  </a:lnTo>
                  <a:lnTo>
                    <a:pt x="415" y="748"/>
                  </a:lnTo>
                  <a:lnTo>
                    <a:pt x="489" y="660"/>
                  </a:lnTo>
                  <a:lnTo>
                    <a:pt x="568" y="575"/>
                  </a:lnTo>
                  <a:lnTo>
                    <a:pt x="652" y="495"/>
                  </a:lnTo>
                  <a:lnTo>
                    <a:pt x="739" y="422"/>
                  </a:lnTo>
                  <a:lnTo>
                    <a:pt x="831" y="352"/>
                  </a:lnTo>
                  <a:lnTo>
                    <a:pt x="927" y="288"/>
                  </a:lnTo>
                  <a:lnTo>
                    <a:pt x="1027" y="231"/>
                  </a:lnTo>
                  <a:lnTo>
                    <a:pt x="1130" y="179"/>
                  </a:lnTo>
                  <a:lnTo>
                    <a:pt x="1238" y="132"/>
                  </a:lnTo>
                  <a:lnTo>
                    <a:pt x="1347" y="93"/>
                  </a:lnTo>
                  <a:lnTo>
                    <a:pt x="1461" y="60"/>
                  </a:lnTo>
                  <a:lnTo>
                    <a:pt x="1576" y="34"/>
                  </a:lnTo>
                  <a:lnTo>
                    <a:pt x="1694" y="16"/>
                  </a:lnTo>
                  <a:lnTo>
                    <a:pt x="1815" y="5"/>
                  </a:lnTo>
                  <a:lnTo>
                    <a:pt x="1937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3"/>
          <p:cNvSpPr/>
          <p:nvPr/>
        </p:nvSpPr>
        <p:spPr>
          <a:xfrm>
            <a:off x="5902505" y="4257527"/>
            <a:ext cx="386990" cy="392181"/>
          </a:xfrm>
          <a:custGeom>
            <a:rect b="b" l="l" r="r" t="t"/>
            <a:pathLst>
              <a:path extrusionOk="0" h="4078" w="4028">
                <a:moveTo>
                  <a:pt x="2015" y="412"/>
                </a:moveTo>
                <a:lnTo>
                  <a:pt x="1900" y="416"/>
                </a:lnTo>
                <a:lnTo>
                  <a:pt x="1788" y="427"/>
                </a:lnTo>
                <a:lnTo>
                  <a:pt x="1677" y="448"/>
                </a:lnTo>
                <a:lnTo>
                  <a:pt x="1570" y="475"/>
                </a:lnTo>
                <a:lnTo>
                  <a:pt x="1465" y="509"/>
                </a:lnTo>
                <a:lnTo>
                  <a:pt x="1364" y="551"/>
                </a:lnTo>
                <a:lnTo>
                  <a:pt x="1266" y="598"/>
                </a:lnTo>
                <a:lnTo>
                  <a:pt x="1173" y="653"/>
                </a:lnTo>
                <a:lnTo>
                  <a:pt x="1082" y="713"/>
                </a:lnTo>
                <a:lnTo>
                  <a:pt x="996" y="779"/>
                </a:lnTo>
                <a:lnTo>
                  <a:pt x="916" y="851"/>
                </a:lnTo>
                <a:lnTo>
                  <a:pt x="840" y="927"/>
                </a:lnTo>
                <a:lnTo>
                  <a:pt x="770" y="1010"/>
                </a:lnTo>
                <a:lnTo>
                  <a:pt x="704" y="1096"/>
                </a:lnTo>
                <a:lnTo>
                  <a:pt x="645" y="1188"/>
                </a:lnTo>
                <a:lnTo>
                  <a:pt x="591" y="1282"/>
                </a:lnTo>
                <a:lnTo>
                  <a:pt x="543" y="1381"/>
                </a:lnTo>
                <a:lnTo>
                  <a:pt x="502" y="1483"/>
                </a:lnTo>
                <a:lnTo>
                  <a:pt x="468" y="1589"/>
                </a:lnTo>
                <a:lnTo>
                  <a:pt x="441" y="1698"/>
                </a:lnTo>
                <a:lnTo>
                  <a:pt x="422" y="1810"/>
                </a:lnTo>
                <a:lnTo>
                  <a:pt x="409" y="1923"/>
                </a:lnTo>
                <a:lnTo>
                  <a:pt x="405" y="2040"/>
                </a:lnTo>
                <a:lnTo>
                  <a:pt x="409" y="2156"/>
                </a:lnTo>
                <a:lnTo>
                  <a:pt x="422" y="2268"/>
                </a:lnTo>
                <a:lnTo>
                  <a:pt x="441" y="2379"/>
                </a:lnTo>
                <a:lnTo>
                  <a:pt x="468" y="2487"/>
                </a:lnTo>
                <a:lnTo>
                  <a:pt x="502" y="2592"/>
                </a:lnTo>
                <a:lnTo>
                  <a:pt x="543" y="2694"/>
                </a:lnTo>
                <a:lnTo>
                  <a:pt x="589" y="2792"/>
                </a:lnTo>
                <a:lnTo>
                  <a:pt x="644" y="2888"/>
                </a:lnTo>
                <a:lnTo>
                  <a:pt x="702" y="2978"/>
                </a:lnTo>
                <a:lnTo>
                  <a:pt x="767" y="3064"/>
                </a:lnTo>
                <a:lnTo>
                  <a:pt x="838" y="3145"/>
                </a:lnTo>
                <a:lnTo>
                  <a:pt x="838" y="3083"/>
                </a:lnTo>
                <a:lnTo>
                  <a:pt x="840" y="3038"/>
                </a:lnTo>
                <a:lnTo>
                  <a:pt x="849" y="2996"/>
                </a:lnTo>
                <a:lnTo>
                  <a:pt x="862" y="2957"/>
                </a:lnTo>
                <a:lnTo>
                  <a:pt x="880" y="2921"/>
                </a:lnTo>
                <a:lnTo>
                  <a:pt x="902" y="2888"/>
                </a:lnTo>
                <a:lnTo>
                  <a:pt x="928" y="2857"/>
                </a:lnTo>
                <a:lnTo>
                  <a:pt x="956" y="2828"/>
                </a:lnTo>
                <a:lnTo>
                  <a:pt x="988" y="2801"/>
                </a:lnTo>
                <a:lnTo>
                  <a:pt x="1020" y="2777"/>
                </a:lnTo>
                <a:lnTo>
                  <a:pt x="1056" y="2755"/>
                </a:lnTo>
                <a:lnTo>
                  <a:pt x="1091" y="2733"/>
                </a:lnTo>
                <a:lnTo>
                  <a:pt x="1127" y="2716"/>
                </a:lnTo>
                <a:lnTo>
                  <a:pt x="1163" y="2698"/>
                </a:lnTo>
                <a:lnTo>
                  <a:pt x="1198" y="2682"/>
                </a:lnTo>
                <a:lnTo>
                  <a:pt x="1233" y="2667"/>
                </a:lnTo>
                <a:lnTo>
                  <a:pt x="1266" y="2654"/>
                </a:lnTo>
                <a:lnTo>
                  <a:pt x="1296" y="2642"/>
                </a:lnTo>
                <a:lnTo>
                  <a:pt x="1324" y="2630"/>
                </a:lnTo>
                <a:lnTo>
                  <a:pt x="1356" y="2616"/>
                </a:lnTo>
                <a:lnTo>
                  <a:pt x="1392" y="2599"/>
                </a:lnTo>
                <a:lnTo>
                  <a:pt x="1434" y="2580"/>
                </a:lnTo>
                <a:lnTo>
                  <a:pt x="1476" y="2560"/>
                </a:lnTo>
                <a:lnTo>
                  <a:pt x="1523" y="2537"/>
                </a:lnTo>
                <a:lnTo>
                  <a:pt x="1571" y="2514"/>
                </a:lnTo>
                <a:lnTo>
                  <a:pt x="1620" y="2490"/>
                </a:lnTo>
                <a:lnTo>
                  <a:pt x="1644" y="2474"/>
                </a:lnTo>
                <a:lnTo>
                  <a:pt x="1665" y="2453"/>
                </a:lnTo>
                <a:lnTo>
                  <a:pt x="1683" y="2427"/>
                </a:lnTo>
                <a:lnTo>
                  <a:pt x="1696" y="2399"/>
                </a:lnTo>
                <a:lnTo>
                  <a:pt x="1702" y="2371"/>
                </a:lnTo>
                <a:lnTo>
                  <a:pt x="1715" y="2245"/>
                </a:lnTo>
                <a:lnTo>
                  <a:pt x="1679" y="2207"/>
                </a:lnTo>
                <a:lnTo>
                  <a:pt x="1645" y="2165"/>
                </a:lnTo>
                <a:lnTo>
                  <a:pt x="1614" y="2120"/>
                </a:lnTo>
                <a:lnTo>
                  <a:pt x="1586" y="2070"/>
                </a:lnTo>
                <a:lnTo>
                  <a:pt x="1561" y="2017"/>
                </a:lnTo>
                <a:lnTo>
                  <a:pt x="1541" y="1959"/>
                </a:lnTo>
                <a:lnTo>
                  <a:pt x="1526" y="1899"/>
                </a:lnTo>
                <a:lnTo>
                  <a:pt x="1508" y="1899"/>
                </a:lnTo>
                <a:lnTo>
                  <a:pt x="1488" y="1897"/>
                </a:lnTo>
                <a:lnTo>
                  <a:pt x="1471" y="1889"/>
                </a:lnTo>
                <a:lnTo>
                  <a:pt x="1456" y="1878"/>
                </a:lnTo>
                <a:lnTo>
                  <a:pt x="1445" y="1862"/>
                </a:lnTo>
                <a:lnTo>
                  <a:pt x="1440" y="1846"/>
                </a:lnTo>
                <a:lnTo>
                  <a:pt x="1407" y="1644"/>
                </a:lnTo>
                <a:lnTo>
                  <a:pt x="1410" y="1625"/>
                </a:lnTo>
                <a:lnTo>
                  <a:pt x="1417" y="1608"/>
                </a:lnTo>
                <a:lnTo>
                  <a:pt x="1427" y="1594"/>
                </a:lnTo>
                <a:lnTo>
                  <a:pt x="1440" y="1584"/>
                </a:lnTo>
                <a:lnTo>
                  <a:pt x="1455" y="1578"/>
                </a:lnTo>
                <a:lnTo>
                  <a:pt x="1470" y="1575"/>
                </a:lnTo>
                <a:lnTo>
                  <a:pt x="1463" y="1540"/>
                </a:lnTo>
                <a:lnTo>
                  <a:pt x="1458" y="1501"/>
                </a:lnTo>
                <a:lnTo>
                  <a:pt x="1455" y="1459"/>
                </a:lnTo>
                <a:lnTo>
                  <a:pt x="1455" y="1415"/>
                </a:lnTo>
                <a:lnTo>
                  <a:pt x="1459" y="1362"/>
                </a:lnTo>
                <a:lnTo>
                  <a:pt x="1466" y="1314"/>
                </a:lnTo>
                <a:lnTo>
                  <a:pt x="1476" y="1270"/>
                </a:lnTo>
                <a:lnTo>
                  <a:pt x="1490" y="1221"/>
                </a:lnTo>
                <a:lnTo>
                  <a:pt x="1511" y="1171"/>
                </a:lnTo>
                <a:lnTo>
                  <a:pt x="1537" y="1124"/>
                </a:lnTo>
                <a:lnTo>
                  <a:pt x="1571" y="1078"/>
                </a:lnTo>
                <a:lnTo>
                  <a:pt x="1606" y="1040"/>
                </a:lnTo>
                <a:lnTo>
                  <a:pt x="1644" y="1008"/>
                </a:lnTo>
                <a:lnTo>
                  <a:pt x="1684" y="981"/>
                </a:lnTo>
                <a:lnTo>
                  <a:pt x="1726" y="960"/>
                </a:lnTo>
                <a:lnTo>
                  <a:pt x="1769" y="946"/>
                </a:lnTo>
                <a:lnTo>
                  <a:pt x="1812" y="938"/>
                </a:lnTo>
                <a:lnTo>
                  <a:pt x="1853" y="935"/>
                </a:lnTo>
                <a:lnTo>
                  <a:pt x="1894" y="939"/>
                </a:lnTo>
                <a:lnTo>
                  <a:pt x="1933" y="912"/>
                </a:lnTo>
                <a:lnTo>
                  <a:pt x="1973" y="893"/>
                </a:lnTo>
                <a:lnTo>
                  <a:pt x="2015" y="880"/>
                </a:lnTo>
                <a:lnTo>
                  <a:pt x="2056" y="875"/>
                </a:lnTo>
                <a:lnTo>
                  <a:pt x="2098" y="875"/>
                </a:lnTo>
                <a:lnTo>
                  <a:pt x="2141" y="881"/>
                </a:lnTo>
                <a:lnTo>
                  <a:pt x="2182" y="893"/>
                </a:lnTo>
                <a:lnTo>
                  <a:pt x="2225" y="911"/>
                </a:lnTo>
                <a:lnTo>
                  <a:pt x="2267" y="932"/>
                </a:lnTo>
                <a:lnTo>
                  <a:pt x="2308" y="960"/>
                </a:lnTo>
                <a:lnTo>
                  <a:pt x="2348" y="991"/>
                </a:lnTo>
                <a:lnTo>
                  <a:pt x="2389" y="1027"/>
                </a:lnTo>
                <a:lnTo>
                  <a:pt x="2428" y="1070"/>
                </a:lnTo>
                <a:lnTo>
                  <a:pt x="2462" y="1115"/>
                </a:lnTo>
                <a:lnTo>
                  <a:pt x="2490" y="1162"/>
                </a:lnTo>
                <a:lnTo>
                  <a:pt x="2512" y="1210"/>
                </a:lnTo>
                <a:lnTo>
                  <a:pt x="2525" y="1236"/>
                </a:lnTo>
                <a:lnTo>
                  <a:pt x="2535" y="1268"/>
                </a:lnTo>
                <a:lnTo>
                  <a:pt x="2544" y="1304"/>
                </a:lnTo>
                <a:lnTo>
                  <a:pt x="2549" y="1344"/>
                </a:lnTo>
                <a:lnTo>
                  <a:pt x="2551" y="1388"/>
                </a:lnTo>
                <a:lnTo>
                  <a:pt x="2551" y="1435"/>
                </a:lnTo>
                <a:lnTo>
                  <a:pt x="2550" y="1464"/>
                </a:lnTo>
                <a:lnTo>
                  <a:pt x="2547" y="1492"/>
                </a:lnTo>
                <a:lnTo>
                  <a:pt x="2544" y="1527"/>
                </a:lnTo>
                <a:lnTo>
                  <a:pt x="2539" y="1562"/>
                </a:lnTo>
                <a:lnTo>
                  <a:pt x="2537" y="1568"/>
                </a:lnTo>
                <a:lnTo>
                  <a:pt x="2536" y="1574"/>
                </a:lnTo>
                <a:lnTo>
                  <a:pt x="2551" y="1577"/>
                </a:lnTo>
                <a:lnTo>
                  <a:pt x="2565" y="1580"/>
                </a:lnTo>
                <a:lnTo>
                  <a:pt x="2579" y="1588"/>
                </a:lnTo>
                <a:lnTo>
                  <a:pt x="2590" y="1598"/>
                </a:lnTo>
                <a:lnTo>
                  <a:pt x="2599" y="1611"/>
                </a:lnTo>
                <a:lnTo>
                  <a:pt x="2604" y="1626"/>
                </a:lnTo>
                <a:lnTo>
                  <a:pt x="2605" y="1643"/>
                </a:lnTo>
                <a:lnTo>
                  <a:pt x="2573" y="1846"/>
                </a:lnTo>
                <a:lnTo>
                  <a:pt x="2566" y="1862"/>
                </a:lnTo>
                <a:lnTo>
                  <a:pt x="2556" y="1878"/>
                </a:lnTo>
                <a:lnTo>
                  <a:pt x="2541" y="1889"/>
                </a:lnTo>
                <a:lnTo>
                  <a:pt x="2525" y="1897"/>
                </a:lnTo>
                <a:lnTo>
                  <a:pt x="2506" y="1899"/>
                </a:lnTo>
                <a:lnTo>
                  <a:pt x="2484" y="1899"/>
                </a:lnTo>
                <a:lnTo>
                  <a:pt x="2474" y="1955"/>
                </a:lnTo>
                <a:lnTo>
                  <a:pt x="2458" y="2010"/>
                </a:lnTo>
                <a:lnTo>
                  <a:pt x="2434" y="2061"/>
                </a:lnTo>
                <a:lnTo>
                  <a:pt x="2405" y="2111"/>
                </a:lnTo>
                <a:lnTo>
                  <a:pt x="2372" y="2157"/>
                </a:lnTo>
                <a:lnTo>
                  <a:pt x="2336" y="2199"/>
                </a:lnTo>
                <a:lnTo>
                  <a:pt x="2298" y="2238"/>
                </a:lnTo>
                <a:lnTo>
                  <a:pt x="2311" y="2370"/>
                </a:lnTo>
                <a:lnTo>
                  <a:pt x="2317" y="2398"/>
                </a:lnTo>
                <a:lnTo>
                  <a:pt x="2330" y="2425"/>
                </a:lnTo>
                <a:lnTo>
                  <a:pt x="2347" y="2450"/>
                </a:lnTo>
                <a:lnTo>
                  <a:pt x="2369" y="2472"/>
                </a:lnTo>
                <a:lnTo>
                  <a:pt x="2393" y="2488"/>
                </a:lnTo>
                <a:lnTo>
                  <a:pt x="2437" y="2510"/>
                </a:lnTo>
                <a:lnTo>
                  <a:pt x="2479" y="2531"/>
                </a:lnTo>
                <a:lnTo>
                  <a:pt x="2522" y="2551"/>
                </a:lnTo>
                <a:lnTo>
                  <a:pt x="2561" y="2570"/>
                </a:lnTo>
                <a:lnTo>
                  <a:pt x="2599" y="2588"/>
                </a:lnTo>
                <a:lnTo>
                  <a:pt x="2633" y="2605"/>
                </a:lnTo>
                <a:lnTo>
                  <a:pt x="2663" y="2619"/>
                </a:lnTo>
                <a:lnTo>
                  <a:pt x="2689" y="2630"/>
                </a:lnTo>
                <a:lnTo>
                  <a:pt x="2718" y="2642"/>
                </a:lnTo>
                <a:lnTo>
                  <a:pt x="2750" y="2656"/>
                </a:lnTo>
                <a:lnTo>
                  <a:pt x="2783" y="2670"/>
                </a:lnTo>
                <a:lnTo>
                  <a:pt x="2818" y="2685"/>
                </a:lnTo>
                <a:lnTo>
                  <a:pt x="2854" y="2700"/>
                </a:lnTo>
                <a:lnTo>
                  <a:pt x="2890" y="2718"/>
                </a:lnTo>
                <a:lnTo>
                  <a:pt x="2927" y="2737"/>
                </a:lnTo>
                <a:lnTo>
                  <a:pt x="2962" y="2758"/>
                </a:lnTo>
                <a:lnTo>
                  <a:pt x="2996" y="2779"/>
                </a:lnTo>
                <a:lnTo>
                  <a:pt x="3029" y="2804"/>
                </a:lnTo>
                <a:lnTo>
                  <a:pt x="3059" y="2829"/>
                </a:lnTo>
                <a:lnTo>
                  <a:pt x="3087" y="2858"/>
                </a:lnTo>
                <a:lnTo>
                  <a:pt x="3112" y="2889"/>
                </a:lnTo>
                <a:lnTo>
                  <a:pt x="3133" y="2922"/>
                </a:lnTo>
                <a:lnTo>
                  <a:pt x="3151" y="2958"/>
                </a:lnTo>
                <a:lnTo>
                  <a:pt x="3165" y="2996"/>
                </a:lnTo>
                <a:lnTo>
                  <a:pt x="3172" y="3038"/>
                </a:lnTo>
                <a:lnTo>
                  <a:pt x="3175" y="3083"/>
                </a:lnTo>
                <a:lnTo>
                  <a:pt x="3175" y="3163"/>
                </a:lnTo>
                <a:lnTo>
                  <a:pt x="3243" y="3088"/>
                </a:lnTo>
                <a:lnTo>
                  <a:pt x="3305" y="3009"/>
                </a:lnTo>
                <a:lnTo>
                  <a:pt x="3361" y="2926"/>
                </a:lnTo>
                <a:lnTo>
                  <a:pt x="3414" y="2838"/>
                </a:lnTo>
                <a:lnTo>
                  <a:pt x="3461" y="2749"/>
                </a:lnTo>
                <a:lnTo>
                  <a:pt x="3503" y="2654"/>
                </a:lnTo>
                <a:lnTo>
                  <a:pt x="3539" y="2559"/>
                </a:lnTo>
                <a:lnTo>
                  <a:pt x="3568" y="2459"/>
                </a:lnTo>
                <a:lnTo>
                  <a:pt x="3592" y="2357"/>
                </a:lnTo>
                <a:lnTo>
                  <a:pt x="3608" y="2254"/>
                </a:lnTo>
                <a:lnTo>
                  <a:pt x="3620" y="2148"/>
                </a:lnTo>
                <a:lnTo>
                  <a:pt x="3624" y="2040"/>
                </a:lnTo>
                <a:lnTo>
                  <a:pt x="3619" y="1923"/>
                </a:lnTo>
                <a:lnTo>
                  <a:pt x="3607" y="1810"/>
                </a:lnTo>
                <a:lnTo>
                  <a:pt x="3587" y="1698"/>
                </a:lnTo>
                <a:lnTo>
                  <a:pt x="3561" y="1589"/>
                </a:lnTo>
                <a:lnTo>
                  <a:pt x="3527" y="1483"/>
                </a:lnTo>
                <a:lnTo>
                  <a:pt x="3485" y="1381"/>
                </a:lnTo>
                <a:lnTo>
                  <a:pt x="3438" y="1282"/>
                </a:lnTo>
                <a:lnTo>
                  <a:pt x="3384" y="1188"/>
                </a:lnTo>
                <a:lnTo>
                  <a:pt x="3325" y="1096"/>
                </a:lnTo>
                <a:lnTo>
                  <a:pt x="3259" y="1010"/>
                </a:lnTo>
                <a:lnTo>
                  <a:pt x="3189" y="927"/>
                </a:lnTo>
                <a:lnTo>
                  <a:pt x="3113" y="851"/>
                </a:lnTo>
                <a:lnTo>
                  <a:pt x="3031" y="779"/>
                </a:lnTo>
                <a:lnTo>
                  <a:pt x="2947" y="713"/>
                </a:lnTo>
                <a:lnTo>
                  <a:pt x="2856" y="653"/>
                </a:lnTo>
                <a:lnTo>
                  <a:pt x="2763" y="598"/>
                </a:lnTo>
                <a:lnTo>
                  <a:pt x="2665" y="551"/>
                </a:lnTo>
                <a:lnTo>
                  <a:pt x="2564" y="509"/>
                </a:lnTo>
                <a:lnTo>
                  <a:pt x="2459" y="475"/>
                </a:lnTo>
                <a:lnTo>
                  <a:pt x="2352" y="448"/>
                </a:lnTo>
                <a:lnTo>
                  <a:pt x="2241" y="427"/>
                </a:lnTo>
                <a:lnTo>
                  <a:pt x="2129" y="416"/>
                </a:lnTo>
                <a:lnTo>
                  <a:pt x="2015" y="412"/>
                </a:lnTo>
                <a:close/>
                <a:moveTo>
                  <a:pt x="2015" y="0"/>
                </a:moveTo>
                <a:lnTo>
                  <a:pt x="2142" y="4"/>
                </a:lnTo>
                <a:lnTo>
                  <a:pt x="2267" y="17"/>
                </a:lnTo>
                <a:lnTo>
                  <a:pt x="2389" y="36"/>
                </a:lnTo>
                <a:lnTo>
                  <a:pt x="2510" y="63"/>
                </a:lnTo>
                <a:lnTo>
                  <a:pt x="2627" y="97"/>
                </a:lnTo>
                <a:lnTo>
                  <a:pt x="2742" y="138"/>
                </a:lnTo>
                <a:lnTo>
                  <a:pt x="2852" y="185"/>
                </a:lnTo>
                <a:lnTo>
                  <a:pt x="2961" y="240"/>
                </a:lnTo>
                <a:lnTo>
                  <a:pt x="3064" y="300"/>
                </a:lnTo>
                <a:lnTo>
                  <a:pt x="3164" y="366"/>
                </a:lnTo>
                <a:lnTo>
                  <a:pt x="3259" y="439"/>
                </a:lnTo>
                <a:lnTo>
                  <a:pt x="3351" y="515"/>
                </a:lnTo>
                <a:lnTo>
                  <a:pt x="3438" y="598"/>
                </a:lnTo>
                <a:lnTo>
                  <a:pt x="3519" y="686"/>
                </a:lnTo>
                <a:lnTo>
                  <a:pt x="3596" y="778"/>
                </a:lnTo>
                <a:lnTo>
                  <a:pt x="3668" y="875"/>
                </a:lnTo>
                <a:lnTo>
                  <a:pt x="3733" y="977"/>
                </a:lnTo>
                <a:lnTo>
                  <a:pt x="3792" y="1082"/>
                </a:lnTo>
                <a:lnTo>
                  <a:pt x="3845" y="1191"/>
                </a:lnTo>
                <a:lnTo>
                  <a:pt x="3893" y="1304"/>
                </a:lnTo>
                <a:lnTo>
                  <a:pt x="3934" y="1420"/>
                </a:lnTo>
                <a:lnTo>
                  <a:pt x="3968" y="1538"/>
                </a:lnTo>
                <a:lnTo>
                  <a:pt x="3994" y="1659"/>
                </a:lnTo>
                <a:lnTo>
                  <a:pt x="4013" y="1784"/>
                </a:lnTo>
                <a:lnTo>
                  <a:pt x="4024" y="1911"/>
                </a:lnTo>
                <a:lnTo>
                  <a:pt x="4028" y="2040"/>
                </a:lnTo>
                <a:lnTo>
                  <a:pt x="4024" y="2168"/>
                </a:lnTo>
                <a:lnTo>
                  <a:pt x="4013" y="2295"/>
                </a:lnTo>
                <a:lnTo>
                  <a:pt x="3994" y="2420"/>
                </a:lnTo>
                <a:lnTo>
                  <a:pt x="3968" y="2541"/>
                </a:lnTo>
                <a:lnTo>
                  <a:pt x="3934" y="2659"/>
                </a:lnTo>
                <a:lnTo>
                  <a:pt x="3893" y="2775"/>
                </a:lnTo>
                <a:lnTo>
                  <a:pt x="3845" y="2888"/>
                </a:lnTo>
                <a:lnTo>
                  <a:pt x="3792" y="2997"/>
                </a:lnTo>
                <a:lnTo>
                  <a:pt x="3733" y="3102"/>
                </a:lnTo>
                <a:lnTo>
                  <a:pt x="3668" y="3204"/>
                </a:lnTo>
                <a:lnTo>
                  <a:pt x="3596" y="3301"/>
                </a:lnTo>
                <a:lnTo>
                  <a:pt x="3519" y="3393"/>
                </a:lnTo>
                <a:lnTo>
                  <a:pt x="3438" y="3481"/>
                </a:lnTo>
                <a:lnTo>
                  <a:pt x="3351" y="3564"/>
                </a:lnTo>
                <a:lnTo>
                  <a:pt x="3259" y="3640"/>
                </a:lnTo>
                <a:lnTo>
                  <a:pt x="3164" y="3713"/>
                </a:lnTo>
                <a:lnTo>
                  <a:pt x="3064" y="3779"/>
                </a:lnTo>
                <a:lnTo>
                  <a:pt x="2961" y="3839"/>
                </a:lnTo>
                <a:lnTo>
                  <a:pt x="2852" y="3893"/>
                </a:lnTo>
                <a:lnTo>
                  <a:pt x="2742" y="3941"/>
                </a:lnTo>
                <a:lnTo>
                  <a:pt x="2627" y="3982"/>
                </a:lnTo>
                <a:lnTo>
                  <a:pt x="2510" y="4016"/>
                </a:lnTo>
                <a:lnTo>
                  <a:pt x="2389" y="4043"/>
                </a:lnTo>
                <a:lnTo>
                  <a:pt x="2267" y="4062"/>
                </a:lnTo>
                <a:lnTo>
                  <a:pt x="2142" y="4074"/>
                </a:lnTo>
                <a:lnTo>
                  <a:pt x="2015" y="4078"/>
                </a:lnTo>
                <a:lnTo>
                  <a:pt x="1887" y="4074"/>
                </a:lnTo>
                <a:lnTo>
                  <a:pt x="1761" y="4062"/>
                </a:lnTo>
                <a:lnTo>
                  <a:pt x="1639" y="4043"/>
                </a:lnTo>
                <a:lnTo>
                  <a:pt x="1519" y="4016"/>
                </a:lnTo>
                <a:lnTo>
                  <a:pt x="1401" y="3982"/>
                </a:lnTo>
                <a:lnTo>
                  <a:pt x="1287" y="3941"/>
                </a:lnTo>
                <a:lnTo>
                  <a:pt x="1175" y="3893"/>
                </a:lnTo>
                <a:lnTo>
                  <a:pt x="1068" y="3839"/>
                </a:lnTo>
                <a:lnTo>
                  <a:pt x="964" y="3779"/>
                </a:lnTo>
                <a:lnTo>
                  <a:pt x="864" y="3713"/>
                </a:lnTo>
                <a:lnTo>
                  <a:pt x="768" y="3640"/>
                </a:lnTo>
                <a:lnTo>
                  <a:pt x="678" y="3564"/>
                </a:lnTo>
                <a:lnTo>
                  <a:pt x="591" y="3481"/>
                </a:lnTo>
                <a:lnTo>
                  <a:pt x="509" y="3393"/>
                </a:lnTo>
                <a:lnTo>
                  <a:pt x="432" y="3301"/>
                </a:lnTo>
                <a:lnTo>
                  <a:pt x="361" y="3204"/>
                </a:lnTo>
                <a:lnTo>
                  <a:pt x="296" y="3102"/>
                </a:lnTo>
                <a:lnTo>
                  <a:pt x="237" y="2997"/>
                </a:lnTo>
                <a:lnTo>
                  <a:pt x="182" y="2888"/>
                </a:lnTo>
                <a:lnTo>
                  <a:pt x="136" y="2775"/>
                </a:lnTo>
                <a:lnTo>
                  <a:pt x="96" y="2659"/>
                </a:lnTo>
                <a:lnTo>
                  <a:pt x="61" y="2541"/>
                </a:lnTo>
                <a:lnTo>
                  <a:pt x="35" y="2420"/>
                </a:lnTo>
                <a:lnTo>
                  <a:pt x="16" y="2295"/>
                </a:lnTo>
                <a:lnTo>
                  <a:pt x="4" y="2168"/>
                </a:lnTo>
                <a:lnTo>
                  <a:pt x="0" y="2040"/>
                </a:lnTo>
                <a:lnTo>
                  <a:pt x="4" y="1911"/>
                </a:lnTo>
                <a:lnTo>
                  <a:pt x="16" y="1784"/>
                </a:lnTo>
                <a:lnTo>
                  <a:pt x="35" y="1659"/>
                </a:lnTo>
                <a:lnTo>
                  <a:pt x="61" y="1538"/>
                </a:lnTo>
                <a:lnTo>
                  <a:pt x="96" y="1420"/>
                </a:lnTo>
                <a:lnTo>
                  <a:pt x="136" y="1304"/>
                </a:lnTo>
                <a:lnTo>
                  <a:pt x="182" y="1191"/>
                </a:lnTo>
                <a:lnTo>
                  <a:pt x="237" y="1082"/>
                </a:lnTo>
                <a:lnTo>
                  <a:pt x="296" y="977"/>
                </a:lnTo>
                <a:lnTo>
                  <a:pt x="361" y="875"/>
                </a:lnTo>
                <a:lnTo>
                  <a:pt x="432" y="778"/>
                </a:lnTo>
                <a:lnTo>
                  <a:pt x="509" y="686"/>
                </a:lnTo>
                <a:lnTo>
                  <a:pt x="591" y="598"/>
                </a:lnTo>
                <a:lnTo>
                  <a:pt x="678" y="515"/>
                </a:lnTo>
                <a:lnTo>
                  <a:pt x="768" y="439"/>
                </a:lnTo>
                <a:lnTo>
                  <a:pt x="864" y="366"/>
                </a:lnTo>
                <a:lnTo>
                  <a:pt x="964" y="300"/>
                </a:lnTo>
                <a:lnTo>
                  <a:pt x="1068" y="240"/>
                </a:lnTo>
                <a:lnTo>
                  <a:pt x="1175" y="185"/>
                </a:lnTo>
                <a:lnTo>
                  <a:pt x="1287" y="138"/>
                </a:lnTo>
                <a:lnTo>
                  <a:pt x="1401" y="97"/>
                </a:lnTo>
                <a:lnTo>
                  <a:pt x="1519" y="63"/>
                </a:lnTo>
                <a:lnTo>
                  <a:pt x="1639" y="36"/>
                </a:lnTo>
                <a:lnTo>
                  <a:pt x="1761" y="17"/>
                </a:lnTo>
                <a:lnTo>
                  <a:pt x="1887" y="4"/>
                </a:lnTo>
                <a:lnTo>
                  <a:pt x="2015" y="0"/>
                </a:lnTo>
                <a:close/>
              </a:path>
            </a:pathLst>
          </a:custGeom>
          <a:solidFill>
            <a:srgbClr val="3A38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3066150" y="741250"/>
            <a:ext cx="60597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Features</a:t>
            </a:r>
            <a:endParaRPr b="1" sz="34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104;p13"/>
          <p:cNvGrpSpPr/>
          <p:nvPr/>
        </p:nvGrpSpPr>
        <p:grpSpPr>
          <a:xfrm>
            <a:off x="2433731" y="4221980"/>
            <a:ext cx="467885" cy="463175"/>
            <a:chOff x="5927726" y="842963"/>
            <a:chExt cx="2681287" cy="2654300"/>
          </a:xfrm>
        </p:grpSpPr>
        <p:sp>
          <p:nvSpPr>
            <p:cNvPr id="105" name="Google Shape;105;p13"/>
            <p:cNvSpPr/>
            <p:nvPr/>
          </p:nvSpPr>
          <p:spPr>
            <a:xfrm>
              <a:off x="5927726" y="842963"/>
              <a:ext cx="2681287" cy="2654300"/>
            </a:xfrm>
            <a:custGeom>
              <a:rect b="b" l="l" r="r" t="t"/>
              <a:pathLst>
                <a:path extrusionOk="0" h="3344" w="3376">
                  <a:moveTo>
                    <a:pt x="2110" y="210"/>
                  </a:moveTo>
                  <a:lnTo>
                    <a:pt x="2085" y="284"/>
                  </a:lnTo>
                  <a:lnTo>
                    <a:pt x="2054" y="353"/>
                  </a:lnTo>
                  <a:lnTo>
                    <a:pt x="2021" y="419"/>
                  </a:lnTo>
                  <a:lnTo>
                    <a:pt x="1984" y="482"/>
                  </a:lnTo>
                  <a:lnTo>
                    <a:pt x="1944" y="541"/>
                  </a:lnTo>
                  <a:lnTo>
                    <a:pt x="1901" y="598"/>
                  </a:lnTo>
                  <a:lnTo>
                    <a:pt x="1855" y="651"/>
                  </a:lnTo>
                  <a:lnTo>
                    <a:pt x="1806" y="701"/>
                  </a:lnTo>
                  <a:lnTo>
                    <a:pt x="1755" y="750"/>
                  </a:lnTo>
                  <a:lnTo>
                    <a:pt x="1703" y="796"/>
                  </a:lnTo>
                  <a:lnTo>
                    <a:pt x="1646" y="840"/>
                  </a:lnTo>
                  <a:lnTo>
                    <a:pt x="1590" y="883"/>
                  </a:lnTo>
                  <a:lnTo>
                    <a:pt x="1531" y="924"/>
                  </a:lnTo>
                  <a:lnTo>
                    <a:pt x="1472" y="963"/>
                  </a:lnTo>
                  <a:lnTo>
                    <a:pt x="1411" y="1003"/>
                  </a:lnTo>
                  <a:lnTo>
                    <a:pt x="1349" y="1040"/>
                  </a:lnTo>
                  <a:lnTo>
                    <a:pt x="1287" y="1076"/>
                  </a:lnTo>
                  <a:lnTo>
                    <a:pt x="1224" y="1114"/>
                  </a:lnTo>
                  <a:lnTo>
                    <a:pt x="1161" y="1150"/>
                  </a:lnTo>
                  <a:lnTo>
                    <a:pt x="1097" y="1186"/>
                  </a:lnTo>
                  <a:lnTo>
                    <a:pt x="1035" y="1223"/>
                  </a:lnTo>
                  <a:lnTo>
                    <a:pt x="972" y="1259"/>
                  </a:lnTo>
                  <a:lnTo>
                    <a:pt x="911" y="1297"/>
                  </a:lnTo>
                  <a:lnTo>
                    <a:pt x="850" y="1336"/>
                  </a:lnTo>
                  <a:lnTo>
                    <a:pt x="790" y="1375"/>
                  </a:lnTo>
                  <a:lnTo>
                    <a:pt x="731" y="1416"/>
                  </a:lnTo>
                  <a:lnTo>
                    <a:pt x="674" y="1459"/>
                  </a:lnTo>
                  <a:lnTo>
                    <a:pt x="619" y="1503"/>
                  </a:lnTo>
                  <a:lnTo>
                    <a:pt x="566" y="1549"/>
                  </a:lnTo>
                  <a:lnTo>
                    <a:pt x="515" y="1598"/>
                  </a:lnTo>
                  <a:lnTo>
                    <a:pt x="466" y="1648"/>
                  </a:lnTo>
                  <a:lnTo>
                    <a:pt x="420" y="1701"/>
                  </a:lnTo>
                  <a:lnTo>
                    <a:pt x="376" y="1758"/>
                  </a:lnTo>
                  <a:lnTo>
                    <a:pt x="337" y="1817"/>
                  </a:lnTo>
                  <a:lnTo>
                    <a:pt x="300" y="1880"/>
                  </a:lnTo>
                  <a:lnTo>
                    <a:pt x="266" y="1946"/>
                  </a:lnTo>
                  <a:lnTo>
                    <a:pt x="237" y="2016"/>
                  </a:lnTo>
                  <a:lnTo>
                    <a:pt x="211" y="2089"/>
                  </a:lnTo>
                  <a:lnTo>
                    <a:pt x="475" y="2350"/>
                  </a:lnTo>
                  <a:lnTo>
                    <a:pt x="739" y="2612"/>
                  </a:lnTo>
                  <a:lnTo>
                    <a:pt x="1003" y="2874"/>
                  </a:lnTo>
                  <a:lnTo>
                    <a:pt x="1267" y="3134"/>
                  </a:lnTo>
                  <a:lnTo>
                    <a:pt x="1291" y="3060"/>
                  </a:lnTo>
                  <a:lnTo>
                    <a:pt x="1322" y="2991"/>
                  </a:lnTo>
                  <a:lnTo>
                    <a:pt x="1355" y="2925"/>
                  </a:lnTo>
                  <a:lnTo>
                    <a:pt x="1392" y="2862"/>
                  </a:lnTo>
                  <a:lnTo>
                    <a:pt x="1432" y="2803"/>
                  </a:lnTo>
                  <a:lnTo>
                    <a:pt x="1475" y="2746"/>
                  </a:lnTo>
                  <a:lnTo>
                    <a:pt x="1521" y="2693"/>
                  </a:lnTo>
                  <a:lnTo>
                    <a:pt x="1570" y="2642"/>
                  </a:lnTo>
                  <a:lnTo>
                    <a:pt x="1621" y="2594"/>
                  </a:lnTo>
                  <a:lnTo>
                    <a:pt x="1673" y="2548"/>
                  </a:lnTo>
                  <a:lnTo>
                    <a:pt x="1730" y="2503"/>
                  </a:lnTo>
                  <a:lnTo>
                    <a:pt x="1786" y="2461"/>
                  </a:lnTo>
                  <a:lnTo>
                    <a:pt x="1845" y="2419"/>
                  </a:lnTo>
                  <a:lnTo>
                    <a:pt x="1904" y="2380"/>
                  </a:lnTo>
                  <a:lnTo>
                    <a:pt x="1966" y="2341"/>
                  </a:lnTo>
                  <a:lnTo>
                    <a:pt x="2027" y="2304"/>
                  </a:lnTo>
                  <a:lnTo>
                    <a:pt x="2090" y="2267"/>
                  </a:lnTo>
                  <a:lnTo>
                    <a:pt x="2153" y="2230"/>
                  </a:lnTo>
                  <a:lnTo>
                    <a:pt x="2215" y="2194"/>
                  </a:lnTo>
                  <a:lnTo>
                    <a:pt x="2279" y="2158"/>
                  </a:lnTo>
                  <a:lnTo>
                    <a:pt x="2341" y="2121"/>
                  </a:lnTo>
                  <a:lnTo>
                    <a:pt x="2404" y="2084"/>
                  </a:lnTo>
                  <a:lnTo>
                    <a:pt x="2465" y="2047"/>
                  </a:lnTo>
                  <a:lnTo>
                    <a:pt x="2527" y="2008"/>
                  </a:lnTo>
                  <a:lnTo>
                    <a:pt x="2586" y="1969"/>
                  </a:lnTo>
                  <a:lnTo>
                    <a:pt x="2645" y="1928"/>
                  </a:lnTo>
                  <a:lnTo>
                    <a:pt x="2702" y="1885"/>
                  </a:lnTo>
                  <a:lnTo>
                    <a:pt x="2757" y="1841"/>
                  </a:lnTo>
                  <a:lnTo>
                    <a:pt x="2811" y="1794"/>
                  </a:lnTo>
                  <a:lnTo>
                    <a:pt x="2861" y="1746"/>
                  </a:lnTo>
                  <a:lnTo>
                    <a:pt x="2910" y="1695"/>
                  </a:lnTo>
                  <a:lnTo>
                    <a:pt x="2956" y="1642"/>
                  </a:lnTo>
                  <a:lnTo>
                    <a:pt x="3000" y="1586"/>
                  </a:lnTo>
                  <a:lnTo>
                    <a:pt x="3039" y="1526"/>
                  </a:lnTo>
                  <a:lnTo>
                    <a:pt x="3076" y="1464"/>
                  </a:lnTo>
                  <a:lnTo>
                    <a:pt x="3110" y="1398"/>
                  </a:lnTo>
                  <a:lnTo>
                    <a:pt x="3140" y="1327"/>
                  </a:lnTo>
                  <a:lnTo>
                    <a:pt x="3165" y="1254"/>
                  </a:lnTo>
                  <a:lnTo>
                    <a:pt x="2902" y="993"/>
                  </a:lnTo>
                  <a:lnTo>
                    <a:pt x="2638" y="731"/>
                  </a:lnTo>
                  <a:lnTo>
                    <a:pt x="2373" y="469"/>
                  </a:lnTo>
                  <a:lnTo>
                    <a:pt x="2110" y="210"/>
                  </a:lnTo>
                  <a:close/>
                  <a:moveTo>
                    <a:pt x="2121" y="0"/>
                  </a:moveTo>
                  <a:lnTo>
                    <a:pt x="2151" y="5"/>
                  </a:lnTo>
                  <a:lnTo>
                    <a:pt x="2182" y="12"/>
                  </a:lnTo>
                  <a:lnTo>
                    <a:pt x="2210" y="25"/>
                  </a:lnTo>
                  <a:lnTo>
                    <a:pt x="2236" y="41"/>
                  </a:lnTo>
                  <a:lnTo>
                    <a:pt x="2259" y="61"/>
                  </a:lnTo>
                  <a:lnTo>
                    <a:pt x="3315" y="1106"/>
                  </a:lnTo>
                  <a:lnTo>
                    <a:pt x="3336" y="1131"/>
                  </a:lnTo>
                  <a:lnTo>
                    <a:pt x="3353" y="1159"/>
                  </a:lnTo>
                  <a:lnTo>
                    <a:pt x="3365" y="1189"/>
                  </a:lnTo>
                  <a:lnTo>
                    <a:pt x="3373" y="1219"/>
                  </a:lnTo>
                  <a:lnTo>
                    <a:pt x="3376" y="1252"/>
                  </a:lnTo>
                  <a:lnTo>
                    <a:pt x="3374" y="1284"/>
                  </a:lnTo>
                  <a:lnTo>
                    <a:pt x="3367" y="1316"/>
                  </a:lnTo>
                  <a:lnTo>
                    <a:pt x="3338" y="1397"/>
                  </a:lnTo>
                  <a:lnTo>
                    <a:pt x="3306" y="1475"/>
                  </a:lnTo>
                  <a:lnTo>
                    <a:pt x="3269" y="1551"/>
                  </a:lnTo>
                  <a:lnTo>
                    <a:pt x="3227" y="1624"/>
                  </a:lnTo>
                  <a:lnTo>
                    <a:pt x="3180" y="1695"/>
                  </a:lnTo>
                  <a:lnTo>
                    <a:pt x="3128" y="1764"/>
                  </a:lnTo>
                  <a:lnTo>
                    <a:pt x="3071" y="1831"/>
                  </a:lnTo>
                  <a:lnTo>
                    <a:pt x="3009" y="1896"/>
                  </a:lnTo>
                  <a:lnTo>
                    <a:pt x="2940" y="1960"/>
                  </a:lnTo>
                  <a:lnTo>
                    <a:pt x="2869" y="2021"/>
                  </a:lnTo>
                  <a:lnTo>
                    <a:pt x="2795" y="2079"/>
                  </a:lnTo>
                  <a:lnTo>
                    <a:pt x="2718" y="2133"/>
                  </a:lnTo>
                  <a:lnTo>
                    <a:pt x="2640" y="2184"/>
                  </a:lnTo>
                  <a:lnTo>
                    <a:pt x="2561" y="2235"/>
                  </a:lnTo>
                  <a:lnTo>
                    <a:pt x="2482" y="2283"/>
                  </a:lnTo>
                  <a:lnTo>
                    <a:pt x="2402" y="2329"/>
                  </a:lnTo>
                  <a:lnTo>
                    <a:pt x="2322" y="2375"/>
                  </a:lnTo>
                  <a:lnTo>
                    <a:pt x="2238" y="2424"/>
                  </a:lnTo>
                  <a:lnTo>
                    <a:pt x="2156" y="2472"/>
                  </a:lnTo>
                  <a:lnTo>
                    <a:pt x="2076" y="2520"/>
                  </a:lnTo>
                  <a:lnTo>
                    <a:pt x="1998" y="2570"/>
                  </a:lnTo>
                  <a:lnTo>
                    <a:pt x="1923" y="2620"/>
                  </a:lnTo>
                  <a:lnTo>
                    <a:pt x="1851" y="2674"/>
                  </a:lnTo>
                  <a:lnTo>
                    <a:pt x="1785" y="2729"/>
                  </a:lnTo>
                  <a:lnTo>
                    <a:pt x="1721" y="2788"/>
                  </a:lnTo>
                  <a:lnTo>
                    <a:pt x="1670" y="2840"/>
                  </a:lnTo>
                  <a:lnTo>
                    <a:pt x="1625" y="2895"/>
                  </a:lnTo>
                  <a:lnTo>
                    <a:pt x="1585" y="2952"/>
                  </a:lnTo>
                  <a:lnTo>
                    <a:pt x="1548" y="3009"/>
                  </a:lnTo>
                  <a:lnTo>
                    <a:pt x="1517" y="3069"/>
                  </a:lnTo>
                  <a:lnTo>
                    <a:pt x="1490" y="3132"/>
                  </a:lnTo>
                  <a:lnTo>
                    <a:pt x="1467" y="3196"/>
                  </a:lnTo>
                  <a:lnTo>
                    <a:pt x="1454" y="3228"/>
                  </a:lnTo>
                  <a:lnTo>
                    <a:pt x="1437" y="3257"/>
                  </a:lnTo>
                  <a:lnTo>
                    <a:pt x="1416" y="3283"/>
                  </a:lnTo>
                  <a:lnTo>
                    <a:pt x="1394" y="3301"/>
                  </a:lnTo>
                  <a:lnTo>
                    <a:pt x="1370" y="3316"/>
                  </a:lnTo>
                  <a:lnTo>
                    <a:pt x="1344" y="3329"/>
                  </a:lnTo>
                  <a:lnTo>
                    <a:pt x="1316" y="3337"/>
                  </a:lnTo>
                  <a:lnTo>
                    <a:pt x="1286" y="3343"/>
                  </a:lnTo>
                  <a:lnTo>
                    <a:pt x="1255" y="3344"/>
                  </a:lnTo>
                  <a:lnTo>
                    <a:pt x="1225" y="3339"/>
                  </a:lnTo>
                  <a:lnTo>
                    <a:pt x="1194" y="3331"/>
                  </a:lnTo>
                  <a:lnTo>
                    <a:pt x="1166" y="3319"/>
                  </a:lnTo>
                  <a:lnTo>
                    <a:pt x="1140" y="3303"/>
                  </a:lnTo>
                  <a:lnTo>
                    <a:pt x="1117" y="3283"/>
                  </a:lnTo>
                  <a:lnTo>
                    <a:pt x="61" y="2238"/>
                  </a:lnTo>
                  <a:lnTo>
                    <a:pt x="41" y="2212"/>
                  </a:lnTo>
                  <a:lnTo>
                    <a:pt x="24" y="2185"/>
                  </a:lnTo>
                  <a:lnTo>
                    <a:pt x="11" y="2155"/>
                  </a:lnTo>
                  <a:lnTo>
                    <a:pt x="3" y="2125"/>
                  </a:lnTo>
                  <a:lnTo>
                    <a:pt x="0" y="2094"/>
                  </a:lnTo>
                  <a:lnTo>
                    <a:pt x="0" y="2091"/>
                  </a:lnTo>
                  <a:lnTo>
                    <a:pt x="2" y="2060"/>
                  </a:lnTo>
                  <a:lnTo>
                    <a:pt x="10" y="2028"/>
                  </a:lnTo>
                  <a:lnTo>
                    <a:pt x="38" y="1947"/>
                  </a:lnTo>
                  <a:lnTo>
                    <a:pt x="70" y="1868"/>
                  </a:lnTo>
                  <a:lnTo>
                    <a:pt x="108" y="1793"/>
                  </a:lnTo>
                  <a:lnTo>
                    <a:pt x="150" y="1720"/>
                  </a:lnTo>
                  <a:lnTo>
                    <a:pt x="196" y="1648"/>
                  </a:lnTo>
                  <a:lnTo>
                    <a:pt x="248" y="1580"/>
                  </a:lnTo>
                  <a:lnTo>
                    <a:pt x="305" y="1513"/>
                  </a:lnTo>
                  <a:lnTo>
                    <a:pt x="367" y="1448"/>
                  </a:lnTo>
                  <a:lnTo>
                    <a:pt x="436" y="1383"/>
                  </a:lnTo>
                  <a:lnTo>
                    <a:pt x="508" y="1323"/>
                  </a:lnTo>
                  <a:lnTo>
                    <a:pt x="583" y="1265"/>
                  </a:lnTo>
                  <a:lnTo>
                    <a:pt x="658" y="1211"/>
                  </a:lnTo>
                  <a:lnTo>
                    <a:pt x="736" y="1159"/>
                  </a:lnTo>
                  <a:lnTo>
                    <a:pt x="816" y="1109"/>
                  </a:lnTo>
                  <a:lnTo>
                    <a:pt x="894" y="1061"/>
                  </a:lnTo>
                  <a:lnTo>
                    <a:pt x="975" y="1014"/>
                  </a:lnTo>
                  <a:lnTo>
                    <a:pt x="1054" y="968"/>
                  </a:lnTo>
                  <a:lnTo>
                    <a:pt x="1138" y="920"/>
                  </a:lnTo>
                  <a:lnTo>
                    <a:pt x="1220" y="872"/>
                  </a:lnTo>
                  <a:lnTo>
                    <a:pt x="1300" y="824"/>
                  </a:lnTo>
                  <a:lnTo>
                    <a:pt x="1378" y="774"/>
                  </a:lnTo>
                  <a:lnTo>
                    <a:pt x="1453" y="723"/>
                  </a:lnTo>
                  <a:lnTo>
                    <a:pt x="1525" y="670"/>
                  </a:lnTo>
                  <a:lnTo>
                    <a:pt x="1593" y="614"/>
                  </a:lnTo>
                  <a:lnTo>
                    <a:pt x="1656" y="555"/>
                  </a:lnTo>
                  <a:lnTo>
                    <a:pt x="1706" y="503"/>
                  </a:lnTo>
                  <a:lnTo>
                    <a:pt x="1751" y="448"/>
                  </a:lnTo>
                  <a:lnTo>
                    <a:pt x="1792" y="392"/>
                  </a:lnTo>
                  <a:lnTo>
                    <a:pt x="1828" y="334"/>
                  </a:lnTo>
                  <a:lnTo>
                    <a:pt x="1859" y="274"/>
                  </a:lnTo>
                  <a:lnTo>
                    <a:pt x="1886" y="212"/>
                  </a:lnTo>
                  <a:lnTo>
                    <a:pt x="1909" y="147"/>
                  </a:lnTo>
                  <a:lnTo>
                    <a:pt x="1922" y="116"/>
                  </a:lnTo>
                  <a:lnTo>
                    <a:pt x="1939" y="87"/>
                  </a:lnTo>
                  <a:lnTo>
                    <a:pt x="1960" y="61"/>
                  </a:lnTo>
                  <a:lnTo>
                    <a:pt x="1982" y="43"/>
                  </a:lnTo>
                  <a:lnTo>
                    <a:pt x="2006" y="27"/>
                  </a:lnTo>
                  <a:lnTo>
                    <a:pt x="2032" y="15"/>
                  </a:lnTo>
                  <a:lnTo>
                    <a:pt x="2060" y="7"/>
                  </a:lnTo>
                  <a:lnTo>
                    <a:pt x="2090" y="1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6902451" y="1782763"/>
              <a:ext cx="725488" cy="744538"/>
            </a:xfrm>
            <a:custGeom>
              <a:rect b="b" l="l" r="r" t="t"/>
              <a:pathLst>
                <a:path extrusionOk="0" h="938" w="913">
                  <a:moveTo>
                    <a:pt x="659" y="472"/>
                  </a:moveTo>
                  <a:lnTo>
                    <a:pt x="633" y="474"/>
                  </a:lnTo>
                  <a:lnTo>
                    <a:pt x="607" y="480"/>
                  </a:lnTo>
                  <a:lnTo>
                    <a:pt x="581" y="488"/>
                  </a:lnTo>
                  <a:lnTo>
                    <a:pt x="557" y="499"/>
                  </a:lnTo>
                  <a:lnTo>
                    <a:pt x="533" y="510"/>
                  </a:lnTo>
                  <a:lnTo>
                    <a:pt x="621" y="608"/>
                  </a:lnTo>
                  <a:lnTo>
                    <a:pt x="711" y="700"/>
                  </a:lnTo>
                  <a:lnTo>
                    <a:pt x="728" y="679"/>
                  </a:lnTo>
                  <a:lnTo>
                    <a:pt x="743" y="654"/>
                  </a:lnTo>
                  <a:lnTo>
                    <a:pt x="755" y="627"/>
                  </a:lnTo>
                  <a:lnTo>
                    <a:pt x="763" y="602"/>
                  </a:lnTo>
                  <a:lnTo>
                    <a:pt x="765" y="576"/>
                  </a:lnTo>
                  <a:lnTo>
                    <a:pt x="761" y="550"/>
                  </a:lnTo>
                  <a:lnTo>
                    <a:pt x="755" y="534"/>
                  </a:lnTo>
                  <a:lnTo>
                    <a:pt x="747" y="518"/>
                  </a:lnTo>
                  <a:lnTo>
                    <a:pt x="734" y="504"/>
                  </a:lnTo>
                  <a:lnTo>
                    <a:pt x="717" y="492"/>
                  </a:lnTo>
                  <a:lnTo>
                    <a:pt x="701" y="482"/>
                  </a:lnTo>
                  <a:lnTo>
                    <a:pt x="685" y="476"/>
                  </a:lnTo>
                  <a:lnTo>
                    <a:pt x="659" y="472"/>
                  </a:lnTo>
                  <a:close/>
                  <a:moveTo>
                    <a:pt x="191" y="240"/>
                  </a:moveTo>
                  <a:lnTo>
                    <a:pt x="171" y="264"/>
                  </a:lnTo>
                  <a:lnTo>
                    <a:pt x="157" y="289"/>
                  </a:lnTo>
                  <a:lnTo>
                    <a:pt x="148" y="313"/>
                  </a:lnTo>
                  <a:lnTo>
                    <a:pt x="143" y="337"/>
                  </a:lnTo>
                  <a:lnTo>
                    <a:pt x="142" y="360"/>
                  </a:lnTo>
                  <a:lnTo>
                    <a:pt x="147" y="381"/>
                  </a:lnTo>
                  <a:lnTo>
                    <a:pt x="155" y="399"/>
                  </a:lnTo>
                  <a:lnTo>
                    <a:pt x="167" y="415"/>
                  </a:lnTo>
                  <a:lnTo>
                    <a:pt x="185" y="429"/>
                  </a:lnTo>
                  <a:lnTo>
                    <a:pt x="204" y="438"/>
                  </a:lnTo>
                  <a:lnTo>
                    <a:pt x="224" y="444"/>
                  </a:lnTo>
                  <a:lnTo>
                    <a:pt x="246" y="445"/>
                  </a:lnTo>
                  <a:lnTo>
                    <a:pt x="270" y="441"/>
                  </a:lnTo>
                  <a:lnTo>
                    <a:pt x="294" y="435"/>
                  </a:lnTo>
                  <a:lnTo>
                    <a:pt x="322" y="424"/>
                  </a:lnTo>
                  <a:lnTo>
                    <a:pt x="352" y="409"/>
                  </a:lnTo>
                  <a:lnTo>
                    <a:pt x="272" y="322"/>
                  </a:lnTo>
                  <a:lnTo>
                    <a:pt x="191" y="240"/>
                  </a:lnTo>
                  <a:close/>
                  <a:moveTo>
                    <a:pt x="387" y="0"/>
                  </a:moveTo>
                  <a:lnTo>
                    <a:pt x="418" y="3"/>
                  </a:lnTo>
                  <a:lnTo>
                    <a:pt x="442" y="10"/>
                  </a:lnTo>
                  <a:lnTo>
                    <a:pt x="464" y="19"/>
                  </a:lnTo>
                  <a:lnTo>
                    <a:pt x="483" y="33"/>
                  </a:lnTo>
                  <a:lnTo>
                    <a:pt x="500" y="50"/>
                  </a:lnTo>
                  <a:lnTo>
                    <a:pt x="515" y="70"/>
                  </a:lnTo>
                  <a:lnTo>
                    <a:pt x="523" y="90"/>
                  </a:lnTo>
                  <a:lnTo>
                    <a:pt x="524" y="110"/>
                  </a:lnTo>
                  <a:lnTo>
                    <a:pt x="521" y="129"/>
                  </a:lnTo>
                  <a:lnTo>
                    <a:pt x="512" y="147"/>
                  </a:lnTo>
                  <a:lnTo>
                    <a:pt x="499" y="160"/>
                  </a:lnTo>
                  <a:lnTo>
                    <a:pt x="484" y="170"/>
                  </a:lnTo>
                  <a:lnTo>
                    <a:pt x="468" y="174"/>
                  </a:lnTo>
                  <a:lnTo>
                    <a:pt x="450" y="173"/>
                  </a:lnTo>
                  <a:lnTo>
                    <a:pt x="421" y="167"/>
                  </a:lnTo>
                  <a:lnTo>
                    <a:pt x="388" y="159"/>
                  </a:lnTo>
                  <a:lnTo>
                    <a:pt x="355" y="153"/>
                  </a:lnTo>
                  <a:lnTo>
                    <a:pt x="319" y="152"/>
                  </a:lnTo>
                  <a:lnTo>
                    <a:pt x="295" y="157"/>
                  </a:lnTo>
                  <a:lnTo>
                    <a:pt x="271" y="169"/>
                  </a:lnTo>
                  <a:lnTo>
                    <a:pt x="246" y="187"/>
                  </a:lnTo>
                  <a:lnTo>
                    <a:pt x="330" y="279"/>
                  </a:lnTo>
                  <a:lnTo>
                    <a:pt x="415" y="375"/>
                  </a:lnTo>
                  <a:lnTo>
                    <a:pt x="469" y="351"/>
                  </a:lnTo>
                  <a:lnTo>
                    <a:pt x="522" y="329"/>
                  </a:lnTo>
                  <a:lnTo>
                    <a:pt x="558" y="318"/>
                  </a:lnTo>
                  <a:lnTo>
                    <a:pt x="593" y="310"/>
                  </a:lnTo>
                  <a:lnTo>
                    <a:pt x="628" y="305"/>
                  </a:lnTo>
                  <a:lnTo>
                    <a:pt x="662" y="305"/>
                  </a:lnTo>
                  <a:lnTo>
                    <a:pt x="698" y="309"/>
                  </a:lnTo>
                  <a:lnTo>
                    <a:pt x="732" y="316"/>
                  </a:lnTo>
                  <a:lnTo>
                    <a:pt x="767" y="329"/>
                  </a:lnTo>
                  <a:lnTo>
                    <a:pt x="802" y="348"/>
                  </a:lnTo>
                  <a:lnTo>
                    <a:pt x="836" y="374"/>
                  </a:lnTo>
                  <a:lnTo>
                    <a:pt x="857" y="392"/>
                  </a:lnTo>
                  <a:lnTo>
                    <a:pt x="874" y="412"/>
                  </a:lnTo>
                  <a:lnTo>
                    <a:pt x="888" y="433"/>
                  </a:lnTo>
                  <a:lnTo>
                    <a:pt x="899" y="454"/>
                  </a:lnTo>
                  <a:lnTo>
                    <a:pt x="908" y="485"/>
                  </a:lnTo>
                  <a:lnTo>
                    <a:pt x="913" y="517"/>
                  </a:lnTo>
                  <a:lnTo>
                    <a:pt x="912" y="553"/>
                  </a:lnTo>
                  <a:lnTo>
                    <a:pt x="905" y="589"/>
                  </a:lnTo>
                  <a:lnTo>
                    <a:pt x="894" y="627"/>
                  </a:lnTo>
                  <a:lnTo>
                    <a:pt x="878" y="668"/>
                  </a:lnTo>
                  <a:lnTo>
                    <a:pt x="857" y="708"/>
                  </a:lnTo>
                  <a:lnTo>
                    <a:pt x="832" y="747"/>
                  </a:lnTo>
                  <a:lnTo>
                    <a:pt x="803" y="787"/>
                  </a:lnTo>
                  <a:lnTo>
                    <a:pt x="858" y="833"/>
                  </a:lnTo>
                  <a:lnTo>
                    <a:pt x="866" y="844"/>
                  </a:lnTo>
                  <a:lnTo>
                    <a:pt x="871" y="858"/>
                  </a:lnTo>
                  <a:lnTo>
                    <a:pt x="870" y="874"/>
                  </a:lnTo>
                  <a:lnTo>
                    <a:pt x="861" y="889"/>
                  </a:lnTo>
                  <a:lnTo>
                    <a:pt x="852" y="897"/>
                  </a:lnTo>
                  <a:lnTo>
                    <a:pt x="843" y="902"/>
                  </a:lnTo>
                  <a:lnTo>
                    <a:pt x="833" y="904"/>
                  </a:lnTo>
                  <a:lnTo>
                    <a:pt x="822" y="903"/>
                  </a:lnTo>
                  <a:lnTo>
                    <a:pt x="812" y="900"/>
                  </a:lnTo>
                  <a:lnTo>
                    <a:pt x="804" y="894"/>
                  </a:lnTo>
                  <a:lnTo>
                    <a:pt x="748" y="843"/>
                  </a:lnTo>
                  <a:lnTo>
                    <a:pt x="710" y="877"/>
                  </a:lnTo>
                  <a:lnTo>
                    <a:pt x="671" y="903"/>
                  </a:lnTo>
                  <a:lnTo>
                    <a:pt x="632" y="921"/>
                  </a:lnTo>
                  <a:lnTo>
                    <a:pt x="594" y="932"/>
                  </a:lnTo>
                  <a:lnTo>
                    <a:pt x="558" y="938"/>
                  </a:lnTo>
                  <a:lnTo>
                    <a:pt x="522" y="938"/>
                  </a:lnTo>
                  <a:lnTo>
                    <a:pt x="488" y="934"/>
                  </a:lnTo>
                  <a:lnTo>
                    <a:pt x="456" y="925"/>
                  </a:lnTo>
                  <a:lnTo>
                    <a:pt x="426" y="915"/>
                  </a:lnTo>
                  <a:lnTo>
                    <a:pt x="400" y="900"/>
                  </a:lnTo>
                  <a:lnTo>
                    <a:pt x="376" y="883"/>
                  </a:lnTo>
                  <a:lnTo>
                    <a:pt x="357" y="865"/>
                  </a:lnTo>
                  <a:lnTo>
                    <a:pt x="342" y="844"/>
                  </a:lnTo>
                  <a:lnTo>
                    <a:pt x="333" y="825"/>
                  </a:lnTo>
                  <a:lnTo>
                    <a:pt x="330" y="805"/>
                  </a:lnTo>
                  <a:lnTo>
                    <a:pt x="333" y="787"/>
                  </a:lnTo>
                  <a:lnTo>
                    <a:pt x="342" y="768"/>
                  </a:lnTo>
                  <a:lnTo>
                    <a:pt x="356" y="753"/>
                  </a:lnTo>
                  <a:lnTo>
                    <a:pt x="372" y="742"/>
                  </a:lnTo>
                  <a:lnTo>
                    <a:pt x="388" y="734"/>
                  </a:lnTo>
                  <a:lnTo>
                    <a:pt x="402" y="732"/>
                  </a:lnTo>
                  <a:lnTo>
                    <a:pt x="424" y="735"/>
                  </a:lnTo>
                  <a:lnTo>
                    <a:pt x="444" y="743"/>
                  </a:lnTo>
                  <a:lnTo>
                    <a:pt x="466" y="755"/>
                  </a:lnTo>
                  <a:lnTo>
                    <a:pt x="486" y="767"/>
                  </a:lnTo>
                  <a:lnTo>
                    <a:pt x="508" y="780"/>
                  </a:lnTo>
                  <a:lnTo>
                    <a:pt x="533" y="790"/>
                  </a:lnTo>
                  <a:lnTo>
                    <a:pt x="549" y="793"/>
                  </a:lnTo>
                  <a:lnTo>
                    <a:pt x="567" y="793"/>
                  </a:lnTo>
                  <a:lnTo>
                    <a:pt x="587" y="791"/>
                  </a:lnTo>
                  <a:lnTo>
                    <a:pt x="608" y="783"/>
                  </a:lnTo>
                  <a:lnTo>
                    <a:pt x="632" y="771"/>
                  </a:lnTo>
                  <a:lnTo>
                    <a:pt x="657" y="751"/>
                  </a:lnTo>
                  <a:lnTo>
                    <a:pt x="563" y="650"/>
                  </a:lnTo>
                  <a:lnTo>
                    <a:pt x="470" y="544"/>
                  </a:lnTo>
                  <a:lnTo>
                    <a:pt x="424" y="566"/>
                  </a:lnTo>
                  <a:lnTo>
                    <a:pt x="379" y="584"/>
                  </a:lnTo>
                  <a:lnTo>
                    <a:pt x="334" y="596"/>
                  </a:lnTo>
                  <a:lnTo>
                    <a:pt x="292" y="605"/>
                  </a:lnTo>
                  <a:lnTo>
                    <a:pt x="251" y="609"/>
                  </a:lnTo>
                  <a:lnTo>
                    <a:pt x="211" y="609"/>
                  </a:lnTo>
                  <a:lnTo>
                    <a:pt x="174" y="604"/>
                  </a:lnTo>
                  <a:lnTo>
                    <a:pt x="139" y="593"/>
                  </a:lnTo>
                  <a:lnTo>
                    <a:pt x="106" y="577"/>
                  </a:lnTo>
                  <a:lnTo>
                    <a:pt x="75" y="556"/>
                  </a:lnTo>
                  <a:lnTo>
                    <a:pt x="54" y="537"/>
                  </a:lnTo>
                  <a:lnTo>
                    <a:pt x="37" y="516"/>
                  </a:lnTo>
                  <a:lnTo>
                    <a:pt x="22" y="495"/>
                  </a:lnTo>
                  <a:lnTo>
                    <a:pt x="12" y="472"/>
                  </a:lnTo>
                  <a:lnTo>
                    <a:pt x="3" y="440"/>
                  </a:lnTo>
                  <a:lnTo>
                    <a:pt x="0" y="407"/>
                  </a:lnTo>
                  <a:lnTo>
                    <a:pt x="1" y="371"/>
                  </a:lnTo>
                  <a:lnTo>
                    <a:pt x="7" y="335"/>
                  </a:lnTo>
                  <a:lnTo>
                    <a:pt x="18" y="297"/>
                  </a:lnTo>
                  <a:lnTo>
                    <a:pt x="33" y="260"/>
                  </a:lnTo>
                  <a:lnTo>
                    <a:pt x="53" y="222"/>
                  </a:lnTo>
                  <a:lnTo>
                    <a:pt x="74" y="187"/>
                  </a:lnTo>
                  <a:lnTo>
                    <a:pt x="100" y="154"/>
                  </a:lnTo>
                  <a:lnTo>
                    <a:pt x="80" y="137"/>
                  </a:lnTo>
                  <a:lnTo>
                    <a:pt x="70" y="125"/>
                  </a:lnTo>
                  <a:lnTo>
                    <a:pt x="66" y="111"/>
                  </a:lnTo>
                  <a:lnTo>
                    <a:pt x="67" y="100"/>
                  </a:lnTo>
                  <a:lnTo>
                    <a:pt x="70" y="90"/>
                  </a:lnTo>
                  <a:lnTo>
                    <a:pt x="76" y="81"/>
                  </a:lnTo>
                  <a:lnTo>
                    <a:pt x="84" y="74"/>
                  </a:lnTo>
                  <a:lnTo>
                    <a:pt x="94" y="69"/>
                  </a:lnTo>
                  <a:lnTo>
                    <a:pt x="104" y="67"/>
                  </a:lnTo>
                  <a:lnTo>
                    <a:pt x="121" y="70"/>
                  </a:lnTo>
                  <a:lnTo>
                    <a:pt x="133" y="77"/>
                  </a:lnTo>
                  <a:lnTo>
                    <a:pt x="154" y="96"/>
                  </a:lnTo>
                  <a:lnTo>
                    <a:pt x="174" y="79"/>
                  </a:lnTo>
                  <a:lnTo>
                    <a:pt x="197" y="61"/>
                  </a:lnTo>
                  <a:lnTo>
                    <a:pt x="225" y="44"/>
                  </a:lnTo>
                  <a:lnTo>
                    <a:pt x="257" y="28"/>
                  </a:lnTo>
                  <a:lnTo>
                    <a:pt x="288" y="15"/>
                  </a:lnTo>
                  <a:lnTo>
                    <a:pt x="321" y="7"/>
                  </a:lnTo>
                  <a:lnTo>
                    <a:pt x="355" y="1"/>
                  </a:lnTo>
                  <a:lnTo>
                    <a:pt x="387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3"/>
            <p:cNvSpPr/>
            <p:nvPr/>
          </p:nvSpPr>
          <p:spPr>
            <a:xfrm>
              <a:off x="6824663" y="2673350"/>
              <a:ext cx="403225" cy="420687"/>
            </a:xfrm>
            <a:custGeom>
              <a:rect b="b" l="l" r="r" t="t"/>
              <a:pathLst>
                <a:path extrusionOk="0" h="529" w="509">
                  <a:moveTo>
                    <a:pt x="452" y="0"/>
                  </a:moveTo>
                  <a:lnTo>
                    <a:pt x="467" y="0"/>
                  </a:lnTo>
                  <a:lnTo>
                    <a:pt x="482" y="5"/>
                  </a:lnTo>
                  <a:lnTo>
                    <a:pt x="495" y="15"/>
                  </a:lnTo>
                  <a:lnTo>
                    <a:pt x="505" y="28"/>
                  </a:lnTo>
                  <a:lnTo>
                    <a:pt x="509" y="44"/>
                  </a:lnTo>
                  <a:lnTo>
                    <a:pt x="509" y="60"/>
                  </a:lnTo>
                  <a:lnTo>
                    <a:pt x="505" y="75"/>
                  </a:lnTo>
                  <a:lnTo>
                    <a:pt x="495" y="89"/>
                  </a:lnTo>
                  <a:lnTo>
                    <a:pt x="493" y="91"/>
                  </a:lnTo>
                  <a:lnTo>
                    <a:pt x="491" y="92"/>
                  </a:lnTo>
                  <a:lnTo>
                    <a:pt x="488" y="93"/>
                  </a:lnTo>
                  <a:lnTo>
                    <a:pt x="489" y="93"/>
                  </a:lnTo>
                  <a:lnTo>
                    <a:pt x="441" y="131"/>
                  </a:lnTo>
                  <a:lnTo>
                    <a:pt x="396" y="167"/>
                  </a:lnTo>
                  <a:lnTo>
                    <a:pt x="352" y="205"/>
                  </a:lnTo>
                  <a:lnTo>
                    <a:pt x="308" y="247"/>
                  </a:lnTo>
                  <a:lnTo>
                    <a:pt x="256" y="301"/>
                  </a:lnTo>
                  <a:lnTo>
                    <a:pt x="209" y="356"/>
                  </a:lnTo>
                  <a:lnTo>
                    <a:pt x="165" y="413"/>
                  </a:lnTo>
                  <a:lnTo>
                    <a:pt x="97" y="504"/>
                  </a:lnTo>
                  <a:lnTo>
                    <a:pt x="93" y="510"/>
                  </a:lnTo>
                  <a:lnTo>
                    <a:pt x="89" y="514"/>
                  </a:lnTo>
                  <a:lnTo>
                    <a:pt x="76" y="524"/>
                  </a:lnTo>
                  <a:lnTo>
                    <a:pt x="60" y="529"/>
                  </a:lnTo>
                  <a:lnTo>
                    <a:pt x="44" y="529"/>
                  </a:lnTo>
                  <a:lnTo>
                    <a:pt x="29" y="524"/>
                  </a:lnTo>
                  <a:lnTo>
                    <a:pt x="15" y="514"/>
                  </a:lnTo>
                  <a:lnTo>
                    <a:pt x="6" y="502"/>
                  </a:lnTo>
                  <a:lnTo>
                    <a:pt x="1" y="490"/>
                  </a:lnTo>
                  <a:lnTo>
                    <a:pt x="0" y="476"/>
                  </a:lnTo>
                  <a:lnTo>
                    <a:pt x="2" y="462"/>
                  </a:lnTo>
                  <a:lnTo>
                    <a:pt x="7" y="449"/>
                  </a:lnTo>
                  <a:lnTo>
                    <a:pt x="79" y="351"/>
                  </a:lnTo>
                  <a:lnTo>
                    <a:pt x="127" y="291"/>
                  </a:lnTo>
                  <a:lnTo>
                    <a:pt x="179" y="231"/>
                  </a:lnTo>
                  <a:lnTo>
                    <a:pt x="234" y="173"/>
                  </a:lnTo>
                  <a:lnTo>
                    <a:pt x="295" y="117"/>
                  </a:lnTo>
                  <a:lnTo>
                    <a:pt x="359" y="62"/>
                  </a:lnTo>
                  <a:lnTo>
                    <a:pt x="424" y="11"/>
                  </a:lnTo>
                  <a:lnTo>
                    <a:pt x="438" y="3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3"/>
            <p:cNvSpPr/>
            <p:nvPr/>
          </p:nvSpPr>
          <p:spPr>
            <a:xfrm>
              <a:off x="7305676" y="1254125"/>
              <a:ext cx="409575" cy="427037"/>
            </a:xfrm>
            <a:custGeom>
              <a:rect b="b" l="l" r="r" t="t"/>
              <a:pathLst>
                <a:path extrusionOk="0" h="537" w="517">
                  <a:moveTo>
                    <a:pt x="473" y="0"/>
                  </a:moveTo>
                  <a:lnTo>
                    <a:pt x="488" y="4"/>
                  </a:lnTo>
                  <a:lnTo>
                    <a:pt x="502" y="15"/>
                  </a:lnTo>
                  <a:lnTo>
                    <a:pt x="511" y="27"/>
                  </a:lnTo>
                  <a:lnTo>
                    <a:pt x="517" y="42"/>
                  </a:lnTo>
                  <a:lnTo>
                    <a:pt x="517" y="57"/>
                  </a:lnTo>
                  <a:lnTo>
                    <a:pt x="514" y="72"/>
                  </a:lnTo>
                  <a:lnTo>
                    <a:pt x="505" y="86"/>
                  </a:lnTo>
                  <a:lnTo>
                    <a:pt x="433" y="183"/>
                  </a:lnTo>
                  <a:lnTo>
                    <a:pt x="385" y="244"/>
                  </a:lnTo>
                  <a:lnTo>
                    <a:pt x="334" y="304"/>
                  </a:lnTo>
                  <a:lnTo>
                    <a:pt x="278" y="361"/>
                  </a:lnTo>
                  <a:lnTo>
                    <a:pt x="218" y="418"/>
                  </a:lnTo>
                  <a:lnTo>
                    <a:pt x="154" y="472"/>
                  </a:lnTo>
                  <a:lnTo>
                    <a:pt x="88" y="523"/>
                  </a:lnTo>
                  <a:lnTo>
                    <a:pt x="88" y="523"/>
                  </a:lnTo>
                  <a:lnTo>
                    <a:pt x="74" y="532"/>
                  </a:lnTo>
                  <a:lnTo>
                    <a:pt x="59" y="537"/>
                  </a:lnTo>
                  <a:lnTo>
                    <a:pt x="43" y="536"/>
                  </a:lnTo>
                  <a:lnTo>
                    <a:pt x="28" y="532"/>
                  </a:lnTo>
                  <a:lnTo>
                    <a:pt x="15" y="522"/>
                  </a:lnTo>
                  <a:lnTo>
                    <a:pt x="4" y="508"/>
                  </a:lnTo>
                  <a:lnTo>
                    <a:pt x="0" y="492"/>
                  </a:lnTo>
                  <a:lnTo>
                    <a:pt x="0" y="476"/>
                  </a:lnTo>
                  <a:lnTo>
                    <a:pt x="4" y="460"/>
                  </a:lnTo>
                  <a:lnTo>
                    <a:pt x="15" y="447"/>
                  </a:lnTo>
                  <a:lnTo>
                    <a:pt x="18" y="443"/>
                  </a:lnTo>
                  <a:lnTo>
                    <a:pt x="23" y="441"/>
                  </a:lnTo>
                  <a:lnTo>
                    <a:pt x="27" y="438"/>
                  </a:lnTo>
                  <a:lnTo>
                    <a:pt x="88" y="391"/>
                  </a:lnTo>
                  <a:lnTo>
                    <a:pt x="148" y="340"/>
                  </a:lnTo>
                  <a:lnTo>
                    <a:pt x="204" y="287"/>
                  </a:lnTo>
                  <a:lnTo>
                    <a:pt x="256" y="234"/>
                  </a:lnTo>
                  <a:lnTo>
                    <a:pt x="303" y="178"/>
                  </a:lnTo>
                  <a:lnTo>
                    <a:pt x="347" y="122"/>
                  </a:lnTo>
                  <a:lnTo>
                    <a:pt x="418" y="27"/>
                  </a:lnTo>
                  <a:lnTo>
                    <a:pt x="420" y="22"/>
                  </a:lnTo>
                  <a:lnTo>
                    <a:pt x="423" y="18"/>
                  </a:lnTo>
                  <a:lnTo>
                    <a:pt x="426" y="15"/>
                  </a:lnTo>
                  <a:lnTo>
                    <a:pt x="440" y="4"/>
                  </a:lnTo>
                  <a:lnTo>
                    <a:pt x="456" y="0"/>
                  </a:lnTo>
                  <a:lnTo>
                    <a:pt x="473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3"/>
          <p:cNvGrpSpPr/>
          <p:nvPr/>
        </p:nvGrpSpPr>
        <p:grpSpPr>
          <a:xfrm>
            <a:off x="2430012" y="1905923"/>
            <a:ext cx="432715" cy="389178"/>
            <a:chOff x="5834063" y="3221038"/>
            <a:chExt cx="2335213" cy="2100261"/>
          </a:xfrm>
        </p:grpSpPr>
        <p:sp>
          <p:nvSpPr>
            <p:cNvPr id="110" name="Google Shape;110;p13"/>
            <p:cNvSpPr/>
            <p:nvPr/>
          </p:nvSpPr>
          <p:spPr>
            <a:xfrm>
              <a:off x="6699250" y="3617913"/>
              <a:ext cx="1470026" cy="768350"/>
            </a:xfrm>
            <a:custGeom>
              <a:rect b="b" l="l" r="r" t="t"/>
              <a:pathLst>
                <a:path extrusionOk="0" h="1453" w="2777">
                  <a:moveTo>
                    <a:pt x="113" y="0"/>
                  </a:moveTo>
                  <a:lnTo>
                    <a:pt x="2686" y="0"/>
                  </a:lnTo>
                  <a:lnTo>
                    <a:pt x="2713" y="2"/>
                  </a:lnTo>
                  <a:lnTo>
                    <a:pt x="2736" y="10"/>
                  </a:lnTo>
                  <a:lnTo>
                    <a:pt x="2753" y="25"/>
                  </a:lnTo>
                  <a:lnTo>
                    <a:pt x="2767" y="43"/>
                  </a:lnTo>
                  <a:lnTo>
                    <a:pt x="2775" y="65"/>
                  </a:lnTo>
                  <a:lnTo>
                    <a:pt x="2777" y="89"/>
                  </a:lnTo>
                  <a:lnTo>
                    <a:pt x="2771" y="116"/>
                  </a:lnTo>
                  <a:lnTo>
                    <a:pt x="2416" y="1337"/>
                  </a:lnTo>
                  <a:lnTo>
                    <a:pt x="2403" y="1368"/>
                  </a:lnTo>
                  <a:lnTo>
                    <a:pt x="2381" y="1396"/>
                  </a:lnTo>
                  <a:lnTo>
                    <a:pt x="2356" y="1419"/>
                  </a:lnTo>
                  <a:lnTo>
                    <a:pt x="2324" y="1438"/>
                  </a:lnTo>
                  <a:lnTo>
                    <a:pt x="2292" y="1449"/>
                  </a:lnTo>
                  <a:lnTo>
                    <a:pt x="2258" y="1453"/>
                  </a:lnTo>
                  <a:lnTo>
                    <a:pt x="571" y="1453"/>
                  </a:lnTo>
                  <a:lnTo>
                    <a:pt x="538" y="1449"/>
                  </a:lnTo>
                  <a:lnTo>
                    <a:pt x="505" y="1438"/>
                  </a:lnTo>
                  <a:lnTo>
                    <a:pt x="475" y="1419"/>
                  </a:lnTo>
                  <a:lnTo>
                    <a:pt x="448" y="1396"/>
                  </a:lnTo>
                  <a:lnTo>
                    <a:pt x="428" y="1368"/>
                  </a:lnTo>
                  <a:lnTo>
                    <a:pt x="413" y="1337"/>
                  </a:lnTo>
                  <a:lnTo>
                    <a:pt x="7" y="145"/>
                  </a:lnTo>
                  <a:lnTo>
                    <a:pt x="0" y="115"/>
                  </a:lnTo>
                  <a:lnTo>
                    <a:pt x="0" y="88"/>
                  </a:lnTo>
                  <a:lnTo>
                    <a:pt x="7" y="63"/>
                  </a:lnTo>
                  <a:lnTo>
                    <a:pt x="19" y="42"/>
                  </a:lnTo>
                  <a:lnTo>
                    <a:pt x="35" y="24"/>
                  </a:lnTo>
                  <a:lnTo>
                    <a:pt x="57" y="10"/>
                  </a:lnTo>
                  <a:lnTo>
                    <a:pt x="83" y="2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13"/>
            <p:cNvSpPr/>
            <p:nvPr/>
          </p:nvSpPr>
          <p:spPr>
            <a:xfrm>
              <a:off x="6678613" y="4911725"/>
              <a:ext cx="406399" cy="406399"/>
            </a:xfrm>
            <a:custGeom>
              <a:rect b="b" l="l" r="r" t="t"/>
              <a:pathLst>
                <a:path extrusionOk="0" h="769" w="769">
                  <a:moveTo>
                    <a:pt x="384" y="0"/>
                  </a:moveTo>
                  <a:lnTo>
                    <a:pt x="441" y="4"/>
                  </a:lnTo>
                  <a:lnTo>
                    <a:pt x="495" y="16"/>
                  </a:lnTo>
                  <a:lnTo>
                    <a:pt x="547" y="35"/>
                  </a:lnTo>
                  <a:lnTo>
                    <a:pt x="594" y="61"/>
                  </a:lnTo>
                  <a:lnTo>
                    <a:pt x="636" y="93"/>
                  </a:lnTo>
                  <a:lnTo>
                    <a:pt x="675" y="131"/>
                  </a:lnTo>
                  <a:lnTo>
                    <a:pt x="708" y="174"/>
                  </a:lnTo>
                  <a:lnTo>
                    <a:pt x="734" y="222"/>
                  </a:lnTo>
                  <a:lnTo>
                    <a:pt x="753" y="273"/>
                  </a:lnTo>
                  <a:lnTo>
                    <a:pt x="765" y="328"/>
                  </a:lnTo>
                  <a:lnTo>
                    <a:pt x="769" y="384"/>
                  </a:lnTo>
                  <a:lnTo>
                    <a:pt x="765" y="441"/>
                  </a:lnTo>
                  <a:lnTo>
                    <a:pt x="753" y="496"/>
                  </a:lnTo>
                  <a:lnTo>
                    <a:pt x="734" y="547"/>
                  </a:lnTo>
                  <a:lnTo>
                    <a:pt x="708" y="594"/>
                  </a:lnTo>
                  <a:lnTo>
                    <a:pt x="675" y="636"/>
                  </a:lnTo>
                  <a:lnTo>
                    <a:pt x="636" y="674"/>
                  </a:lnTo>
                  <a:lnTo>
                    <a:pt x="594" y="707"/>
                  </a:lnTo>
                  <a:lnTo>
                    <a:pt x="547" y="734"/>
                  </a:lnTo>
                  <a:lnTo>
                    <a:pt x="495" y="753"/>
                  </a:lnTo>
                  <a:lnTo>
                    <a:pt x="441" y="765"/>
                  </a:lnTo>
                  <a:lnTo>
                    <a:pt x="384" y="769"/>
                  </a:lnTo>
                  <a:lnTo>
                    <a:pt x="328" y="765"/>
                  </a:lnTo>
                  <a:lnTo>
                    <a:pt x="273" y="753"/>
                  </a:lnTo>
                  <a:lnTo>
                    <a:pt x="222" y="734"/>
                  </a:lnTo>
                  <a:lnTo>
                    <a:pt x="175" y="707"/>
                  </a:lnTo>
                  <a:lnTo>
                    <a:pt x="133" y="674"/>
                  </a:lnTo>
                  <a:lnTo>
                    <a:pt x="95" y="636"/>
                  </a:lnTo>
                  <a:lnTo>
                    <a:pt x="62" y="594"/>
                  </a:lnTo>
                  <a:lnTo>
                    <a:pt x="35" y="547"/>
                  </a:lnTo>
                  <a:lnTo>
                    <a:pt x="16" y="496"/>
                  </a:lnTo>
                  <a:lnTo>
                    <a:pt x="4" y="441"/>
                  </a:lnTo>
                  <a:lnTo>
                    <a:pt x="0" y="384"/>
                  </a:lnTo>
                  <a:lnTo>
                    <a:pt x="4" y="328"/>
                  </a:lnTo>
                  <a:lnTo>
                    <a:pt x="16" y="273"/>
                  </a:lnTo>
                  <a:lnTo>
                    <a:pt x="35" y="222"/>
                  </a:lnTo>
                  <a:lnTo>
                    <a:pt x="62" y="174"/>
                  </a:lnTo>
                  <a:lnTo>
                    <a:pt x="95" y="131"/>
                  </a:lnTo>
                  <a:lnTo>
                    <a:pt x="133" y="93"/>
                  </a:lnTo>
                  <a:lnTo>
                    <a:pt x="175" y="61"/>
                  </a:lnTo>
                  <a:lnTo>
                    <a:pt x="222" y="35"/>
                  </a:lnTo>
                  <a:lnTo>
                    <a:pt x="273" y="16"/>
                  </a:lnTo>
                  <a:lnTo>
                    <a:pt x="328" y="4"/>
                  </a:lnTo>
                  <a:lnTo>
                    <a:pt x="384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13"/>
            <p:cNvSpPr/>
            <p:nvPr/>
          </p:nvSpPr>
          <p:spPr>
            <a:xfrm>
              <a:off x="7540625" y="4913313"/>
              <a:ext cx="406399" cy="407986"/>
            </a:xfrm>
            <a:custGeom>
              <a:rect b="b" l="l" r="r" t="t"/>
              <a:pathLst>
                <a:path extrusionOk="0" h="771" w="769">
                  <a:moveTo>
                    <a:pt x="385" y="0"/>
                  </a:moveTo>
                  <a:lnTo>
                    <a:pt x="442" y="4"/>
                  </a:lnTo>
                  <a:lnTo>
                    <a:pt x="496" y="16"/>
                  </a:lnTo>
                  <a:lnTo>
                    <a:pt x="547" y="36"/>
                  </a:lnTo>
                  <a:lnTo>
                    <a:pt x="595" y="62"/>
                  </a:lnTo>
                  <a:lnTo>
                    <a:pt x="638" y="95"/>
                  </a:lnTo>
                  <a:lnTo>
                    <a:pt x="676" y="133"/>
                  </a:lnTo>
                  <a:lnTo>
                    <a:pt x="708" y="176"/>
                  </a:lnTo>
                  <a:lnTo>
                    <a:pt x="734" y="223"/>
                  </a:lnTo>
                  <a:lnTo>
                    <a:pt x="753" y="273"/>
                  </a:lnTo>
                  <a:lnTo>
                    <a:pt x="765" y="328"/>
                  </a:lnTo>
                  <a:lnTo>
                    <a:pt x="769" y="384"/>
                  </a:lnTo>
                  <a:lnTo>
                    <a:pt x="765" y="441"/>
                  </a:lnTo>
                  <a:lnTo>
                    <a:pt x="753" y="497"/>
                  </a:lnTo>
                  <a:lnTo>
                    <a:pt x="734" y="547"/>
                  </a:lnTo>
                  <a:lnTo>
                    <a:pt x="708" y="594"/>
                  </a:lnTo>
                  <a:lnTo>
                    <a:pt x="676" y="638"/>
                  </a:lnTo>
                  <a:lnTo>
                    <a:pt x="638" y="676"/>
                  </a:lnTo>
                  <a:lnTo>
                    <a:pt x="595" y="708"/>
                  </a:lnTo>
                  <a:lnTo>
                    <a:pt x="547" y="734"/>
                  </a:lnTo>
                  <a:lnTo>
                    <a:pt x="496" y="754"/>
                  </a:lnTo>
                  <a:lnTo>
                    <a:pt x="442" y="767"/>
                  </a:lnTo>
                  <a:lnTo>
                    <a:pt x="385" y="771"/>
                  </a:lnTo>
                  <a:lnTo>
                    <a:pt x="328" y="767"/>
                  </a:lnTo>
                  <a:lnTo>
                    <a:pt x="274" y="754"/>
                  </a:lnTo>
                  <a:lnTo>
                    <a:pt x="222" y="734"/>
                  </a:lnTo>
                  <a:lnTo>
                    <a:pt x="175" y="708"/>
                  </a:lnTo>
                  <a:lnTo>
                    <a:pt x="133" y="676"/>
                  </a:lnTo>
                  <a:lnTo>
                    <a:pt x="95" y="638"/>
                  </a:lnTo>
                  <a:lnTo>
                    <a:pt x="63" y="594"/>
                  </a:lnTo>
                  <a:lnTo>
                    <a:pt x="36" y="547"/>
                  </a:lnTo>
                  <a:lnTo>
                    <a:pt x="17" y="497"/>
                  </a:lnTo>
                  <a:lnTo>
                    <a:pt x="4" y="441"/>
                  </a:lnTo>
                  <a:lnTo>
                    <a:pt x="0" y="384"/>
                  </a:lnTo>
                  <a:lnTo>
                    <a:pt x="4" y="328"/>
                  </a:lnTo>
                  <a:lnTo>
                    <a:pt x="17" y="273"/>
                  </a:lnTo>
                  <a:lnTo>
                    <a:pt x="36" y="223"/>
                  </a:lnTo>
                  <a:lnTo>
                    <a:pt x="63" y="176"/>
                  </a:lnTo>
                  <a:lnTo>
                    <a:pt x="95" y="133"/>
                  </a:lnTo>
                  <a:lnTo>
                    <a:pt x="133" y="95"/>
                  </a:lnTo>
                  <a:lnTo>
                    <a:pt x="175" y="62"/>
                  </a:lnTo>
                  <a:lnTo>
                    <a:pt x="222" y="36"/>
                  </a:lnTo>
                  <a:lnTo>
                    <a:pt x="274" y="16"/>
                  </a:lnTo>
                  <a:lnTo>
                    <a:pt x="328" y="4"/>
                  </a:lnTo>
                  <a:lnTo>
                    <a:pt x="385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3"/>
            <p:cNvSpPr/>
            <p:nvPr/>
          </p:nvSpPr>
          <p:spPr>
            <a:xfrm>
              <a:off x="5834063" y="3221038"/>
              <a:ext cx="2270129" cy="1603376"/>
            </a:xfrm>
            <a:custGeom>
              <a:rect b="b" l="l" r="r" t="t"/>
              <a:pathLst>
                <a:path extrusionOk="0" h="3031" w="4290">
                  <a:moveTo>
                    <a:pt x="218" y="0"/>
                  </a:moveTo>
                  <a:lnTo>
                    <a:pt x="919" y="0"/>
                  </a:lnTo>
                  <a:lnTo>
                    <a:pt x="1821" y="2596"/>
                  </a:lnTo>
                  <a:lnTo>
                    <a:pt x="4072" y="2596"/>
                  </a:lnTo>
                  <a:lnTo>
                    <a:pt x="4110" y="2599"/>
                  </a:lnTo>
                  <a:lnTo>
                    <a:pt x="4148" y="2610"/>
                  </a:lnTo>
                  <a:lnTo>
                    <a:pt x="4181" y="2626"/>
                  </a:lnTo>
                  <a:lnTo>
                    <a:pt x="4211" y="2646"/>
                  </a:lnTo>
                  <a:lnTo>
                    <a:pt x="4238" y="2673"/>
                  </a:lnTo>
                  <a:lnTo>
                    <a:pt x="4260" y="2703"/>
                  </a:lnTo>
                  <a:lnTo>
                    <a:pt x="4275" y="2737"/>
                  </a:lnTo>
                  <a:lnTo>
                    <a:pt x="4286" y="2775"/>
                  </a:lnTo>
                  <a:lnTo>
                    <a:pt x="4290" y="2813"/>
                  </a:lnTo>
                  <a:lnTo>
                    <a:pt x="4286" y="2852"/>
                  </a:lnTo>
                  <a:lnTo>
                    <a:pt x="4275" y="2890"/>
                  </a:lnTo>
                  <a:lnTo>
                    <a:pt x="4260" y="2924"/>
                  </a:lnTo>
                  <a:lnTo>
                    <a:pt x="4238" y="2954"/>
                  </a:lnTo>
                  <a:lnTo>
                    <a:pt x="4211" y="2981"/>
                  </a:lnTo>
                  <a:lnTo>
                    <a:pt x="4181" y="3003"/>
                  </a:lnTo>
                  <a:lnTo>
                    <a:pt x="4148" y="3018"/>
                  </a:lnTo>
                  <a:lnTo>
                    <a:pt x="4110" y="3028"/>
                  </a:lnTo>
                  <a:lnTo>
                    <a:pt x="4072" y="3031"/>
                  </a:lnTo>
                  <a:lnTo>
                    <a:pt x="1511" y="3031"/>
                  </a:lnTo>
                  <a:lnTo>
                    <a:pt x="609" y="437"/>
                  </a:lnTo>
                  <a:lnTo>
                    <a:pt x="218" y="437"/>
                  </a:lnTo>
                  <a:lnTo>
                    <a:pt x="179" y="434"/>
                  </a:lnTo>
                  <a:lnTo>
                    <a:pt x="142" y="423"/>
                  </a:lnTo>
                  <a:lnTo>
                    <a:pt x="108" y="407"/>
                  </a:lnTo>
                  <a:lnTo>
                    <a:pt x="77" y="387"/>
                  </a:lnTo>
                  <a:lnTo>
                    <a:pt x="51" y="359"/>
                  </a:lnTo>
                  <a:lnTo>
                    <a:pt x="30" y="330"/>
                  </a:lnTo>
                  <a:lnTo>
                    <a:pt x="14" y="296"/>
                  </a:lnTo>
                  <a:lnTo>
                    <a:pt x="4" y="258"/>
                  </a:lnTo>
                  <a:lnTo>
                    <a:pt x="0" y="219"/>
                  </a:lnTo>
                  <a:lnTo>
                    <a:pt x="4" y="181"/>
                  </a:lnTo>
                  <a:lnTo>
                    <a:pt x="14" y="143"/>
                  </a:lnTo>
                  <a:lnTo>
                    <a:pt x="30" y="109"/>
                  </a:lnTo>
                  <a:lnTo>
                    <a:pt x="51" y="79"/>
                  </a:lnTo>
                  <a:lnTo>
                    <a:pt x="77" y="52"/>
                  </a:lnTo>
                  <a:lnTo>
                    <a:pt x="108" y="30"/>
                  </a:lnTo>
                  <a:lnTo>
                    <a:pt x="142" y="15"/>
                  </a:lnTo>
                  <a:lnTo>
                    <a:pt x="179" y="4"/>
                  </a:lnTo>
                  <a:lnTo>
                    <a:pt x="218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3"/>
          <p:cNvGrpSpPr/>
          <p:nvPr/>
        </p:nvGrpSpPr>
        <p:grpSpPr>
          <a:xfrm>
            <a:off x="5861325" y="1855341"/>
            <a:ext cx="469267" cy="464788"/>
            <a:chOff x="5929313" y="3294063"/>
            <a:chExt cx="2328867" cy="2306642"/>
          </a:xfrm>
        </p:grpSpPr>
        <p:sp>
          <p:nvSpPr>
            <p:cNvPr id="115" name="Google Shape;115;p13"/>
            <p:cNvSpPr/>
            <p:nvPr/>
          </p:nvSpPr>
          <p:spPr>
            <a:xfrm>
              <a:off x="5929313" y="3294063"/>
              <a:ext cx="2328867" cy="2306642"/>
            </a:xfrm>
            <a:custGeom>
              <a:rect b="b" l="l" r="r" t="t"/>
              <a:pathLst>
                <a:path extrusionOk="0" h="4361" w="4402">
                  <a:moveTo>
                    <a:pt x="367" y="682"/>
                  </a:moveTo>
                  <a:lnTo>
                    <a:pt x="343" y="685"/>
                  </a:lnTo>
                  <a:lnTo>
                    <a:pt x="320" y="694"/>
                  </a:lnTo>
                  <a:lnTo>
                    <a:pt x="302" y="708"/>
                  </a:lnTo>
                  <a:lnTo>
                    <a:pt x="288" y="726"/>
                  </a:lnTo>
                  <a:lnTo>
                    <a:pt x="278" y="747"/>
                  </a:lnTo>
                  <a:lnTo>
                    <a:pt x="275" y="772"/>
                  </a:lnTo>
                  <a:lnTo>
                    <a:pt x="275" y="3997"/>
                  </a:lnTo>
                  <a:lnTo>
                    <a:pt x="278" y="4021"/>
                  </a:lnTo>
                  <a:lnTo>
                    <a:pt x="288" y="4043"/>
                  </a:lnTo>
                  <a:lnTo>
                    <a:pt x="302" y="4061"/>
                  </a:lnTo>
                  <a:lnTo>
                    <a:pt x="320" y="4075"/>
                  </a:lnTo>
                  <a:lnTo>
                    <a:pt x="343" y="4085"/>
                  </a:lnTo>
                  <a:lnTo>
                    <a:pt x="367" y="4088"/>
                  </a:lnTo>
                  <a:lnTo>
                    <a:pt x="4036" y="4088"/>
                  </a:lnTo>
                  <a:lnTo>
                    <a:pt x="4060" y="4085"/>
                  </a:lnTo>
                  <a:lnTo>
                    <a:pt x="4081" y="4075"/>
                  </a:lnTo>
                  <a:lnTo>
                    <a:pt x="4100" y="4061"/>
                  </a:lnTo>
                  <a:lnTo>
                    <a:pt x="4115" y="4043"/>
                  </a:lnTo>
                  <a:lnTo>
                    <a:pt x="4123" y="4021"/>
                  </a:lnTo>
                  <a:lnTo>
                    <a:pt x="4126" y="3997"/>
                  </a:lnTo>
                  <a:lnTo>
                    <a:pt x="4126" y="772"/>
                  </a:lnTo>
                  <a:lnTo>
                    <a:pt x="4123" y="747"/>
                  </a:lnTo>
                  <a:lnTo>
                    <a:pt x="4115" y="726"/>
                  </a:lnTo>
                  <a:lnTo>
                    <a:pt x="4100" y="708"/>
                  </a:lnTo>
                  <a:lnTo>
                    <a:pt x="4081" y="694"/>
                  </a:lnTo>
                  <a:lnTo>
                    <a:pt x="4060" y="685"/>
                  </a:lnTo>
                  <a:lnTo>
                    <a:pt x="4036" y="682"/>
                  </a:lnTo>
                  <a:lnTo>
                    <a:pt x="3440" y="682"/>
                  </a:lnTo>
                  <a:lnTo>
                    <a:pt x="3440" y="955"/>
                  </a:lnTo>
                  <a:lnTo>
                    <a:pt x="3435" y="986"/>
                  </a:lnTo>
                  <a:lnTo>
                    <a:pt x="3426" y="1013"/>
                  </a:lnTo>
                  <a:lnTo>
                    <a:pt x="3409" y="1039"/>
                  </a:lnTo>
                  <a:lnTo>
                    <a:pt x="3388" y="1061"/>
                  </a:lnTo>
                  <a:lnTo>
                    <a:pt x="3362" y="1076"/>
                  </a:lnTo>
                  <a:lnTo>
                    <a:pt x="3333" y="1086"/>
                  </a:lnTo>
                  <a:lnTo>
                    <a:pt x="3302" y="1090"/>
                  </a:lnTo>
                  <a:lnTo>
                    <a:pt x="3269" y="1086"/>
                  </a:lnTo>
                  <a:lnTo>
                    <a:pt x="3241" y="1076"/>
                  </a:lnTo>
                  <a:lnTo>
                    <a:pt x="3215" y="1061"/>
                  </a:lnTo>
                  <a:lnTo>
                    <a:pt x="3193" y="1039"/>
                  </a:lnTo>
                  <a:lnTo>
                    <a:pt x="3178" y="1013"/>
                  </a:lnTo>
                  <a:lnTo>
                    <a:pt x="3167" y="986"/>
                  </a:lnTo>
                  <a:lnTo>
                    <a:pt x="3164" y="955"/>
                  </a:lnTo>
                  <a:lnTo>
                    <a:pt x="3164" y="682"/>
                  </a:lnTo>
                  <a:lnTo>
                    <a:pt x="2339" y="682"/>
                  </a:lnTo>
                  <a:lnTo>
                    <a:pt x="2339" y="955"/>
                  </a:lnTo>
                  <a:lnTo>
                    <a:pt x="2335" y="986"/>
                  </a:lnTo>
                  <a:lnTo>
                    <a:pt x="2325" y="1013"/>
                  </a:lnTo>
                  <a:lnTo>
                    <a:pt x="2308" y="1039"/>
                  </a:lnTo>
                  <a:lnTo>
                    <a:pt x="2287" y="1061"/>
                  </a:lnTo>
                  <a:lnTo>
                    <a:pt x="2262" y="1076"/>
                  </a:lnTo>
                  <a:lnTo>
                    <a:pt x="2232" y="1086"/>
                  </a:lnTo>
                  <a:lnTo>
                    <a:pt x="2202" y="1090"/>
                  </a:lnTo>
                  <a:lnTo>
                    <a:pt x="2169" y="1086"/>
                  </a:lnTo>
                  <a:lnTo>
                    <a:pt x="2141" y="1076"/>
                  </a:lnTo>
                  <a:lnTo>
                    <a:pt x="2114" y="1061"/>
                  </a:lnTo>
                  <a:lnTo>
                    <a:pt x="2093" y="1039"/>
                  </a:lnTo>
                  <a:lnTo>
                    <a:pt x="2078" y="1013"/>
                  </a:lnTo>
                  <a:lnTo>
                    <a:pt x="2066" y="986"/>
                  </a:lnTo>
                  <a:lnTo>
                    <a:pt x="2064" y="955"/>
                  </a:lnTo>
                  <a:lnTo>
                    <a:pt x="2064" y="682"/>
                  </a:lnTo>
                  <a:lnTo>
                    <a:pt x="1238" y="682"/>
                  </a:lnTo>
                  <a:lnTo>
                    <a:pt x="1238" y="955"/>
                  </a:lnTo>
                  <a:lnTo>
                    <a:pt x="1234" y="986"/>
                  </a:lnTo>
                  <a:lnTo>
                    <a:pt x="1224" y="1013"/>
                  </a:lnTo>
                  <a:lnTo>
                    <a:pt x="1207" y="1039"/>
                  </a:lnTo>
                  <a:lnTo>
                    <a:pt x="1186" y="1061"/>
                  </a:lnTo>
                  <a:lnTo>
                    <a:pt x="1160" y="1076"/>
                  </a:lnTo>
                  <a:lnTo>
                    <a:pt x="1132" y="1086"/>
                  </a:lnTo>
                  <a:lnTo>
                    <a:pt x="1100" y="1090"/>
                  </a:lnTo>
                  <a:lnTo>
                    <a:pt x="1069" y="1086"/>
                  </a:lnTo>
                  <a:lnTo>
                    <a:pt x="1039" y="1076"/>
                  </a:lnTo>
                  <a:lnTo>
                    <a:pt x="1014" y="1061"/>
                  </a:lnTo>
                  <a:lnTo>
                    <a:pt x="993" y="1039"/>
                  </a:lnTo>
                  <a:lnTo>
                    <a:pt x="977" y="1013"/>
                  </a:lnTo>
                  <a:lnTo>
                    <a:pt x="966" y="986"/>
                  </a:lnTo>
                  <a:lnTo>
                    <a:pt x="963" y="955"/>
                  </a:lnTo>
                  <a:lnTo>
                    <a:pt x="963" y="682"/>
                  </a:lnTo>
                  <a:lnTo>
                    <a:pt x="367" y="682"/>
                  </a:lnTo>
                  <a:close/>
                  <a:moveTo>
                    <a:pt x="1100" y="0"/>
                  </a:moveTo>
                  <a:lnTo>
                    <a:pt x="1132" y="3"/>
                  </a:lnTo>
                  <a:lnTo>
                    <a:pt x="1160" y="14"/>
                  </a:lnTo>
                  <a:lnTo>
                    <a:pt x="1186" y="30"/>
                  </a:lnTo>
                  <a:lnTo>
                    <a:pt x="1207" y="52"/>
                  </a:lnTo>
                  <a:lnTo>
                    <a:pt x="1224" y="77"/>
                  </a:lnTo>
                  <a:lnTo>
                    <a:pt x="1234" y="105"/>
                  </a:lnTo>
                  <a:lnTo>
                    <a:pt x="1238" y="137"/>
                  </a:lnTo>
                  <a:lnTo>
                    <a:pt x="1238" y="409"/>
                  </a:lnTo>
                  <a:lnTo>
                    <a:pt x="2064" y="409"/>
                  </a:lnTo>
                  <a:lnTo>
                    <a:pt x="2064" y="137"/>
                  </a:lnTo>
                  <a:lnTo>
                    <a:pt x="2066" y="105"/>
                  </a:lnTo>
                  <a:lnTo>
                    <a:pt x="2078" y="77"/>
                  </a:lnTo>
                  <a:lnTo>
                    <a:pt x="2093" y="52"/>
                  </a:lnTo>
                  <a:lnTo>
                    <a:pt x="2114" y="30"/>
                  </a:lnTo>
                  <a:lnTo>
                    <a:pt x="2141" y="14"/>
                  </a:lnTo>
                  <a:lnTo>
                    <a:pt x="2169" y="3"/>
                  </a:lnTo>
                  <a:lnTo>
                    <a:pt x="2202" y="0"/>
                  </a:lnTo>
                  <a:lnTo>
                    <a:pt x="2232" y="3"/>
                  </a:lnTo>
                  <a:lnTo>
                    <a:pt x="2262" y="14"/>
                  </a:lnTo>
                  <a:lnTo>
                    <a:pt x="2287" y="30"/>
                  </a:lnTo>
                  <a:lnTo>
                    <a:pt x="2308" y="52"/>
                  </a:lnTo>
                  <a:lnTo>
                    <a:pt x="2325" y="77"/>
                  </a:lnTo>
                  <a:lnTo>
                    <a:pt x="2335" y="105"/>
                  </a:lnTo>
                  <a:lnTo>
                    <a:pt x="2339" y="137"/>
                  </a:lnTo>
                  <a:lnTo>
                    <a:pt x="2339" y="409"/>
                  </a:lnTo>
                  <a:lnTo>
                    <a:pt x="3164" y="409"/>
                  </a:lnTo>
                  <a:lnTo>
                    <a:pt x="3164" y="137"/>
                  </a:lnTo>
                  <a:lnTo>
                    <a:pt x="3167" y="105"/>
                  </a:lnTo>
                  <a:lnTo>
                    <a:pt x="3178" y="77"/>
                  </a:lnTo>
                  <a:lnTo>
                    <a:pt x="3193" y="52"/>
                  </a:lnTo>
                  <a:lnTo>
                    <a:pt x="3215" y="30"/>
                  </a:lnTo>
                  <a:lnTo>
                    <a:pt x="3241" y="14"/>
                  </a:lnTo>
                  <a:lnTo>
                    <a:pt x="3269" y="3"/>
                  </a:lnTo>
                  <a:lnTo>
                    <a:pt x="3302" y="0"/>
                  </a:lnTo>
                  <a:lnTo>
                    <a:pt x="3333" y="3"/>
                  </a:lnTo>
                  <a:lnTo>
                    <a:pt x="3362" y="14"/>
                  </a:lnTo>
                  <a:lnTo>
                    <a:pt x="3388" y="30"/>
                  </a:lnTo>
                  <a:lnTo>
                    <a:pt x="3409" y="52"/>
                  </a:lnTo>
                  <a:lnTo>
                    <a:pt x="3426" y="77"/>
                  </a:lnTo>
                  <a:lnTo>
                    <a:pt x="3435" y="105"/>
                  </a:lnTo>
                  <a:lnTo>
                    <a:pt x="3440" y="137"/>
                  </a:lnTo>
                  <a:lnTo>
                    <a:pt x="3440" y="409"/>
                  </a:lnTo>
                  <a:lnTo>
                    <a:pt x="4036" y="409"/>
                  </a:lnTo>
                  <a:lnTo>
                    <a:pt x="4090" y="413"/>
                  </a:lnTo>
                  <a:lnTo>
                    <a:pt x="4142" y="424"/>
                  </a:lnTo>
                  <a:lnTo>
                    <a:pt x="4190" y="442"/>
                  </a:lnTo>
                  <a:lnTo>
                    <a:pt x="4235" y="467"/>
                  </a:lnTo>
                  <a:lnTo>
                    <a:pt x="4275" y="498"/>
                  </a:lnTo>
                  <a:lnTo>
                    <a:pt x="4312" y="534"/>
                  </a:lnTo>
                  <a:lnTo>
                    <a:pt x="4343" y="574"/>
                  </a:lnTo>
                  <a:lnTo>
                    <a:pt x="4368" y="619"/>
                  </a:lnTo>
                  <a:lnTo>
                    <a:pt x="4387" y="666"/>
                  </a:lnTo>
                  <a:lnTo>
                    <a:pt x="4398" y="718"/>
                  </a:lnTo>
                  <a:lnTo>
                    <a:pt x="4402" y="772"/>
                  </a:lnTo>
                  <a:lnTo>
                    <a:pt x="4402" y="3997"/>
                  </a:lnTo>
                  <a:lnTo>
                    <a:pt x="4398" y="4050"/>
                  </a:lnTo>
                  <a:lnTo>
                    <a:pt x="4387" y="4102"/>
                  </a:lnTo>
                  <a:lnTo>
                    <a:pt x="4368" y="4151"/>
                  </a:lnTo>
                  <a:lnTo>
                    <a:pt x="4343" y="4195"/>
                  </a:lnTo>
                  <a:lnTo>
                    <a:pt x="4312" y="4236"/>
                  </a:lnTo>
                  <a:lnTo>
                    <a:pt x="4275" y="4272"/>
                  </a:lnTo>
                  <a:lnTo>
                    <a:pt x="4235" y="4302"/>
                  </a:lnTo>
                  <a:lnTo>
                    <a:pt x="4190" y="4328"/>
                  </a:lnTo>
                  <a:lnTo>
                    <a:pt x="4142" y="4346"/>
                  </a:lnTo>
                  <a:lnTo>
                    <a:pt x="4090" y="4357"/>
                  </a:lnTo>
                  <a:lnTo>
                    <a:pt x="4036" y="4361"/>
                  </a:lnTo>
                  <a:lnTo>
                    <a:pt x="367" y="4361"/>
                  </a:lnTo>
                  <a:lnTo>
                    <a:pt x="312" y="4357"/>
                  </a:lnTo>
                  <a:lnTo>
                    <a:pt x="261" y="4346"/>
                  </a:lnTo>
                  <a:lnTo>
                    <a:pt x="212" y="4328"/>
                  </a:lnTo>
                  <a:lnTo>
                    <a:pt x="167" y="4302"/>
                  </a:lnTo>
                  <a:lnTo>
                    <a:pt x="126" y="4272"/>
                  </a:lnTo>
                  <a:lnTo>
                    <a:pt x="90" y="4236"/>
                  </a:lnTo>
                  <a:lnTo>
                    <a:pt x="59" y="4195"/>
                  </a:lnTo>
                  <a:lnTo>
                    <a:pt x="33" y="4151"/>
                  </a:lnTo>
                  <a:lnTo>
                    <a:pt x="15" y="4102"/>
                  </a:lnTo>
                  <a:lnTo>
                    <a:pt x="4" y="4050"/>
                  </a:lnTo>
                  <a:lnTo>
                    <a:pt x="0" y="3997"/>
                  </a:lnTo>
                  <a:lnTo>
                    <a:pt x="0" y="772"/>
                  </a:lnTo>
                  <a:lnTo>
                    <a:pt x="4" y="718"/>
                  </a:lnTo>
                  <a:lnTo>
                    <a:pt x="15" y="666"/>
                  </a:lnTo>
                  <a:lnTo>
                    <a:pt x="33" y="619"/>
                  </a:lnTo>
                  <a:lnTo>
                    <a:pt x="59" y="574"/>
                  </a:lnTo>
                  <a:lnTo>
                    <a:pt x="90" y="534"/>
                  </a:lnTo>
                  <a:lnTo>
                    <a:pt x="126" y="498"/>
                  </a:lnTo>
                  <a:lnTo>
                    <a:pt x="167" y="467"/>
                  </a:lnTo>
                  <a:lnTo>
                    <a:pt x="212" y="442"/>
                  </a:lnTo>
                  <a:lnTo>
                    <a:pt x="261" y="424"/>
                  </a:lnTo>
                  <a:lnTo>
                    <a:pt x="312" y="413"/>
                  </a:lnTo>
                  <a:lnTo>
                    <a:pt x="367" y="409"/>
                  </a:lnTo>
                  <a:lnTo>
                    <a:pt x="963" y="409"/>
                  </a:lnTo>
                  <a:lnTo>
                    <a:pt x="963" y="137"/>
                  </a:lnTo>
                  <a:lnTo>
                    <a:pt x="966" y="105"/>
                  </a:lnTo>
                  <a:lnTo>
                    <a:pt x="977" y="77"/>
                  </a:lnTo>
                  <a:lnTo>
                    <a:pt x="993" y="52"/>
                  </a:lnTo>
                  <a:lnTo>
                    <a:pt x="1014" y="30"/>
                  </a:lnTo>
                  <a:lnTo>
                    <a:pt x="1039" y="14"/>
                  </a:lnTo>
                  <a:lnTo>
                    <a:pt x="1069" y="3"/>
                  </a:lnTo>
                  <a:lnTo>
                    <a:pt x="1100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3"/>
            <p:cNvSpPr/>
            <p:nvPr/>
          </p:nvSpPr>
          <p:spPr>
            <a:xfrm>
              <a:off x="6438901" y="4159250"/>
              <a:ext cx="290400" cy="216000"/>
            </a:xfrm>
            <a:prstGeom prst="rect">
              <a:avLst/>
            </a:pr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3"/>
            <p:cNvSpPr/>
            <p:nvPr/>
          </p:nvSpPr>
          <p:spPr>
            <a:xfrm>
              <a:off x="6438901" y="4519613"/>
              <a:ext cx="290400" cy="216000"/>
            </a:xfrm>
            <a:prstGeom prst="rect">
              <a:avLst/>
            </a:pr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3"/>
            <p:cNvSpPr/>
            <p:nvPr/>
          </p:nvSpPr>
          <p:spPr>
            <a:xfrm>
              <a:off x="6438901" y="4879975"/>
              <a:ext cx="290400" cy="216000"/>
            </a:xfrm>
            <a:prstGeom prst="rect">
              <a:avLst/>
            </a:pr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3"/>
            <p:cNvSpPr/>
            <p:nvPr/>
          </p:nvSpPr>
          <p:spPr>
            <a:xfrm>
              <a:off x="6948488" y="4879975"/>
              <a:ext cx="290400" cy="216000"/>
            </a:xfrm>
            <a:prstGeom prst="rect">
              <a:avLst/>
            </a:pr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3"/>
            <p:cNvSpPr/>
            <p:nvPr/>
          </p:nvSpPr>
          <p:spPr>
            <a:xfrm>
              <a:off x="6948488" y="4519613"/>
              <a:ext cx="290400" cy="216000"/>
            </a:xfrm>
            <a:prstGeom prst="rect">
              <a:avLst/>
            </a:pr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3"/>
            <p:cNvSpPr/>
            <p:nvPr/>
          </p:nvSpPr>
          <p:spPr>
            <a:xfrm>
              <a:off x="6948488" y="4159250"/>
              <a:ext cx="290400" cy="216000"/>
            </a:xfrm>
            <a:prstGeom prst="rect">
              <a:avLst/>
            </a:pr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7458076" y="4879975"/>
              <a:ext cx="290400" cy="216000"/>
            </a:xfrm>
            <a:prstGeom prst="rect">
              <a:avLst/>
            </a:pr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7458076" y="4519613"/>
              <a:ext cx="290400" cy="216000"/>
            </a:xfrm>
            <a:prstGeom prst="rect">
              <a:avLst/>
            </a:pr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7458076" y="4159250"/>
              <a:ext cx="290400" cy="216000"/>
            </a:xfrm>
            <a:prstGeom prst="rect">
              <a:avLst/>
            </a:pr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"/>
          <p:cNvSpPr/>
          <p:nvPr/>
        </p:nvSpPr>
        <p:spPr>
          <a:xfrm>
            <a:off x="1274187" y="2134076"/>
            <a:ext cx="2787000" cy="162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2321184" y="1753835"/>
            <a:ext cx="693087" cy="69308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 txBox="1"/>
          <p:nvPr/>
        </p:nvSpPr>
        <p:spPr>
          <a:xfrm>
            <a:off x="2178958" y="2754516"/>
            <a:ext cx="1022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Card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4713584" y="2126216"/>
            <a:ext cx="2787082" cy="1625798"/>
          </a:xfrm>
          <a:prstGeom prst="roundRect">
            <a:avLst>
              <a:gd fmla="val 16667" name="adj"/>
            </a:avLst>
          </a:prstGeom>
          <a:solidFill>
            <a:schemeClr val="lt1">
              <a:alpha val="80000"/>
            </a:schemeClr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5749456" y="1753835"/>
            <a:ext cx="693087" cy="69308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5584955" y="2754529"/>
            <a:ext cx="1022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Header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8130732" y="2134076"/>
            <a:ext cx="2787082" cy="162579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9177729" y="1753835"/>
            <a:ext cx="693000" cy="6930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9013203" y="2754529"/>
            <a:ext cx="1022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Footer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1274187" y="4487315"/>
            <a:ext cx="2787082" cy="162579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2321184" y="4107074"/>
            <a:ext cx="693087" cy="69308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947725" y="5147350"/>
            <a:ext cx="143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Accordion</a:t>
            </a: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4702459" y="4487315"/>
            <a:ext cx="2787000" cy="162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5749456" y="4107074"/>
            <a:ext cx="693087" cy="69308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5376298" y="5155200"/>
            <a:ext cx="1439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Jumbotron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8130732" y="4487315"/>
            <a:ext cx="2787082" cy="1625798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9177729" y="4107074"/>
            <a:ext cx="693087" cy="693086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889000" rotWithShape="0" algn="tl" dir="2700000" dist="228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 txBox="1"/>
          <p:nvPr/>
        </p:nvSpPr>
        <p:spPr>
          <a:xfrm>
            <a:off x="8887374" y="5147350"/>
            <a:ext cx="1273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Carousel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 txBox="1"/>
          <p:nvPr/>
        </p:nvSpPr>
        <p:spPr>
          <a:xfrm>
            <a:off x="3066150" y="741250"/>
            <a:ext cx="605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Components</a:t>
            </a:r>
            <a:endParaRPr b="1" sz="29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2429484" y="1869596"/>
            <a:ext cx="476495" cy="461562"/>
          </a:xfrm>
          <a:custGeom>
            <a:rect b="b" l="l" r="r" t="t"/>
            <a:pathLst>
              <a:path extrusionOk="0" h="3462" w="3574">
                <a:moveTo>
                  <a:pt x="1788" y="251"/>
                </a:moveTo>
                <a:lnTo>
                  <a:pt x="1383" y="1091"/>
                </a:lnTo>
                <a:lnTo>
                  <a:pt x="1365" y="1122"/>
                </a:lnTo>
                <a:lnTo>
                  <a:pt x="1343" y="1149"/>
                </a:lnTo>
                <a:lnTo>
                  <a:pt x="1318" y="1174"/>
                </a:lnTo>
                <a:lnTo>
                  <a:pt x="1289" y="1195"/>
                </a:lnTo>
                <a:lnTo>
                  <a:pt x="1257" y="1212"/>
                </a:lnTo>
                <a:lnTo>
                  <a:pt x="1223" y="1224"/>
                </a:lnTo>
                <a:lnTo>
                  <a:pt x="1188" y="1232"/>
                </a:lnTo>
                <a:lnTo>
                  <a:pt x="259" y="1370"/>
                </a:lnTo>
                <a:lnTo>
                  <a:pt x="939" y="2051"/>
                </a:lnTo>
                <a:lnTo>
                  <a:pt x="963" y="2076"/>
                </a:lnTo>
                <a:lnTo>
                  <a:pt x="981" y="2105"/>
                </a:lnTo>
                <a:lnTo>
                  <a:pt x="996" y="2135"/>
                </a:lnTo>
                <a:lnTo>
                  <a:pt x="1005" y="2167"/>
                </a:lnTo>
                <a:lnTo>
                  <a:pt x="1011" y="2200"/>
                </a:lnTo>
                <a:lnTo>
                  <a:pt x="1013" y="2234"/>
                </a:lnTo>
                <a:lnTo>
                  <a:pt x="1010" y="2267"/>
                </a:lnTo>
                <a:lnTo>
                  <a:pt x="851" y="3212"/>
                </a:lnTo>
                <a:lnTo>
                  <a:pt x="1662" y="2775"/>
                </a:lnTo>
                <a:lnTo>
                  <a:pt x="1692" y="2761"/>
                </a:lnTo>
                <a:lnTo>
                  <a:pt x="1723" y="2751"/>
                </a:lnTo>
                <a:lnTo>
                  <a:pt x="1755" y="2745"/>
                </a:lnTo>
                <a:lnTo>
                  <a:pt x="1786" y="2743"/>
                </a:lnTo>
                <a:lnTo>
                  <a:pt x="1819" y="2745"/>
                </a:lnTo>
                <a:lnTo>
                  <a:pt x="1851" y="2751"/>
                </a:lnTo>
                <a:lnTo>
                  <a:pt x="1882" y="2761"/>
                </a:lnTo>
                <a:lnTo>
                  <a:pt x="1912" y="2775"/>
                </a:lnTo>
                <a:lnTo>
                  <a:pt x="2723" y="3212"/>
                </a:lnTo>
                <a:lnTo>
                  <a:pt x="2564" y="2267"/>
                </a:lnTo>
                <a:lnTo>
                  <a:pt x="2561" y="2234"/>
                </a:lnTo>
                <a:lnTo>
                  <a:pt x="2563" y="2200"/>
                </a:lnTo>
                <a:lnTo>
                  <a:pt x="2569" y="2167"/>
                </a:lnTo>
                <a:lnTo>
                  <a:pt x="2578" y="2135"/>
                </a:lnTo>
                <a:lnTo>
                  <a:pt x="2594" y="2105"/>
                </a:lnTo>
                <a:lnTo>
                  <a:pt x="2613" y="2076"/>
                </a:lnTo>
                <a:lnTo>
                  <a:pt x="2635" y="2051"/>
                </a:lnTo>
                <a:lnTo>
                  <a:pt x="3315" y="1370"/>
                </a:lnTo>
                <a:lnTo>
                  <a:pt x="2386" y="1232"/>
                </a:lnTo>
                <a:lnTo>
                  <a:pt x="2351" y="1224"/>
                </a:lnTo>
                <a:lnTo>
                  <a:pt x="2317" y="1212"/>
                </a:lnTo>
                <a:lnTo>
                  <a:pt x="2285" y="1195"/>
                </a:lnTo>
                <a:lnTo>
                  <a:pt x="2256" y="1174"/>
                </a:lnTo>
                <a:lnTo>
                  <a:pt x="2231" y="1150"/>
                </a:lnTo>
                <a:lnTo>
                  <a:pt x="2209" y="1122"/>
                </a:lnTo>
                <a:lnTo>
                  <a:pt x="2191" y="1091"/>
                </a:lnTo>
                <a:lnTo>
                  <a:pt x="1788" y="251"/>
                </a:lnTo>
                <a:close/>
                <a:moveTo>
                  <a:pt x="1788" y="0"/>
                </a:moveTo>
                <a:lnTo>
                  <a:pt x="1824" y="3"/>
                </a:lnTo>
                <a:lnTo>
                  <a:pt x="1860" y="11"/>
                </a:lnTo>
                <a:lnTo>
                  <a:pt x="1894" y="23"/>
                </a:lnTo>
                <a:lnTo>
                  <a:pt x="1925" y="39"/>
                </a:lnTo>
                <a:lnTo>
                  <a:pt x="1955" y="60"/>
                </a:lnTo>
                <a:lnTo>
                  <a:pt x="1980" y="84"/>
                </a:lnTo>
                <a:lnTo>
                  <a:pt x="2002" y="113"/>
                </a:lnTo>
                <a:lnTo>
                  <a:pt x="2021" y="145"/>
                </a:lnTo>
                <a:lnTo>
                  <a:pt x="2424" y="984"/>
                </a:lnTo>
                <a:lnTo>
                  <a:pt x="3355" y="1122"/>
                </a:lnTo>
                <a:lnTo>
                  <a:pt x="3390" y="1129"/>
                </a:lnTo>
                <a:lnTo>
                  <a:pt x="3423" y="1141"/>
                </a:lnTo>
                <a:lnTo>
                  <a:pt x="3454" y="1158"/>
                </a:lnTo>
                <a:lnTo>
                  <a:pt x="3482" y="1178"/>
                </a:lnTo>
                <a:lnTo>
                  <a:pt x="3507" y="1202"/>
                </a:lnTo>
                <a:lnTo>
                  <a:pt x="3529" y="1228"/>
                </a:lnTo>
                <a:lnTo>
                  <a:pt x="3546" y="1258"/>
                </a:lnTo>
                <a:lnTo>
                  <a:pt x="3561" y="1291"/>
                </a:lnTo>
                <a:lnTo>
                  <a:pt x="3570" y="1325"/>
                </a:lnTo>
                <a:lnTo>
                  <a:pt x="3574" y="1359"/>
                </a:lnTo>
                <a:lnTo>
                  <a:pt x="3573" y="1393"/>
                </a:lnTo>
                <a:lnTo>
                  <a:pt x="3567" y="1426"/>
                </a:lnTo>
                <a:lnTo>
                  <a:pt x="3557" y="1459"/>
                </a:lnTo>
                <a:lnTo>
                  <a:pt x="3543" y="1490"/>
                </a:lnTo>
                <a:lnTo>
                  <a:pt x="3524" y="1520"/>
                </a:lnTo>
                <a:lnTo>
                  <a:pt x="3500" y="1546"/>
                </a:lnTo>
                <a:lnTo>
                  <a:pt x="2819" y="2226"/>
                </a:lnTo>
                <a:lnTo>
                  <a:pt x="2978" y="3170"/>
                </a:lnTo>
                <a:lnTo>
                  <a:pt x="2981" y="3206"/>
                </a:lnTo>
                <a:lnTo>
                  <a:pt x="2979" y="3241"/>
                </a:lnTo>
                <a:lnTo>
                  <a:pt x="2972" y="3275"/>
                </a:lnTo>
                <a:lnTo>
                  <a:pt x="2960" y="3308"/>
                </a:lnTo>
                <a:lnTo>
                  <a:pt x="2945" y="3339"/>
                </a:lnTo>
                <a:lnTo>
                  <a:pt x="2924" y="3368"/>
                </a:lnTo>
                <a:lnTo>
                  <a:pt x="2900" y="3393"/>
                </a:lnTo>
                <a:lnTo>
                  <a:pt x="2871" y="3416"/>
                </a:lnTo>
                <a:lnTo>
                  <a:pt x="2837" y="3436"/>
                </a:lnTo>
                <a:lnTo>
                  <a:pt x="2800" y="3451"/>
                </a:lnTo>
                <a:lnTo>
                  <a:pt x="2762" y="3460"/>
                </a:lnTo>
                <a:lnTo>
                  <a:pt x="2723" y="3462"/>
                </a:lnTo>
                <a:lnTo>
                  <a:pt x="2691" y="3460"/>
                </a:lnTo>
                <a:lnTo>
                  <a:pt x="2659" y="3455"/>
                </a:lnTo>
                <a:lnTo>
                  <a:pt x="2628" y="3445"/>
                </a:lnTo>
                <a:lnTo>
                  <a:pt x="2598" y="3430"/>
                </a:lnTo>
                <a:lnTo>
                  <a:pt x="1788" y="2995"/>
                </a:lnTo>
                <a:lnTo>
                  <a:pt x="976" y="3430"/>
                </a:lnTo>
                <a:lnTo>
                  <a:pt x="946" y="3445"/>
                </a:lnTo>
                <a:lnTo>
                  <a:pt x="915" y="3455"/>
                </a:lnTo>
                <a:lnTo>
                  <a:pt x="883" y="3460"/>
                </a:lnTo>
                <a:lnTo>
                  <a:pt x="851" y="3462"/>
                </a:lnTo>
                <a:lnTo>
                  <a:pt x="812" y="3460"/>
                </a:lnTo>
                <a:lnTo>
                  <a:pt x="774" y="3451"/>
                </a:lnTo>
                <a:lnTo>
                  <a:pt x="737" y="3436"/>
                </a:lnTo>
                <a:lnTo>
                  <a:pt x="703" y="3416"/>
                </a:lnTo>
                <a:lnTo>
                  <a:pt x="674" y="3393"/>
                </a:lnTo>
                <a:lnTo>
                  <a:pt x="650" y="3368"/>
                </a:lnTo>
                <a:lnTo>
                  <a:pt x="629" y="3339"/>
                </a:lnTo>
                <a:lnTo>
                  <a:pt x="614" y="3308"/>
                </a:lnTo>
                <a:lnTo>
                  <a:pt x="602" y="3275"/>
                </a:lnTo>
                <a:lnTo>
                  <a:pt x="595" y="3241"/>
                </a:lnTo>
                <a:lnTo>
                  <a:pt x="593" y="3206"/>
                </a:lnTo>
                <a:lnTo>
                  <a:pt x="596" y="3170"/>
                </a:lnTo>
                <a:lnTo>
                  <a:pt x="755" y="2226"/>
                </a:lnTo>
                <a:lnTo>
                  <a:pt x="73" y="1546"/>
                </a:lnTo>
                <a:lnTo>
                  <a:pt x="50" y="1520"/>
                </a:lnTo>
                <a:lnTo>
                  <a:pt x="31" y="1490"/>
                </a:lnTo>
                <a:lnTo>
                  <a:pt x="17" y="1459"/>
                </a:lnTo>
                <a:lnTo>
                  <a:pt x="7" y="1427"/>
                </a:lnTo>
                <a:lnTo>
                  <a:pt x="1" y="1393"/>
                </a:lnTo>
                <a:lnTo>
                  <a:pt x="0" y="1359"/>
                </a:lnTo>
                <a:lnTo>
                  <a:pt x="4" y="1325"/>
                </a:lnTo>
                <a:lnTo>
                  <a:pt x="13" y="1291"/>
                </a:lnTo>
                <a:lnTo>
                  <a:pt x="28" y="1258"/>
                </a:lnTo>
                <a:lnTo>
                  <a:pt x="45" y="1228"/>
                </a:lnTo>
                <a:lnTo>
                  <a:pt x="67" y="1202"/>
                </a:lnTo>
                <a:lnTo>
                  <a:pt x="92" y="1178"/>
                </a:lnTo>
                <a:lnTo>
                  <a:pt x="120" y="1158"/>
                </a:lnTo>
                <a:lnTo>
                  <a:pt x="151" y="1141"/>
                </a:lnTo>
                <a:lnTo>
                  <a:pt x="184" y="1129"/>
                </a:lnTo>
                <a:lnTo>
                  <a:pt x="219" y="1122"/>
                </a:lnTo>
                <a:lnTo>
                  <a:pt x="1150" y="984"/>
                </a:lnTo>
                <a:lnTo>
                  <a:pt x="1553" y="145"/>
                </a:lnTo>
                <a:lnTo>
                  <a:pt x="1572" y="113"/>
                </a:lnTo>
                <a:lnTo>
                  <a:pt x="1594" y="84"/>
                </a:lnTo>
                <a:lnTo>
                  <a:pt x="1619" y="60"/>
                </a:lnTo>
                <a:lnTo>
                  <a:pt x="1649" y="39"/>
                </a:lnTo>
                <a:lnTo>
                  <a:pt x="1681" y="23"/>
                </a:lnTo>
                <a:lnTo>
                  <a:pt x="1714" y="11"/>
                </a:lnTo>
                <a:lnTo>
                  <a:pt x="1750" y="3"/>
                </a:lnTo>
                <a:lnTo>
                  <a:pt x="1788" y="0"/>
                </a:lnTo>
                <a:close/>
              </a:path>
            </a:pathLst>
          </a:custGeom>
          <a:solidFill>
            <a:srgbClr val="3A38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5857709" y="1869596"/>
            <a:ext cx="476495" cy="461562"/>
          </a:xfrm>
          <a:custGeom>
            <a:rect b="b" l="l" r="r" t="t"/>
            <a:pathLst>
              <a:path extrusionOk="0" h="3462" w="3574">
                <a:moveTo>
                  <a:pt x="1788" y="251"/>
                </a:moveTo>
                <a:lnTo>
                  <a:pt x="1383" y="1091"/>
                </a:lnTo>
                <a:lnTo>
                  <a:pt x="1365" y="1122"/>
                </a:lnTo>
                <a:lnTo>
                  <a:pt x="1343" y="1149"/>
                </a:lnTo>
                <a:lnTo>
                  <a:pt x="1318" y="1174"/>
                </a:lnTo>
                <a:lnTo>
                  <a:pt x="1289" y="1195"/>
                </a:lnTo>
                <a:lnTo>
                  <a:pt x="1257" y="1212"/>
                </a:lnTo>
                <a:lnTo>
                  <a:pt x="1223" y="1224"/>
                </a:lnTo>
                <a:lnTo>
                  <a:pt x="1188" y="1232"/>
                </a:lnTo>
                <a:lnTo>
                  <a:pt x="259" y="1370"/>
                </a:lnTo>
                <a:lnTo>
                  <a:pt x="939" y="2051"/>
                </a:lnTo>
                <a:lnTo>
                  <a:pt x="963" y="2076"/>
                </a:lnTo>
                <a:lnTo>
                  <a:pt x="981" y="2105"/>
                </a:lnTo>
                <a:lnTo>
                  <a:pt x="996" y="2135"/>
                </a:lnTo>
                <a:lnTo>
                  <a:pt x="1005" y="2167"/>
                </a:lnTo>
                <a:lnTo>
                  <a:pt x="1011" y="2200"/>
                </a:lnTo>
                <a:lnTo>
                  <a:pt x="1013" y="2234"/>
                </a:lnTo>
                <a:lnTo>
                  <a:pt x="1010" y="2267"/>
                </a:lnTo>
                <a:lnTo>
                  <a:pt x="851" y="3212"/>
                </a:lnTo>
                <a:lnTo>
                  <a:pt x="1662" y="2775"/>
                </a:lnTo>
                <a:lnTo>
                  <a:pt x="1692" y="2761"/>
                </a:lnTo>
                <a:lnTo>
                  <a:pt x="1723" y="2751"/>
                </a:lnTo>
                <a:lnTo>
                  <a:pt x="1755" y="2745"/>
                </a:lnTo>
                <a:lnTo>
                  <a:pt x="1786" y="2743"/>
                </a:lnTo>
                <a:lnTo>
                  <a:pt x="1819" y="2745"/>
                </a:lnTo>
                <a:lnTo>
                  <a:pt x="1851" y="2751"/>
                </a:lnTo>
                <a:lnTo>
                  <a:pt x="1882" y="2761"/>
                </a:lnTo>
                <a:lnTo>
                  <a:pt x="1912" y="2775"/>
                </a:lnTo>
                <a:lnTo>
                  <a:pt x="2723" y="3212"/>
                </a:lnTo>
                <a:lnTo>
                  <a:pt x="2564" y="2267"/>
                </a:lnTo>
                <a:lnTo>
                  <a:pt x="2561" y="2234"/>
                </a:lnTo>
                <a:lnTo>
                  <a:pt x="2563" y="2200"/>
                </a:lnTo>
                <a:lnTo>
                  <a:pt x="2569" y="2167"/>
                </a:lnTo>
                <a:lnTo>
                  <a:pt x="2578" y="2135"/>
                </a:lnTo>
                <a:lnTo>
                  <a:pt x="2594" y="2105"/>
                </a:lnTo>
                <a:lnTo>
                  <a:pt x="2613" y="2076"/>
                </a:lnTo>
                <a:lnTo>
                  <a:pt x="2635" y="2051"/>
                </a:lnTo>
                <a:lnTo>
                  <a:pt x="3315" y="1370"/>
                </a:lnTo>
                <a:lnTo>
                  <a:pt x="2386" y="1232"/>
                </a:lnTo>
                <a:lnTo>
                  <a:pt x="2351" y="1224"/>
                </a:lnTo>
                <a:lnTo>
                  <a:pt x="2317" y="1212"/>
                </a:lnTo>
                <a:lnTo>
                  <a:pt x="2285" y="1195"/>
                </a:lnTo>
                <a:lnTo>
                  <a:pt x="2256" y="1174"/>
                </a:lnTo>
                <a:lnTo>
                  <a:pt x="2231" y="1150"/>
                </a:lnTo>
                <a:lnTo>
                  <a:pt x="2209" y="1122"/>
                </a:lnTo>
                <a:lnTo>
                  <a:pt x="2191" y="1091"/>
                </a:lnTo>
                <a:lnTo>
                  <a:pt x="1788" y="251"/>
                </a:lnTo>
                <a:close/>
                <a:moveTo>
                  <a:pt x="1788" y="0"/>
                </a:moveTo>
                <a:lnTo>
                  <a:pt x="1824" y="3"/>
                </a:lnTo>
                <a:lnTo>
                  <a:pt x="1860" y="11"/>
                </a:lnTo>
                <a:lnTo>
                  <a:pt x="1894" y="23"/>
                </a:lnTo>
                <a:lnTo>
                  <a:pt x="1925" y="39"/>
                </a:lnTo>
                <a:lnTo>
                  <a:pt x="1955" y="60"/>
                </a:lnTo>
                <a:lnTo>
                  <a:pt x="1980" y="84"/>
                </a:lnTo>
                <a:lnTo>
                  <a:pt x="2002" y="113"/>
                </a:lnTo>
                <a:lnTo>
                  <a:pt x="2021" y="145"/>
                </a:lnTo>
                <a:lnTo>
                  <a:pt x="2424" y="984"/>
                </a:lnTo>
                <a:lnTo>
                  <a:pt x="3355" y="1122"/>
                </a:lnTo>
                <a:lnTo>
                  <a:pt x="3390" y="1129"/>
                </a:lnTo>
                <a:lnTo>
                  <a:pt x="3423" y="1141"/>
                </a:lnTo>
                <a:lnTo>
                  <a:pt x="3454" y="1158"/>
                </a:lnTo>
                <a:lnTo>
                  <a:pt x="3482" y="1178"/>
                </a:lnTo>
                <a:lnTo>
                  <a:pt x="3507" y="1202"/>
                </a:lnTo>
                <a:lnTo>
                  <a:pt x="3529" y="1228"/>
                </a:lnTo>
                <a:lnTo>
                  <a:pt x="3546" y="1258"/>
                </a:lnTo>
                <a:lnTo>
                  <a:pt x="3561" y="1291"/>
                </a:lnTo>
                <a:lnTo>
                  <a:pt x="3570" y="1325"/>
                </a:lnTo>
                <a:lnTo>
                  <a:pt x="3574" y="1359"/>
                </a:lnTo>
                <a:lnTo>
                  <a:pt x="3573" y="1393"/>
                </a:lnTo>
                <a:lnTo>
                  <a:pt x="3567" y="1426"/>
                </a:lnTo>
                <a:lnTo>
                  <a:pt x="3557" y="1459"/>
                </a:lnTo>
                <a:lnTo>
                  <a:pt x="3543" y="1490"/>
                </a:lnTo>
                <a:lnTo>
                  <a:pt x="3524" y="1520"/>
                </a:lnTo>
                <a:lnTo>
                  <a:pt x="3500" y="1546"/>
                </a:lnTo>
                <a:lnTo>
                  <a:pt x="2819" y="2226"/>
                </a:lnTo>
                <a:lnTo>
                  <a:pt x="2978" y="3170"/>
                </a:lnTo>
                <a:lnTo>
                  <a:pt x="2981" y="3206"/>
                </a:lnTo>
                <a:lnTo>
                  <a:pt x="2979" y="3241"/>
                </a:lnTo>
                <a:lnTo>
                  <a:pt x="2972" y="3275"/>
                </a:lnTo>
                <a:lnTo>
                  <a:pt x="2960" y="3308"/>
                </a:lnTo>
                <a:lnTo>
                  <a:pt x="2945" y="3339"/>
                </a:lnTo>
                <a:lnTo>
                  <a:pt x="2924" y="3368"/>
                </a:lnTo>
                <a:lnTo>
                  <a:pt x="2900" y="3393"/>
                </a:lnTo>
                <a:lnTo>
                  <a:pt x="2871" y="3416"/>
                </a:lnTo>
                <a:lnTo>
                  <a:pt x="2837" y="3436"/>
                </a:lnTo>
                <a:lnTo>
                  <a:pt x="2800" y="3451"/>
                </a:lnTo>
                <a:lnTo>
                  <a:pt x="2762" y="3460"/>
                </a:lnTo>
                <a:lnTo>
                  <a:pt x="2723" y="3462"/>
                </a:lnTo>
                <a:lnTo>
                  <a:pt x="2691" y="3460"/>
                </a:lnTo>
                <a:lnTo>
                  <a:pt x="2659" y="3455"/>
                </a:lnTo>
                <a:lnTo>
                  <a:pt x="2628" y="3445"/>
                </a:lnTo>
                <a:lnTo>
                  <a:pt x="2598" y="3430"/>
                </a:lnTo>
                <a:lnTo>
                  <a:pt x="1788" y="2995"/>
                </a:lnTo>
                <a:lnTo>
                  <a:pt x="976" y="3430"/>
                </a:lnTo>
                <a:lnTo>
                  <a:pt x="946" y="3445"/>
                </a:lnTo>
                <a:lnTo>
                  <a:pt x="915" y="3455"/>
                </a:lnTo>
                <a:lnTo>
                  <a:pt x="883" y="3460"/>
                </a:lnTo>
                <a:lnTo>
                  <a:pt x="851" y="3462"/>
                </a:lnTo>
                <a:lnTo>
                  <a:pt x="812" y="3460"/>
                </a:lnTo>
                <a:lnTo>
                  <a:pt x="774" y="3451"/>
                </a:lnTo>
                <a:lnTo>
                  <a:pt x="737" y="3436"/>
                </a:lnTo>
                <a:lnTo>
                  <a:pt x="703" y="3416"/>
                </a:lnTo>
                <a:lnTo>
                  <a:pt x="674" y="3393"/>
                </a:lnTo>
                <a:lnTo>
                  <a:pt x="650" y="3368"/>
                </a:lnTo>
                <a:lnTo>
                  <a:pt x="629" y="3339"/>
                </a:lnTo>
                <a:lnTo>
                  <a:pt x="614" y="3308"/>
                </a:lnTo>
                <a:lnTo>
                  <a:pt x="602" y="3275"/>
                </a:lnTo>
                <a:lnTo>
                  <a:pt x="595" y="3241"/>
                </a:lnTo>
                <a:lnTo>
                  <a:pt x="593" y="3206"/>
                </a:lnTo>
                <a:lnTo>
                  <a:pt x="596" y="3170"/>
                </a:lnTo>
                <a:lnTo>
                  <a:pt x="755" y="2226"/>
                </a:lnTo>
                <a:lnTo>
                  <a:pt x="73" y="1546"/>
                </a:lnTo>
                <a:lnTo>
                  <a:pt x="50" y="1520"/>
                </a:lnTo>
                <a:lnTo>
                  <a:pt x="31" y="1490"/>
                </a:lnTo>
                <a:lnTo>
                  <a:pt x="17" y="1459"/>
                </a:lnTo>
                <a:lnTo>
                  <a:pt x="7" y="1427"/>
                </a:lnTo>
                <a:lnTo>
                  <a:pt x="1" y="1393"/>
                </a:lnTo>
                <a:lnTo>
                  <a:pt x="0" y="1359"/>
                </a:lnTo>
                <a:lnTo>
                  <a:pt x="4" y="1325"/>
                </a:lnTo>
                <a:lnTo>
                  <a:pt x="13" y="1291"/>
                </a:lnTo>
                <a:lnTo>
                  <a:pt x="28" y="1258"/>
                </a:lnTo>
                <a:lnTo>
                  <a:pt x="45" y="1228"/>
                </a:lnTo>
                <a:lnTo>
                  <a:pt x="67" y="1202"/>
                </a:lnTo>
                <a:lnTo>
                  <a:pt x="92" y="1178"/>
                </a:lnTo>
                <a:lnTo>
                  <a:pt x="120" y="1158"/>
                </a:lnTo>
                <a:lnTo>
                  <a:pt x="151" y="1141"/>
                </a:lnTo>
                <a:lnTo>
                  <a:pt x="184" y="1129"/>
                </a:lnTo>
                <a:lnTo>
                  <a:pt x="219" y="1122"/>
                </a:lnTo>
                <a:lnTo>
                  <a:pt x="1150" y="984"/>
                </a:lnTo>
                <a:lnTo>
                  <a:pt x="1553" y="145"/>
                </a:lnTo>
                <a:lnTo>
                  <a:pt x="1572" y="113"/>
                </a:lnTo>
                <a:lnTo>
                  <a:pt x="1594" y="84"/>
                </a:lnTo>
                <a:lnTo>
                  <a:pt x="1619" y="60"/>
                </a:lnTo>
                <a:lnTo>
                  <a:pt x="1649" y="39"/>
                </a:lnTo>
                <a:lnTo>
                  <a:pt x="1681" y="23"/>
                </a:lnTo>
                <a:lnTo>
                  <a:pt x="1714" y="11"/>
                </a:lnTo>
                <a:lnTo>
                  <a:pt x="1750" y="3"/>
                </a:lnTo>
                <a:lnTo>
                  <a:pt x="1788" y="0"/>
                </a:lnTo>
                <a:close/>
              </a:path>
            </a:pathLst>
          </a:custGeom>
          <a:solidFill>
            <a:srgbClr val="3A38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9308284" y="1869546"/>
            <a:ext cx="476495" cy="461562"/>
          </a:xfrm>
          <a:custGeom>
            <a:rect b="b" l="l" r="r" t="t"/>
            <a:pathLst>
              <a:path extrusionOk="0" h="3462" w="3574">
                <a:moveTo>
                  <a:pt x="1788" y="251"/>
                </a:moveTo>
                <a:lnTo>
                  <a:pt x="1383" y="1091"/>
                </a:lnTo>
                <a:lnTo>
                  <a:pt x="1365" y="1122"/>
                </a:lnTo>
                <a:lnTo>
                  <a:pt x="1343" y="1149"/>
                </a:lnTo>
                <a:lnTo>
                  <a:pt x="1318" y="1174"/>
                </a:lnTo>
                <a:lnTo>
                  <a:pt x="1289" y="1195"/>
                </a:lnTo>
                <a:lnTo>
                  <a:pt x="1257" y="1212"/>
                </a:lnTo>
                <a:lnTo>
                  <a:pt x="1223" y="1224"/>
                </a:lnTo>
                <a:lnTo>
                  <a:pt x="1188" y="1232"/>
                </a:lnTo>
                <a:lnTo>
                  <a:pt x="259" y="1370"/>
                </a:lnTo>
                <a:lnTo>
                  <a:pt x="939" y="2051"/>
                </a:lnTo>
                <a:lnTo>
                  <a:pt x="963" y="2076"/>
                </a:lnTo>
                <a:lnTo>
                  <a:pt x="981" y="2105"/>
                </a:lnTo>
                <a:lnTo>
                  <a:pt x="996" y="2135"/>
                </a:lnTo>
                <a:lnTo>
                  <a:pt x="1005" y="2167"/>
                </a:lnTo>
                <a:lnTo>
                  <a:pt x="1011" y="2200"/>
                </a:lnTo>
                <a:lnTo>
                  <a:pt x="1013" y="2234"/>
                </a:lnTo>
                <a:lnTo>
                  <a:pt x="1010" y="2267"/>
                </a:lnTo>
                <a:lnTo>
                  <a:pt x="851" y="3212"/>
                </a:lnTo>
                <a:lnTo>
                  <a:pt x="1662" y="2775"/>
                </a:lnTo>
                <a:lnTo>
                  <a:pt x="1692" y="2761"/>
                </a:lnTo>
                <a:lnTo>
                  <a:pt x="1723" y="2751"/>
                </a:lnTo>
                <a:lnTo>
                  <a:pt x="1755" y="2745"/>
                </a:lnTo>
                <a:lnTo>
                  <a:pt x="1786" y="2743"/>
                </a:lnTo>
                <a:lnTo>
                  <a:pt x="1819" y="2745"/>
                </a:lnTo>
                <a:lnTo>
                  <a:pt x="1851" y="2751"/>
                </a:lnTo>
                <a:lnTo>
                  <a:pt x="1882" y="2761"/>
                </a:lnTo>
                <a:lnTo>
                  <a:pt x="1912" y="2775"/>
                </a:lnTo>
                <a:lnTo>
                  <a:pt x="2723" y="3212"/>
                </a:lnTo>
                <a:lnTo>
                  <a:pt x="2564" y="2267"/>
                </a:lnTo>
                <a:lnTo>
                  <a:pt x="2561" y="2234"/>
                </a:lnTo>
                <a:lnTo>
                  <a:pt x="2563" y="2200"/>
                </a:lnTo>
                <a:lnTo>
                  <a:pt x="2569" y="2167"/>
                </a:lnTo>
                <a:lnTo>
                  <a:pt x="2578" y="2135"/>
                </a:lnTo>
                <a:lnTo>
                  <a:pt x="2594" y="2105"/>
                </a:lnTo>
                <a:lnTo>
                  <a:pt x="2613" y="2076"/>
                </a:lnTo>
                <a:lnTo>
                  <a:pt x="2635" y="2051"/>
                </a:lnTo>
                <a:lnTo>
                  <a:pt x="3315" y="1370"/>
                </a:lnTo>
                <a:lnTo>
                  <a:pt x="2386" y="1232"/>
                </a:lnTo>
                <a:lnTo>
                  <a:pt x="2351" y="1224"/>
                </a:lnTo>
                <a:lnTo>
                  <a:pt x="2317" y="1212"/>
                </a:lnTo>
                <a:lnTo>
                  <a:pt x="2285" y="1195"/>
                </a:lnTo>
                <a:lnTo>
                  <a:pt x="2256" y="1174"/>
                </a:lnTo>
                <a:lnTo>
                  <a:pt x="2231" y="1150"/>
                </a:lnTo>
                <a:lnTo>
                  <a:pt x="2209" y="1122"/>
                </a:lnTo>
                <a:lnTo>
                  <a:pt x="2191" y="1091"/>
                </a:lnTo>
                <a:lnTo>
                  <a:pt x="1788" y="251"/>
                </a:lnTo>
                <a:close/>
                <a:moveTo>
                  <a:pt x="1788" y="0"/>
                </a:moveTo>
                <a:lnTo>
                  <a:pt x="1824" y="3"/>
                </a:lnTo>
                <a:lnTo>
                  <a:pt x="1860" y="11"/>
                </a:lnTo>
                <a:lnTo>
                  <a:pt x="1894" y="23"/>
                </a:lnTo>
                <a:lnTo>
                  <a:pt x="1925" y="39"/>
                </a:lnTo>
                <a:lnTo>
                  <a:pt x="1955" y="60"/>
                </a:lnTo>
                <a:lnTo>
                  <a:pt x="1980" y="84"/>
                </a:lnTo>
                <a:lnTo>
                  <a:pt x="2002" y="113"/>
                </a:lnTo>
                <a:lnTo>
                  <a:pt x="2021" y="145"/>
                </a:lnTo>
                <a:lnTo>
                  <a:pt x="2424" y="984"/>
                </a:lnTo>
                <a:lnTo>
                  <a:pt x="3355" y="1122"/>
                </a:lnTo>
                <a:lnTo>
                  <a:pt x="3390" y="1129"/>
                </a:lnTo>
                <a:lnTo>
                  <a:pt x="3423" y="1141"/>
                </a:lnTo>
                <a:lnTo>
                  <a:pt x="3454" y="1158"/>
                </a:lnTo>
                <a:lnTo>
                  <a:pt x="3482" y="1178"/>
                </a:lnTo>
                <a:lnTo>
                  <a:pt x="3507" y="1202"/>
                </a:lnTo>
                <a:lnTo>
                  <a:pt x="3529" y="1228"/>
                </a:lnTo>
                <a:lnTo>
                  <a:pt x="3546" y="1258"/>
                </a:lnTo>
                <a:lnTo>
                  <a:pt x="3561" y="1291"/>
                </a:lnTo>
                <a:lnTo>
                  <a:pt x="3570" y="1325"/>
                </a:lnTo>
                <a:lnTo>
                  <a:pt x="3574" y="1359"/>
                </a:lnTo>
                <a:lnTo>
                  <a:pt x="3573" y="1393"/>
                </a:lnTo>
                <a:lnTo>
                  <a:pt x="3567" y="1426"/>
                </a:lnTo>
                <a:lnTo>
                  <a:pt x="3557" y="1459"/>
                </a:lnTo>
                <a:lnTo>
                  <a:pt x="3543" y="1490"/>
                </a:lnTo>
                <a:lnTo>
                  <a:pt x="3524" y="1520"/>
                </a:lnTo>
                <a:lnTo>
                  <a:pt x="3500" y="1546"/>
                </a:lnTo>
                <a:lnTo>
                  <a:pt x="2819" y="2226"/>
                </a:lnTo>
                <a:lnTo>
                  <a:pt x="2978" y="3170"/>
                </a:lnTo>
                <a:lnTo>
                  <a:pt x="2981" y="3206"/>
                </a:lnTo>
                <a:lnTo>
                  <a:pt x="2979" y="3241"/>
                </a:lnTo>
                <a:lnTo>
                  <a:pt x="2972" y="3275"/>
                </a:lnTo>
                <a:lnTo>
                  <a:pt x="2960" y="3308"/>
                </a:lnTo>
                <a:lnTo>
                  <a:pt x="2945" y="3339"/>
                </a:lnTo>
                <a:lnTo>
                  <a:pt x="2924" y="3368"/>
                </a:lnTo>
                <a:lnTo>
                  <a:pt x="2900" y="3393"/>
                </a:lnTo>
                <a:lnTo>
                  <a:pt x="2871" y="3416"/>
                </a:lnTo>
                <a:lnTo>
                  <a:pt x="2837" y="3436"/>
                </a:lnTo>
                <a:lnTo>
                  <a:pt x="2800" y="3451"/>
                </a:lnTo>
                <a:lnTo>
                  <a:pt x="2762" y="3460"/>
                </a:lnTo>
                <a:lnTo>
                  <a:pt x="2723" y="3462"/>
                </a:lnTo>
                <a:lnTo>
                  <a:pt x="2691" y="3460"/>
                </a:lnTo>
                <a:lnTo>
                  <a:pt x="2659" y="3455"/>
                </a:lnTo>
                <a:lnTo>
                  <a:pt x="2628" y="3445"/>
                </a:lnTo>
                <a:lnTo>
                  <a:pt x="2598" y="3430"/>
                </a:lnTo>
                <a:lnTo>
                  <a:pt x="1788" y="2995"/>
                </a:lnTo>
                <a:lnTo>
                  <a:pt x="976" y="3430"/>
                </a:lnTo>
                <a:lnTo>
                  <a:pt x="946" y="3445"/>
                </a:lnTo>
                <a:lnTo>
                  <a:pt x="915" y="3455"/>
                </a:lnTo>
                <a:lnTo>
                  <a:pt x="883" y="3460"/>
                </a:lnTo>
                <a:lnTo>
                  <a:pt x="851" y="3462"/>
                </a:lnTo>
                <a:lnTo>
                  <a:pt x="812" y="3460"/>
                </a:lnTo>
                <a:lnTo>
                  <a:pt x="774" y="3451"/>
                </a:lnTo>
                <a:lnTo>
                  <a:pt x="737" y="3436"/>
                </a:lnTo>
                <a:lnTo>
                  <a:pt x="703" y="3416"/>
                </a:lnTo>
                <a:lnTo>
                  <a:pt x="674" y="3393"/>
                </a:lnTo>
                <a:lnTo>
                  <a:pt x="650" y="3368"/>
                </a:lnTo>
                <a:lnTo>
                  <a:pt x="629" y="3339"/>
                </a:lnTo>
                <a:lnTo>
                  <a:pt x="614" y="3308"/>
                </a:lnTo>
                <a:lnTo>
                  <a:pt x="602" y="3275"/>
                </a:lnTo>
                <a:lnTo>
                  <a:pt x="595" y="3241"/>
                </a:lnTo>
                <a:lnTo>
                  <a:pt x="593" y="3206"/>
                </a:lnTo>
                <a:lnTo>
                  <a:pt x="596" y="3170"/>
                </a:lnTo>
                <a:lnTo>
                  <a:pt x="755" y="2226"/>
                </a:lnTo>
                <a:lnTo>
                  <a:pt x="73" y="1546"/>
                </a:lnTo>
                <a:lnTo>
                  <a:pt x="50" y="1520"/>
                </a:lnTo>
                <a:lnTo>
                  <a:pt x="31" y="1490"/>
                </a:lnTo>
                <a:lnTo>
                  <a:pt x="17" y="1459"/>
                </a:lnTo>
                <a:lnTo>
                  <a:pt x="7" y="1427"/>
                </a:lnTo>
                <a:lnTo>
                  <a:pt x="1" y="1393"/>
                </a:lnTo>
                <a:lnTo>
                  <a:pt x="0" y="1359"/>
                </a:lnTo>
                <a:lnTo>
                  <a:pt x="4" y="1325"/>
                </a:lnTo>
                <a:lnTo>
                  <a:pt x="13" y="1291"/>
                </a:lnTo>
                <a:lnTo>
                  <a:pt x="28" y="1258"/>
                </a:lnTo>
                <a:lnTo>
                  <a:pt x="45" y="1228"/>
                </a:lnTo>
                <a:lnTo>
                  <a:pt x="67" y="1202"/>
                </a:lnTo>
                <a:lnTo>
                  <a:pt x="92" y="1178"/>
                </a:lnTo>
                <a:lnTo>
                  <a:pt x="120" y="1158"/>
                </a:lnTo>
                <a:lnTo>
                  <a:pt x="151" y="1141"/>
                </a:lnTo>
                <a:lnTo>
                  <a:pt x="184" y="1129"/>
                </a:lnTo>
                <a:lnTo>
                  <a:pt x="219" y="1122"/>
                </a:lnTo>
                <a:lnTo>
                  <a:pt x="1150" y="984"/>
                </a:lnTo>
                <a:lnTo>
                  <a:pt x="1553" y="145"/>
                </a:lnTo>
                <a:lnTo>
                  <a:pt x="1572" y="113"/>
                </a:lnTo>
                <a:lnTo>
                  <a:pt x="1594" y="84"/>
                </a:lnTo>
                <a:lnTo>
                  <a:pt x="1619" y="60"/>
                </a:lnTo>
                <a:lnTo>
                  <a:pt x="1649" y="39"/>
                </a:lnTo>
                <a:lnTo>
                  <a:pt x="1681" y="23"/>
                </a:lnTo>
                <a:lnTo>
                  <a:pt x="1714" y="11"/>
                </a:lnTo>
                <a:lnTo>
                  <a:pt x="1750" y="3"/>
                </a:lnTo>
                <a:lnTo>
                  <a:pt x="1788" y="0"/>
                </a:lnTo>
                <a:close/>
              </a:path>
            </a:pathLst>
          </a:custGeom>
          <a:solidFill>
            <a:srgbClr val="3A38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2429184" y="4222784"/>
            <a:ext cx="476495" cy="461562"/>
          </a:xfrm>
          <a:custGeom>
            <a:rect b="b" l="l" r="r" t="t"/>
            <a:pathLst>
              <a:path extrusionOk="0" h="3462" w="3574">
                <a:moveTo>
                  <a:pt x="1788" y="251"/>
                </a:moveTo>
                <a:lnTo>
                  <a:pt x="1383" y="1091"/>
                </a:lnTo>
                <a:lnTo>
                  <a:pt x="1365" y="1122"/>
                </a:lnTo>
                <a:lnTo>
                  <a:pt x="1343" y="1149"/>
                </a:lnTo>
                <a:lnTo>
                  <a:pt x="1318" y="1174"/>
                </a:lnTo>
                <a:lnTo>
                  <a:pt x="1289" y="1195"/>
                </a:lnTo>
                <a:lnTo>
                  <a:pt x="1257" y="1212"/>
                </a:lnTo>
                <a:lnTo>
                  <a:pt x="1223" y="1224"/>
                </a:lnTo>
                <a:lnTo>
                  <a:pt x="1188" y="1232"/>
                </a:lnTo>
                <a:lnTo>
                  <a:pt x="259" y="1370"/>
                </a:lnTo>
                <a:lnTo>
                  <a:pt x="939" y="2051"/>
                </a:lnTo>
                <a:lnTo>
                  <a:pt x="963" y="2076"/>
                </a:lnTo>
                <a:lnTo>
                  <a:pt x="981" y="2105"/>
                </a:lnTo>
                <a:lnTo>
                  <a:pt x="996" y="2135"/>
                </a:lnTo>
                <a:lnTo>
                  <a:pt x="1005" y="2167"/>
                </a:lnTo>
                <a:lnTo>
                  <a:pt x="1011" y="2200"/>
                </a:lnTo>
                <a:lnTo>
                  <a:pt x="1013" y="2234"/>
                </a:lnTo>
                <a:lnTo>
                  <a:pt x="1010" y="2267"/>
                </a:lnTo>
                <a:lnTo>
                  <a:pt x="851" y="3212"/>
                </a:lnTo>
                <a:lnTo>
                  <a:pt x="1662" y="2775"/>
                </a:lnTo>
                <a:lnTo>
                  <a:pt x="1692" y="2761"/>
                </a:lnTo>
                <a:lnTo>
                  <a:pt x="1723" y="2751"/>
                </a:lnTo>
                <a:lnTo>
                  <a:pt x="1755" y="2745"/>
                </a:lnTo>
                <a:lnTo>
                  <a:pt x="1786" y="2743"/>
                </a:lnTo>
                <a:lnTo>
                  <a:pt x="1819" y="2745"/>
                </a:lnTo>
                <a:lnTo>
                  <a:pt x="1851" y="2751"/>
                </a:lnTo>
                <a:lnTo>
                  <a:pt x="1882" y="2761"/>
                </a:lnTo>
                <a:lnTo>
                  <a:pt x="1912" y="2775"/>
                </a:lnTo>
                <a:lnTo>
                  <a:pt x="2723" y="3212"/>
                </a:lnTo>
                <a:lnTo>
                  <a:pt x="2564" y="2267"/>
                </a:lnTo>
                <a:lnTo>
                  <a:pt x="2561" y="2234"/>
                </a:lnTo>
                <a:lnTo>
                  <a:pt x="2563" y="2200"/>
                </a:lnTo>
                <a:lnTo>
                  <a:pt x="2569" y="2167"/>
                </a:lnTo>
                <a:lnTo>
                  <a:pt x="2578" y="2135"/>
                </a:lnTo>
                <a:lnTo>
                  <a:pt x="2594" y="2105"/>
                </a:lnTo>
                <a:lnTo>
                  <a:pt x="2613" y="2076"/>
                </a:lnTo>
                <a:lnTo>
                  <a:pt x="2635" y="2051"/>
                </a:lnTo>
                <a:lnTo>
                  <a:pt x="3315" y="1370"/>
                </a:lnTo>
                <a:lnTo>
                  <a:pt x="2386" y="1232"/>
                </a:lnTo>
                <a:lnTo>
                  <a:pt x="2351" y="1224"/>
                </a:lnTo>
                <a:lnTo>
                  <a:pt x="2317" y="1212"/>
                </a:lnTo>
                <a:lnTo>
                  <a:pt x="2285" y="1195"/>
                </a:lnTo>
                <a:lnTo>
                  <a:pt x="2256" y="1174"/>
                </a:lnTo>
                <a:lnTo>
                  <a:pt x="2231" y="1150"/>
                </a:lnTo>
                <a:lnTo>
                  <a:pt x="2209" y="1122"/>
                </a:lnTo>
                <a:lnTo>
                  <a:pt x="2191" y="1091"/>
                </a:lnTo>
                <a:lnTo>
                  <a:pt x="1788" y="251"/>
                </a:lnTo>
                <a:close/>
                <a:moveTo>
                  <a:pt x="1788" y="0"/>
                </a:moveTo>
                <a:lnTo>
                  <a:pt x="1824" y="3"/>
                </a:lnTo>
                <a:lnTo>
                  <a:pt x="1860" y="11"/>
                </a:lnTo>
                <a:lnTo>
                  <a:pt x="1894" y="23"/>
                </a:lnTo>
                <a:lnTo>
                  <a:pt x="1925" y="39"/>
                </a:lnTo>
                <a:lnTo>
                  <a:pt x="1955" y="60"/>
                </a:lnTo>
                <a:lnTo>
                  <a:pt x="1980" y="84"/>
                </a:lnTo>
                <a:lnTo>
                  <a:pt x="2002" y="113"/>
                </a:lnTo>
                <a:lnTo>
                  <a:pt x="2021" y="145"/>
                </a:lnTo>
                <a:lnTo>
                  <a:pt x="2424" y="984"/>
                </a:lnTo>
                <a:lnTo>
                  <a:pt x="3355" y="1122"/>
                </a:lnTo>
                <a:lnTo>
                  <a:pt x="3390" y="1129"/>
                </a:lnTo>
                <a:lnTo>
                  <a:pt x="3423" y="1141"/>
                </a:lnTo>
                <a:lnTo>
                  <a:pt x="3454" y="1158"/>
                </a:lnTo>
                <a:lnTo>
                  <a:pt x="3482" y="1178"/>
                </a:lnTo>
                <a:lnTo>
                  <a:pt x="3507" y="1202"/>
                </a:lnTo>
                <a:lnTo>
                  <a:pt x="3529" y="1228"/>
                </a:lnTo>
                <a:lnTo>
                  <a:pt x="3546" y="1258"/>
                </a:lnTo>
                <a:lnTo>
                  <a:pt x="3561" y="1291"/>
                </a:lnTo>
                <a:lnTo>
                  <a:pt x="3570" y="1325"/>
                </a:lnTo>
                <a:lnTo>
                  <a:pt x="3574" y="1359"/>
                </a:lnTo>
                <a:lnTo>
                  <a:pt x="3573" y="1393"/>
                </a:lnTo>
                <a:lnTo>
                  <a:pt x="3567" y="1426"/>
                </a:lnTo>
                <a:lnTo>
                  <a:pt x="3557" y="1459"/>
                </a:lnTo>
                <a:lnTo>
                  <a:pt x="3543" y="1490"/>
                </a:lnTo>
                <a:lnTo>
                  <a:pt x="3524" y="1520"/>
                </a:lnTo>
                <a:lnTo>
                  <a:pt x="3500" y="1546"/>
                </a:lnTo>
                <a:lnTo>
                  <a:pt x="2819" y="2226"/>
                </a:lnTo>
                <a:lnTo>
                  <a:pt x="2978" y="3170"/>
                </a:lnTo>
                <a:lnTo>
                  <a:pt x="2981" y="3206"/>
                </a:lnTo>
                <a:lnTo>
                  <a:pt x="2979" y="3241"/>
                </a:lnTo>
                <a:lnTo>
                  <a:pt x="2972" y="3275"/>
                </a:lnTo>
                <a:lnTo>
                  <a:pt x="2960" y="3308"/>
                </a:lnTo>
                <a:lnTo>
                  <a:pt x="2945" y="3339"/>
                </a:lnTo>
                <a:lnTo>
                  <a:pt x="2924" y="3368"/>
                </a:lnTo>
                <a:lnTo>
                  <a:pt x="2900" y="3393"/>
                </a:lnTo>
                <a:lnTo>
                  <a:pt x="2871" y="3416"/>
                </a:lnTo>
                <a:lnTo>
                  <a:pt x="2837" y="3436"/>
                </a:lnTo>
                <a:lnTo>
                  <a:pt x="2800" y="3451"/>
                </a:lnTo>
                <a:lnTo>
                  <a:pt x="2762" y="3460"/>
                </a:lnTo>
                <a:lnTo>
                  <a:pt x="2723" y="3462"/>
                </a:lnTo>
                <a:lnTo>
                  <a:pt x="2691" y="3460"/>
                </a:lnTo>
                <a:lnTo>
                  <a:pt x="2659" y="3455"/>
                </a:lnTo>
                <a:lnTo>
                  <a:pt x="2628" y="3445"/>
                </a:lnTo>
                <a:lnTo>
                  <a:pt x="2598" y="3430"/>
                </a:lnTo>
                <a:lnTo>
                  <a:pt x="1788" y="2995"/>
                </a:lnTo>
                <a:lnTo>
                  <a:pt x="976" y="3430"/>
                </a:lnTo>
                <a:lnTo>
                  <a:pt x="946" y="3445"/>
                </a:lnTo>
                <a:lnTo>
                  <a:pt x="915" y="3455"/>
                </a:lnTo>
                <a:lnTo>
                  <a:pt x="883" y="3460"/>
                </a:lnTo>
                <a:lnTo>
                  <a:pt x="851" y="3462"/>
                </a:lnTo>
                <a:lnTo>
                  <a:pt x="812" y="3460"/>
                </a:lnTo>
                <a:lnTo>
                  <a:pt x="774" y="3451"/>
                </a:lnTo>
                <a:lnTo>
                  <a:pt x="737" y="3436"/>
                </a:lnTo>
                <a:lnTo>
                  <a:pt x="703" y="3416"/>
                </a:lnTo>
                <a:lnTo>
                  <a:pt x="674" y="3393"/>
                </a:lnTo>
                <a:lnTo>
                  <a:pt x="650" y="3368"/>
                </a:lnTo>
                <a:lnTo>
                  <a:pt x="629" y="3339"/>
                </a:lnTo>
                <a:lnTo>
                  <a:pt x="614" y="3308"/>
                </a:lnTo>
                <a:lnTo>
                  <a:pt x="602" y="3275"/>
                </a:lnTo>
                <a:lnTo>
                  <a:pt x="595" y="3241"/>
                </a:lnTo>
                <a:lnTo>
                  <a:pt x="593" y="3206"/>
                </a:lnTo>
                <a:lnTo>
                  <a:pt x="596" y="3170"/>
                </a:lnTo>
                <a:lnTo>
                  <a:pt x="755" y="2226"/>
                </a:lnTo>
                <a:lnTo>
                  <a:pt x="73" y="1546"/>
                </a:lnTo>
                <a:lnTo>
                  <a:pt x="50" y="1520"/>
                </a:lnTo>
                <a:lnTo>
                  <a:pt x="31" y="1490"/>
                </a:lnTo>
                <a:lnTo>
                  <a:pt x="17" y="1459"/>
                </a:lnTo>
                <a:lnTo>
                  <a:pt x="7" y="1427"/>
                </a:lnTo>
                <a:lnTo>
                  <a:pt x="1" y="1393"/>
                </a:lnTo>
                <a:lnTo>
                  <a:pt x="0" y="1359"/>
                </a:lnTo>
                <a:lnTo>
                  <a:pt x="4" y="1325"/>
                </a:lnTo>
                <a:lnTo>
                  <a:pt x="13" y="1291"/>
                </a:lnTo>
                <a:lnTo>
                  <a:pt x="28" y="1258"/>
                </a:lnTo>
                <a:lnTo>
                  <a:pt x="45" y="1228"/>
                </a:lnTo>
                <a:lnTo>
                  <a:pt x="67" y="1202"/>
                </a:lnTo>
                <a:lnTo>
                  <a:pt x="92" y="1178"/>
                </a:lnTo>
                <a:lnTo>
                  <a:pt x="120" y="1158"/>
                </a:lnTo>
                <a:lnTo>
                  <a:pt x="151" y="1141"/>
                </a:lnTo>
                <a:lnTo>
                  <a:pt x="184" y="1129"/>
                </a:lnTo>
                <a:lnTo>
                  <a:pt x="219" y="1122"/>
                </a:lnTo>
                <a:lnTo>
                  <a:pt x="1150" y="984"/>
                </a:lnTo>
                <a:lnTo>
                  <a:pt x="1553" y="145"/>
                </a:lnTo>
                <a:lnTo>
                  <a:pt x="1572" y="113"/>
                </a:lnTo>
                <a:lnTo>
                  <a:pt x="1594" y="84"/>
                </a:lnTo>
                <a:lnTo>
                  <a:pt x="1619" y="60"/>
                </a:lnTo>
                <a:lnTo>
                  <a:pt x="1649" y="39"/>
                </a:lnTo>
                <a:lnTo>
                  <a:pt x="1681" y="23"/>
                </a:lnTo>
                <a:lnTo>
                  <a:pt x="1714" y="11"/>
                </a:lnTo>
                <a:lnTo>
                  <a:pt x="1750" y="3"/>
                </a:lnTo>
                <a:lnTo>
                  <a:pt x="1788" y="0"/>
                </a:lnTo>
                <a:close/>
              </a:path>
            </a:pathLst>
          </a:custGeom>
          <a:solidFill>
            <a:srgbClr val="3A38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5857759" y="4222834"/>
            <a:ext cx="476495" cy="461562"/>
          </a:xfrm>
          <a:custGeom>
            <a:rect b="b" l="l" r="r" t="t"/>
            <a:pathLst>
              <a:path extrusionOk="0" h="3462" w="3574">
                <a:moveTo>
                  <a:pt x="1788" y="251"/>
                </a:moveTo>
                <a:lnTo>
                  <a:pt x="1383" y="1091"/>
                </a:lnTo>
                <a:lnTo>
                  <a:pt x="1365" y="1122"/>
                </a:lnTo>
                <a:lnTo>
                  <a:pt x="1343" y="1149"/>
                </a:lnTo>
                <a:lnTo>
                  <a:pt x="1318" y="1174"/>
                </a:lnTo>
                <a:lnTo>
                  <a:pt x="1289" y="1195"/>
                </a:lnTo>
                <a:lnTo>
                  <a:pt x="1257" y="1212"/>
                </a:lnTo>
                <a:lnTo>
                  <a:pt x="1223" y="1224"/>
                </a:lnTo>
                <a:lnTo>
                  <a:pt x="1188" y="1232"/>
                </a:lnTo>
                <a:lnTo>
                  <a:pt x="259" y="1370"/>
                </a:lnTo>
                <a:lnTo>
                  <a:pt x="939" y="2051"/>
                </a:lnTo>
                <a:lnTo>
                  <a:pt x="963" y="2076"/>
                </a:lnTo>
                <a:lnTo>
                  <a:pt x="981" y="2105"/>
                </a:lnTo>
                <a:lnTo>
                  <a:pt x="996" y="2135"/>
                </a:lnTo>
                <a:lnTo>
                  <a:pt x="1005" y="2167"/>
                </a:lnTo>
                <a:lnTo>
                  <a:pt x="1011" y="2200"/>
                </a:lnTo>
                <a:lnTo>
                  <a:pt x="1013" y="2234"/>
                </a:lnTo>
                <a:lnTo>
                  <a:pt x="1010" y="2267"/>
                </a:lnTo>
                <a:lnTo>
                  <a:pt x="851" y="3212"/>
                </a:lnTo>
                <a:lnTo>
                  <a:pt x="1662" y="2775"/>
                </a:lnTo>
                <a:lnTo>
                  <a:pt x="1692" y="2761"/>
                </a:lnTo>
                <a:lnTo>
                  <a:pt x="1723" y="2751"/>
                </a:lnTo>
                <a:lnTo>
                  <a:pt x="1755" y="2745"/>
                </a:lnTo>
                <a:lnTo>
                  <a:pt x="1786" y="2743"/>
                </a:lnTo>
                <a:lnTo>
                  <a:pt x="1819" y="2745"/>
                </a:lnTo>
                <a:lnTo>
                  <a:pt x="1851" y="2751"/>
                </a:lnTo>
                <a:lnTo>
                  <a:pt x="1882" y="2761"/>
                </a:lnTo>
                <a:lnTo>
                  <a:pt x="1912" y="2775"/>
                </a:lnTo>
                <a:lnTo>
                  <a:pt x="2723" y="3212"/>
                </a:lnTo>
                <a:lnTo>
                  <a:pt x="2564" y="2267"/>
                </a:lnTo>
                <a:lnTo>
                  <a:pt x="2561" y="2234"/>
                </a:lnTo>
                <a:lnTo>
                  <a:pt x="2563" y="2200"/>
                </a:lnTo>
                <a:lnTo>
                  <a:pt x="2569" y="2167"/>
                </a:lnTo>
                <a:lnTo>
                  <a:pt x="2578" y="2135"/>
                </a:lnTo>
                <a:lnTo>
                  <a:pt x="2594" y="2105"/>
                </a:lnTo>
                <a:lnTo>
                  <a:pt x="2613" y="2076"/>
                </a:lnTo>
                <a:lnTo>
                  <a:pt x="2635" y="2051"/>
                </a:lnTo>
                <a:lnTo>
                  <a:pt x="3315" y="1370"/>
                </a:lnTo>
                <a:lnTo>
                  <a:pt x="2386" y="1232"/>
                </a:lnTo>
                <a:lnTo>
                  <a:pt x="2351" y="1224"/>
                </a:lnTo>
                <a:lnTo>
                  <a:pt x="2317" y="1212"/>
                </a:lnTo>
                <a:lnTo>
                  <a:pt x="2285" y="1195"/>
                </a:lnTo>
                <a:lnTo>
                  <a:pt x="2256" y="1174"/>
                </a:lnTo>
                <a:lnTo>
                  <a:pt x="2231" y="1150"/>
                </a:lnTo>
                <a:lnTo>
                  <a:pt x="2209" y="1122"/>
                </a:lnTo>
                <a:lnTo>
                  <a:pt x="2191" y="1091"/>
                </a:lnTo>
                <a:lnTo>
                  <a:pt x="1788" y="251"/>
                </a:lnTo>
                <a:close/>
                <a:moveTo>
                  <a:pt x="1788" y="0"/>
                </a:moveTo>
                <a:lnTo>
                  <a:pt x="1824" y="3"/>
                </a:lnTo>
                <a:lnTo>
                  <a:pt x="1860" y="11"/>
                </a:lnTo>
                <a:lnTo>
                  <a:pt x="1894" y="23"/>
                </a:lnTo>
                <a:lnTo>
                  <a:pt x="1925" y="39"/>
                </a:lnTo>
                <a:lnTo>
                  <a:pt x="1955" y="60"/>
                </a:lnTo>
                <a:lnTo>
                  <a:pt x="1980" y="84"/>
                </a:lnTo>
                <a:lnTo>
                  <a:pt x="2002" y="113"/>
                </a:lnTo>
                <a:lnTo>
                  <a:pt x="2021" y="145"/>
                </a:lnTo>
                <a:lnTo>
                  <a:pt x="2424" y="984"/>
                </a:lnTo>
                <a:lnTo>
                  <a:pt x="3355" y="1122"/>
                </a:lnTo>
                <a:lnTo>
                  <a:pt x="3390" y="1129"/>
                </a:lnTo>
                <a:lnTo>
                  <a:pt x="3423" y="1141"/>
                </a:lnTo>
                <a:lnTo>
                  <a:pt x="3454" y="1158"/>
                </a:lnTo>
                <a:lnTo>
                  <a:pt x="3482" y="1178"/>
                </a:lnTo>
                <a:lnTo>
                  <a:pt x="3507" y="1202"/>
                </a:lnTo>
                <a:lnTo>
                  <a:pt x="3529" y="1228"/>
                </a:lnTo>
                <a:lnTo>
                  <a:pt x="3546" y="1258"/>
                </a:lnTo>
                <a:lnTo>
                  <a:pt x="3561" y="1291"/>
                </a:lnTo>
                <a:lnTo>
                  <a:pt x="3570" y="1325"/>
                </a:lnTo>
                <a:lnTo>
                  <a:pt x="3574" y="1359"/>
                </a:lnTo>
                <a:lnTo>
                  <a:pt x="3573" y="1393"/>
                </a:lnTo>
                <a:lnTo>
                  <a:pt x="3567" y="1426"/>
                </a:lnTo>
                <a:lnTo>
                  <a:pt x="3557" y="1459"/>
                </a:lnTo>
                <a:lnTo>
                  <a:pt x="3543" y="1490"/>
                </a:lnTo>
                <a:lnTo>
                  <a:pt x="3524" y="1520"/>
                </a:lnTo>
                <a:lnTo>
                  <a:pt x="3500" y="1546"/>
                </a:lnTo>
                <a:lnTo>
                  <a:pt x="2819" y="2226"/>
                </a:lnTo>
                <a:lnTo>
                  <a:pt x="2978" y="3170"/>
                </a:lnTo>
                <a:lnTo>
                  <a:pt x="2981" y="3206"/>
                </a:lnTo>
                <a:lnTo>
                  <a:pt x="2979" y="3241"/>
                </a:lnTo>
                <a:lnTo>
                  <a:pt x="2972" y="3275"/>
                </a:lnTo>
                <a:lnTo>
                  <a:pt x="2960" y="3308"/>
                </a:lnTo>
                <a:lnTo>
                  <a:pt x="2945" y="3339"/>
                </a:lnTo>
                <a:lnTo>
                  <a:pt x="2924" y="3368"/>
                </a:lnTo>
                <a:lnTo>
                  <a:pt x="2900" y="3393"/>
                </a:lnTo>
                <a:lnTo>
                  <a:pt x="2871" y="3416"/>
                </a:lnTo>
                <a:lnTo>
                  <a:pt x="2837" y="3436"/>
                </a:lnTo>
                <a:lnTo>
                  <a:pt x="2800" y="3451"/>
                </a:lnTo>
                <a:lnTo>
                  <a:pt x="2762" y="3460"/>
                </a:lnTo>
                <a:lnTo>
                  <a:pt x="2723" y="3462"/>
                </a:lnTo>
                <a:lnTo>
                  <a:pt x="2691" y="3460"/>
                </a:lnTo>
                <a:lnTo>
                  <a:pt x="2659" y="3455"/>
                </a:lnTo>
                <a:lnTo>
                  <a:pt x="2628" y="3445"/>
                </a:lnTo>
                <a:lnTo>
                  <a:pt x="2598" y="3430"/>
                </a:lnTo>
                <a:lnTo>
                  <a:pt x="1788" y="2995"/>
                </a:lnTo>
                <a:lnTo>
                  <a:pt x="976" y="3430"/>
                </a:lnTo>
                <a:lnTo>
                  <a:pt x="946" y="3445"/>
                </a:lnTo>
                <a:lnTo>
                  <a:pt x="915" y="3455"/>
                </a:lnTo>
                <a:lnTo>
                  <a:pt x="883" y="3460"/>
                </a:lnTo>
                <a:lnTo>
                  <a:pt x="851" y="3462"/>
                </a:lnTo>
                <a:lnTo>
                  <a:pt x="812" y="3460"/>
                </a:lnTo>
                <a:lnTo>
                  <a:pt x="774" y="3451"/>
                </a:lnTo>
                <a:lnTo>
                  <a:pt x="737" y="3436"/>
                </a:lnTo>
                <a:lnTo>
                  <a:pt x="703" y="3416"/>
                </a:lnTo>
                <a:lnTo>
                  <a:pt x="674" y="3393"/>
                </a:lnTo>
                <a:lnTo>
                  <a:pt x="650" y="3368"/>
                </a:lnTo>
                <a:lnTo>
                  <a:pt x="629" y="3339"/>
                </a:lnTo>
                <a:lnTo>
                  <a:pt x="614" y="3308"/>
                </a:lnTo>
                <a:lnTo>
                  <a:pt x="602" y="3275"/>
                </a:lnTo>
                <a:lnTo>
                  <a:pt x="595" y="3241"/>
                </a:lnTo>
                <a:lnTo>
                  <a:pt x="593" y="3206"/>
                </a:lnTo>
                <a:lnTo>
                  <a:pt x="596" y="3170"/>
                </a:lnTo>
                <a:lnTo>
                  <a:pt x="755" y="2226"/>
                </a:lnTo>
                <a:lnTo>
                  <a:pt x="73" y="1546"/>
                </a:lnTo>
                <a:lnTo>
                  <a:pt x="50" y="1520"/>
                </a:lnTo>
                <a:lnTo>
                  <a:pt x="31" y="1490"/>
                </a:lnTo>
                <a:lnTo>
                  <a:pt x="17" y="1459"/>
                </a:lnTo>
                <a:lnTo>
                  <a:pt x="7" y="1427"/>
                </a:lnTo>
                <a:lnTo>
                  <a:pt x="1" y="1393"/>
                </a:lnTo>
                <a:lnTo>
                  <a:pt x="0" y="1359"/>
                </a:lnTo>
                <a:lnTo>
                  <a:pt x="4" y="1325"/>
                </a:lnTo>
                <a:lnTo>
                  <a:pt x="13" y="1291"/>
                </a:lnTo>
                <a:lnTo>
                  <a:pt x="28" y="1258"/>
                </a:lnTo>
                <a:lnTo>
                  <a:pt x="45" y="1228"/>
                </a:lnTo>
                <a:lnTo>
                  <a:pt x="67" y="1202"/>
                </a:lnTo>
                <a:lnTo>
                  <a:pt x="92" y="1178"/>
                </a:lnTo>
                <a:lnTo>
                  <a:pt x="120" y="1158"/>
                </a:lnTo>
                <a:lnTo>
                  <a:pt x="151" y="1141"/>
                </a:lnTo>
                <a:lnTo>
                  <a:pt x="184" y="1129"/>
                </a:lnTo>
                <a:lnTo>
                  <a:pt x="219" y="1122"/>
                </a:lnTo>
                <a:lnTo>
                  <a:pt x="1150" y="984"/>
                </a:lnTo>
                <a:lnTo>
                  <a:pt x="1553" y="145"/>
                </a:lnTo>
                <a:lnTo>
                  <a:pt x="1572" y="113"/>
                </a:lnTo>
                <a:lnTo>
                  <a:pt x="1594" y="84"/>
                </a:lnTo>
                <a:lnTo>
                  <a:pt x="1619" y="60"/>
                </a:lnTo>
                <a:lnTo>
                  <a:pt x="1649" y="39"/>
                </a:lnTo>
                <a:lnTo>
                  <a:pt x="1681" y="23"/>
                </a:lnTo>
                <a:lnTo>
                  <a:pt x="1714" y="11"/>
                </a:lnTo>
                <a:lnTo>
                  <a:pt x="1750" y="3"/>
                </a:lnTo>
                <a:lnTo>
                  <a:pt x="1788" y="0"/>
                </a:lnTo>
                <a:close/>
              </a:path>
            </a:pathLst>
          </a:custGeom>
          <a:solidFill>
            <a:srgbClr val="3A38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9286234" y="4222834"/>
            <a:ext cx="476495" cy="461562"/>
          </a:xfrm>
          <a:custGeom>
            <a:rect b="b" l="l" r="r" t="t"/>
            <a:pathLst>
              <a:path extrusionOk="0" h="3462" w="3574">
                <a:moveTo>
                  <a:pt x="1788" y="251"/>
                </a:moveTo>
                <a:lnTo>
                  <a:pt x="1383" y="1091"/>
                </a:lnTo>
                <a:lnTo>
                  <a:pt x="1365" y="1122"/>
                </a:lnTo>
                <a:lnTo>
                  <a:pt x="1343" y="1149"/>
                </a:lnTo>
                <a:lnTo>
                  <a:pt x="1318" y="1174"/>
                </a:lnTo>
                <a:lnTo>
                  <a:pt x="1289" y="1195"/>
                </a:lnTo>
                <a:lnTo>
                  <a:pt x="1257" y="1212"/>
                </a:lnTo>
                <a:lnTo>
                  <a:pt x="1223" y="1224"/>
                </a:lnTo>
                <a:lnTo>
                  <a:pt x="1188" y="1232"/>
                </a:lnTo>
                <a:lnTo>
                  <a:pt x="259" y="1370"/>
                </a:lnTo>
                <a:lnTo>
                  <a:pt x="939" y="2051"/>
                </a:lnTo>
                <a:lnTo>
                  <a:pt x="963" y="2076"/>
                </a:lnTo>
                <a:lnTo>
                  <a:pt x="981" y="2105"/>
                </a:lnTo>
                <a:lnTo>
                  <a:pt x="996" y="2135"/>
                </a:lnTo>
                <a:lnTo>
                  <a:pt x="1005" y="2167"/>
                </a:lnTo>
                <a:lnTo>
                  <a:pt x="1011" y="2200"/>
                </a:lnTo>
                <a:lnTo>
                  <a:pt x="1013" y="2234"/>
                </a:lnTo>
                <a:lnTo>
                  <a:pt x="1010" y="2267"/>
                </a:lnTo>
                <a:lnTo>
                  <a:pt x="851" y="3212"/>
                </a:lnTo>
                <a:lnTo>
                  <a:pt x="1662" y="2775"/>
                </a:lnTo>
                <a:lnTo>
                  <a:pt x="1692" y="2761"/>
                </a:lnTo>
                <a:lnTo>
                  <a:pt x="1723" y="2751"/>
                </a:lnTo>
                <a:lnTo>
                  <a:pt x="1755" y="2745"/>
                </a:lnTo>
                <a:lnTo>
                  <a:pt x="1786" y="2743"/>
                </a:lnTo>
                <a:lnTo>
                  <a:pt x="1819" y="2745"/>
                </a:lnTo>
                <a:lnTo>
                  <a:pt x="1851" y="2751"/>
                </a:lnTo>
                <a:lnTo>
                  <a:pt x="1882" y="2761"/>
                </a:lnTo>
                <a:lnTo>
                  <a:pt x="1912" y="2775"/>
                </a:lnTo>
                <a:lnTo>
                  <a:pt x="2723" y="3212"/>
                </a:lnTo>
                <a:lnTo>
                  <a:pt x="2564" y="2267"/>
                </a:lnTo>
                <a:lnTo>
                  <a:pt x="2561" y="2234"/>
                </a:lnTo>
                <a:lnTo>
                  <a:pt x="2563" y="2200"/>
                </a:lnTo>
                <a:lnTo>
                  <a:pt x="2569" y="2167"/>
                </a:lnTo>
                <a:lnTo>
                  <a:pt x="2578" y="2135"/>
                </a:lnTo>
                <a:lnTo>
                  <a:pt x="2594" y="2105"/>
                </a:lnTo>
                <a:lnTo>
                  <a:pt x="2613" y="2076"/>
                </a:lnTo>
                <a:lnTo>
                  <a:pt x="2635" y="2051"/>
                </a:lnTo>
                <a:lnTo>
                  <a:pt x="3315" y="1370"/>
                </a:lnTo>
                <a:lnTo>
                  <a:pt x="2386" y="1232"/>
                </a:lnTo>
                <a:lnTo>
                  <a:pt x="2351" y="1224"/>
                </a:lnTo>
                <a:lnTo>
                  <a:pt x="2317" y="1212"/>
                </a:lnTo>
                <a:lnTo>
                  <a:pt x="2285" y="1195"/>
                </a:lnTo>
                <a:lnTo>
                  <a:pt x="2256" y="1174"/>
                </a:lnTo>
                <a:lnTo>
                  <a:pt x="2231" y="1150"/>
                </a:lnTo>
                <a:lnTo>
                  <a:pt x="2209" y="1122"/>
                </a:lnTo>
                <a:lnTo>
                  <a:pt x="2191" y="1091"/>
                </a:lnTo>
                <a:lnTo>
                  <a:pt x="1788" y="251"/>
                </a:lnTo>
                <a:close/>
                <a:moveTo>
                  <a:pt x="1788" y="0"/>
                </a:moveTo>
                <a:lnTo>
                  <a:pt x="1824" y="3"/>
                </a:lnTo>
                <a:lnTo>
                  <a:pt x="1860" y="11"/>
                </a:lnTo>
                <a:lnTo>
                  <a:pt x="1894" y="23"/>
                </a:lnTo>
                <a:lnTo>
                  <a:pt x="1925" y="39"/>
                </a:lnTo>
                <a:lnTo>
                  <a:pt x="1955" y="60"/>
                </a:lnTo>
                <a:lnTo>
                  <a:pt x="1980" y="84"/>
                </a:lnTo>
                <a:lnTo>
                  <a:pt x="2002" y="113"/>
                </a:lnTo>
                <a:lnTo>
                  <a:pt x="2021" y="145"/>
                </a:lnTo>
                <a:lnTo>
                  <a:pt x="2424" y="984"/>
                </a:lnTo>
                <a:lnTo>
                  <a:pt x="3355" y="1122"/>
                </a:lnTo>
                <a:lnTo>
                  <a:pt x="3390" y="1129"/>
                </a:lnTo>
                <a:lnTo>
                  <a:pt x="3423" y="1141"/>
                </a:lnTo>
                <a:lnTo>
                  <a:pt x="3454" y="1158"/>
                </a:lnTo>
                <a:lnTo>
                  <a:pt x="3482" y="1178"/>
                </a:lnTo>
                <a:lnTo>
                  <a:pt x="3507" y="1202"/>
                </a:lnTo>
                <a:lnTo>
                  <a:pt x="3529" y="1228"/>
                </a:lnTo>
                <a:lnTo>
                  <a:pt x="3546" y="1258"/>
                </a:lnTo>
                <a:lnTo>
                  <a:pt x="3561" y="1291"/>
                </a:lnTo>
                <a:lnTo>
                  <a:pt x="3570" y="1325"/>
                </a:lnTo>
                <a:lnTo>
                  <a:pt x="3574" y="1359"/>
                </a:lnTo>
                <a:lnTo>
                  <a:pt x="3573" y="1393"/>
                </a:lnTo>
                <a:lnTo>
                  <a:pt x="3567" y="1426"/>
                </a:lnTo>
                <a:lnTo>
                  <a:pt x="3557" y="1459"/>
                </a:lnTo>
                <a:lnTo>
                  <a:pt x="3543" y="1490"/>
                </a:lnTo>
                <a:lnTo>
                  <a:pt x="3524" y="1520"/>
                </a:lnTo>
                <a:lnTo>
                  <a:pt x="3500" y="1546"/>
                </a:lnTo>
                <a:lnTo>
                  <a:pt x="2819" y="2226"/>
                </a:lnTo>
                <a:lnTo>
                  <a:pt x="2978" y="3170"/>
                </a:lnTo>
                <a:lnTo>
                  <a:pt x="2981" y="3206"/>
                </a:lnTo>
                <a:lnTo>
                  <a:pt x="2979" y="3241"/>
                </a:lnTo>
                <a:lnTo>
                  <a:pt x="2972" y="3275"/>
                </a:lnTo>
                <a:lnTo>
                  <a:pt x="2960" y="3308"/>
                </a:lnTo>
                <a:lnTo>
                  <a:pt x="2945" y="3339"/>
                </a:lnTo>
                <a:lnTo>
                  <a:pt x="2924" y="3368"/>
                </a:lnTo>
                <a:lnTo>
                  <a:pt x="2900" y="3393"/>
                </a:lnTo>
                <a:lnTo>
                  <a:pt x="2871" y="3416"/>
                </a:lnTo>
                <a:lnTo>
                  <a:pt x="2837" y="3436"/>
                </a:lnTo>
                <a:lnTo>
                  <a:pt x="2800" y="3451"/>
                </a:lnTo>
                <a:lnTo>
                  <a:pt x="2762" y="3460"/>
                </a:lnTo>
                <a:lnTo>
                  <a:pt x="2723" y="3462"/>
                </a:lnTo>
                <a:lnTo>
                  <a:pt x="2691" y="3460"/>
                </a:lnTo>
                <a:lnTo>
                  <a:pt x="2659" y="3455"/>
                </a:lnTo>
                <a:lnTo>
                  <a:pt x="2628" y="3445"/>
                </a:lnTo>
                <a:lnTo>
                  <a:pt x="2598" y="3430"/>
                </a:lnTo>
                <a:lnTo>
                  <a:pt x="1788" y="2995"/>
                </a:lnTo>
                <a:lnTo>
                  <a:pt x="976" y="3430"/>
                </a:lnTo>
                <a:lnTo>
                  <a:pt x="946" y="3445"/>
                </a:lnTo>
                <a:lnTo>
                  <a:pt x="915" y="3455"/>
                </a:lnTo>
                <a:lnTo>
                  <a:pt x="883" y="3460"/>
                </a:lnTo>
                <a:lnTo>
                  <a:pt x="851" y="3462"/>
                </a:lnTo>
                <a:lnTo>
                  <a:pt x="812" y="3460"/>
                </a:lnTo>
                <a:lnTo>
                  <a:pt x="774" y="3451"/>
                </a:lnTo>
                <a:lnTo>
                  <a:pt x="737" y="3436"/>
                </a:lnTo>
                <a:lnTo>
                  <a:pt x="703" y="3416"/>
                </a:lnTo>
                <a:lnTo>
                  <a:pt x="674" y="3393"/>
                </a:lnTo>
                <a:lnTo>
                  <a:pt x="650" y="3368"/>
                </a:lnTo>
                <a:lnTo>
                  <a:pt x="629" y="3339"/>
                </a:lnTo>
                <a:lnTo>
                  <a:pt x="614" y="3308"/>
                </a:lnTo>
                <a:lnTo>
                  <a:pt x="602" y="3275"/>
                </a:lnTo>
                <a:lnTo>
                  <a:pt x="595" y="3241"/>
                </a:lnTo>
                <a:lnTo>
                  <a:pt x="593" y="3206"/>
                </a:lnTo>
                <a:lnTo>
                  <a:pt x="596" y="3170"/>
                </a:lnTo>
                <a:lnTo>
                  <a:pt x="755" y="2226"/>
                </a:lnTo>
                <a:lnTo>
                  <a:pt x="73" y="1546"/>
                </a:lnTo>
                <a:lnTo>
                  <a:pt x="50" y="1520"/>
                </a:lnTo>
                <a:lnTo>
                  <a:pt x="31" y="1490"/>
                </a:lnTo>
                <a:lnTo>
                  <a:pt x="17" y="1459"/>
                </a:lnTo>
                <a:lnTo>
                  <a:pt x="7" y="1427"/>
                </a:lnTo>
                <a:lnTo>
                  <a:pt x="1" y="1393"/>
                </a:lnTo>
                <a:lnTo>
                  <a:pt x="0" y="1359"/>
                </a:lnTo>
                <a:lnTo>
                  <a:pt x="4" y="1325"/>
                </a:lnTo>
                <a:lnTo>
                  <a:pt x="13" y="1291"/>
                </a:lnTo>
                <a:lnTo>
                  <a:pt x="28" y="1258"/>
                </a:lnTo>
                <a:lnTo>
                  <a:pt x="45" y="1228"/>
                </a:lnTo>
                <a:lnTo>
                  <a:pt x="67" y="1202"/>
                </a:lnTo>
                <a:lnTo>
                  <a:pt x="92" y="1178"/>
                </a:lnTo>
                <a:lnTo>
                  <a:pt x="120" y="1158"/>
                </a:lnTo>
                <a:lnTo>
                  <a:pt x="151" y="1141"/>
                </a:lnTo>
                <a:lnTo>
                  <a:pt x="184" y="1129"/>
                </a:lnTo>
                <a:lnTo>
                  <a:pt x="219" y="1122"/>
                </a:lnTo>
                <a:lnTo>
                  <a:pt x="1150" y="984"/>
                </a:lnTo>
                <a:lnTo>
                  <a:pt x="1553" y="145"/>
                </a:lnTo>
                <a:lnTo>
                  <a:pt x="1572" y="113"/>
                </a:lnTo>
                <a:lnTo>
                  <a:pt x="1594" y="84"/>
                </a:lnTo>
                <a:lnTo>
                  <a:pt x="1619" y="60"/>
                </a:lnTo>
                <a:lnTo>
                  <a:pt x="1649" y="39"/>
                </a:lnTo>
                <a:lnTo>
                  <a:pt x="1681" y="23"/>
                </a:lnTo>
                <a:lnTo>
                  <a:pt x="1714" y="11"/>
                </a:lnTo>
                <a:lnTo>
                  <a:pt x="1750" y="3"/>
                </a:lnTo>
                <a:lnTo>
                  <a:pt x="1788" y="0"/>
                </a:lnTo>
                <a:close/>
              </a:path>
            </a:pathLst>
          </a:custGeom>
          <a:solidFill>
            <a:srgbClr val="3A38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/>
          <p:nvPr/>
        </p:nvSpPr>
        <p:spPr>
          <a:xfrm>
            <a:off x="8169550" y="2296450"/>
            <a:ext cx="3596400" cy="4068300"/>
          </a:xfrm>
          <a:prstGeom prst="roundRect">
            <a:avLst>
              <a:gd fmla="val 5967" name="adj"/>
            </a:avLst>
          </a:prstGeom>
          <a:solidFill>
            <a:schemeClr val="lt1"/>
          </a:solidFill>
          <a:ln>
            <a:noFill/>
          </a:ln>
          <a:effectLst>
            <a:outerShdw blurRad="1270000" rotWithShape="0" algn="tr" dir="8700000" dist="317500">
              <a:srgbClr val="000000">
                <a:alpha val="24705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4297866" y="2330388"/>
            <a:ext cx="3596269" cy="4068438"/>
          </a:xfrm>
          <a:prstGeom prst="roundRect">
            <a:avLst>
              <a:gd fmla="val 4515" name="adj"/>
            </a:avLst>
          </a:prstGeom>
          <a:solidFill>
            <a:schemeClr val="lt1"/>
          </a:solidFill>
          <a:ln>
            <a:noFill/>
          </a:ln>
          <a:effectLst>
            <a:outerShdw blurRad="1270000" rotWithShape="0" algn="tr" dir="8700000" dist="317500">
              <a:srgbClr val="000000">
                <a:alpha val="24705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426188" y="2330388"/>
            <a:ext cx="3596269" cy="4068438"/>
          </a:xfrm>
          <a:prstGeom prst="roundRect">
            <a:avLst>
              <a:gd fmla="val 4151" name="adj"/>
            </a:avLst>
          </a:prstGeom>
          <a:solidFill>
            <a:schemeClr val="lt1"/>
          </a:solidFill>
          <a:ln>
            <a:noFill/>
          </a:ln>
          <a:effectLst>
            <a:outerShdw blurRad="1270000" rotWithShape="0" algn="tr" dir="8700000" dist="317500">
              <a:srgbClr val="000000">
                <a:alpha val="24705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426189" y="233599"/>
            <a:ext cx="5064528" cy="1838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948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</a:t>
            </a:r>
            <a:endParaRPr b="1" sz="1194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 flipH="1">
            <a:off x="774000" y="4516394"/>
            <a:ext cx="290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1330308" y="4768804"/>
            <a:ext cx="1788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PayPal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5201998" y="4768804"/>
            <a:ext cx="1788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Nodemailer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8789225" y="4768800"/>
            <a:ext cx="2187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JWT validation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1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6621" l="0" r="0" t="16621"/>
          <a:stretch/>
        </p:blipFill>
        <p:spPr>
          <a:xfrm>
            <a:off x="9207126" y="2846300"/>
            <a:ext cx="1351200" cy="135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5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4270" l="0" r="0" t="14270"/>
          <a:stretch/>
        </p:blipFill>
        <p:spPr>
          <a:xfrm>
            <a:off x="5420404" y="2846455"/>
            <a:ext cx="1351200" cy="13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8694" y="2846456"/>
            <a:ext cx="1351200" cy="13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716" l="0" r="0" t="10716"/>
          <a:stretch/>
        </p:blipFill>
        <p:spPr>
          <a:xfrm>
            <a:off x="426189" y="458788"/>
            <a:ext cx="11339700" cy="59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/>
          <p:nvPr/>
        </p:nvSpPr>
        <p:spPr>
          <a:xfrm>
            <a:off x="426197" y="459175"/>
            <a:ext cx="4812000" cy="5939700"/>
          </a:xfrm>
          <a:prstGeom prst="rect">
            <a:avLst/>
          </a:prstGeom>
          <a:solidFill>
            <a:schemeClr val="accent1">
              <a:alpha val="69800"/>
            </a:schemeClr>
          </a:solidFill>
          <a:ln>
            <a:noFill/>
          </a:ln>
          <a:effectLst>
            <a:outerShdw blurRad="863600" rotWithShape="0" algn="tl" dir="840000" dist="444500">
              <a:srgbClr val="000000">
                <a:alpha val="29800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426200" y="459200"/>
            <a:ext cx="4812000" cy="5939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863600" rotWithShape="0" algn="tl" dir="840000" dist="444500">
              <a:srgbClr val="000000">
                <a:alpha val="29800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952126" y="849969"/>
            <a:ext cx="428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Console</a:t>
            </a:r>
            <a:endParaRPr b="1" sz="29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952125" y="1792497"/>
            <a:ext cx="142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952125" y="2581125"/>
            <a:ext cx="332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can see detailed analysis on transaction, user count and products purchased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3047323" y="5198993"/>
            <a:ext cx="1022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 flipH="1">
            <a:off x="3047350" y="5453959"/>
            <a:ext cx="1719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1" name="Google Shape;181;p16"/>
          <p:cNvGrpSpPr/>
          <p:nvPr/>
        </p:nvGrpSpPr>
        <p:grpSpPr>
          <a:xfrm>
            <a:off x="5689202" y="1088388"/>
            <a:ext cx="982603" cy="1011901"/>
            <a:chOff x="11380681" y="2176318"/>
            <a:chExt cx="1965600" cy="2024206"/>
          </a:xfrm>
        </p:grpSpPr>
        <p:sp>
          <p:nvSpPr>
            <p:cNvPr id="182" name="Google Shape;182;p16"/>
            <p:cNvSpPr txBox="1"/>
            <p:nvPr/>
          </p:nvSpPr>
          <p:spPr>
            <a:xfrm>
              <a:off x="11380681" y="2176318"/>
              <a:ext cx="1965600" cy="13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399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23</a:t>
              </a:r>
              <a:endParaRPr b="1" sz="439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6"/>
            <p:cNvSpPr txBox="1"/>
            <p:nvPr/>
          </p:nvSpPr>
          <p:spPr>
            <a:xfrm>
              <a:off x="11619942" y="3738524"/>
              <a:ext cx="1487100" cy="4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Users</a:t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6"/>
          <p:cNvSpPr txBox="1"/>
          <p:nvPr/>
        </p:nvSpPr>
        <p:spPr>
          <a:xfrm>
            <a:off x="5748911" y="2984030"/>
            <a:ext cx="864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9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b="1" sz="43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5703200" y="3765025"/>
            <a:ext cx="864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5648723" y="4648794"/>
            <a:ext cx="1064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99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1" sz="4399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5648725" y="5429800"/>
            <a:ext cx="1064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Transactions</a:t>
            </a:r>
            <a:endParaRPr sz="15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/>
          <p:nvPr>
            <p:ph idx="2" type="pic"/>
          </p:nvPr>
        </p:nvSpPr>
        <p:spPr>
          <a:xfrm>
            <a:off x="426189" y="458788"/>
            <a:ext cx="11339700" cy="59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62" y="365250"/>
            <a:ext cx="10779089" cy="5940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715" l="0" r="0" t="10715"/>
          <a:stretch/>
        </p:blipFill>
        <p:spPr>
          <a:xfrm>
            <a:off x="426189" y="458788"/>
            <a:ext cx="11339700" cy="59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/>
          <p:nvPr/>
        </p:nvSpPr>
        <p:spPr>
          <a:xfrm>
            <a:off x="426188" y="459174"/>
            <a:ext cx="6369633" cy="5796794"/>
          </a:xfrm>
          <a:custGeom>
            <a:rect b="b" l="l" r="r" t="t"/>
            <a:pathLst>
              <a:path extrusionOk="0" h="9237919" w="10150810">
                <a:moveTo>
                  <a:pt x="0" y="0"/>
                </a:moveTo>
                <a:lnTo>
                  <a:pt x="9621207" y="0"/>
                </a:lnTo>
                <a:lnTo>
                  <a:pt x="9629260" y="17812"/>
                </a:lnTo>
                <a:cubicBezTo>
                  <a:pt x="9965099" y="811825"/>
                  <a:pt x="10150810" y="1684797"/>
                  <a:pt x="10150810" y="2601144"/>
                </a:cubicBezTo>
                <a:cubicBezTo>
                  <a:pt x="10150810" y="6266534"/>
                  <a:pt x="7179426" y="9237919"/>
                  <a:pt x="3514036" y="9237919"/>
                </a:cubicBezTo>
                <a:cubicBezTo>
                  <a:pt x="2254058" y="9237919"/>
                  <a:pt x="1076086" y="8886808"/>
                  <a:pt x="72626" y="8277091"/>
                </a:cubicBezTo>
                <a:lnTo>
                  <a:pt x="0" y="8230531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  <a:effectLst>
            <a:outerShdw blurRad="1270000" rotWithShape="0" algn="tl" dir="2700000" dist="482600">
              <a:srgbClr val="000000">
                <a:alpha val="29803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426189" y="459174"/>
            <a:ext cx="5988978" cy="5450372"/>
          </a:xfrm>
          <a:custGeom>
            <a:rect b="b" l="l" r="r" t="t"/>
            <a:pathLst>
              <a:path extrusionOk="0" h="9237919" w="10150810">
                <a:moveTo>
                  <a:pt x="0" y="0"/>
                </a:moveTo>
                <a:lnTo>
                  <a:pt x="9621207" y="0"/>
                </a:lnTo>
                <a:lnTo>
                  <a:pt x="9629260" y="17812"/>
                </a:lnTo>
                <a:cubicBezTo>
                  <a:pt x="9965099" y="811825"/>
                  <a:pt x="10150810" y="1684797"/>
                  <a:pt x="10150810" y="2601144"/>
                </a:cubicBezTo>
                <a:cubicBezTo>
                  <a:pt x="10150810" y="6266534"/>
                  <a:pt x="7179426" y="9237919"/>
                  <a:pt x="3514036" y="9237919"/>
                </a:cubicBezTo>
                <a:cubicBezTo>
                  <a:pt x="2254058" y="9237919"/>
                  <a:pt x="1076086" y="8886808"/>
                  <a:pt x="72626" y="8277091"/>
                </a:cubicBezTo>
                <a:lnTo>
                  <a:pt x="0" y="8230531"/>
                </a:lnTo>
                <a:close/>
              </a:path>
            </a:pathLst>
          </a:custGeom>
          <a:solidFill>
            <a:schemeClr val="lt1">
              <a:alpha val="69803"/>
            </a:schemeClr>
          </a:solidFill>
          <a:ln>
            <a:noFill/>
          </a:ln>
          <a:effectLst>
            <a:outerShdw blurRad="1270000" rotWithShape="0" algn="tl" dir="2700000" dist="482600">
              <a:srgbClr val="000000">
                <a:alpha val="29803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426188" y="459174"/>
            <a:ext cx="5532191" cy="5034666"/>
          </a:xfrm>
          <a:custGeom>
            <a:rect b="b" l="l" r="r" t="t"/>
            <a:pathLst>
              <a:path extrusionOk="0" h="9237919" w="10150810">
                <a:moveTo>
                  <a:pt x="0" y="0"/>
                </a:moveTo>
                <a:lnTo>
                  <a:pt x="9621207" y="0"/>
                </a:lnTo>
                <a:lnTo>
                  <a:pt x="9629260" y="17812"/>
                </a:lnTo>
                <a:cubicBezTo>
                  <a:pt x="9965099" y="811825"/>
                  <a:pt x="10150810" y="1684797"/>
                  <a:pt x="10150810" y="2601144"/>
                </a:cubicBezTo>
                <a:cubicBezTo>
                  <a:pt x="10150810" y="6266534"/>
                  <a:pt x="7179426" y="9237919"/>
                  <a:pt x="3514036" y="9237919"/>
                </a:cubicBezTo>
                <a:cubicBezTo>
                  <a:pt x="2254058" y="9237919"/>
                  <a:pt x="1076086" y="8886808"/>
                  <a:pt x="72626" y="8277091"/>
                </a:cubicBezTo>
                <a:lnTo>
                  <a:pt x="0" y="8230531"/>
                </a:lnTo>
                <a:close/>
              </a:path>
            </a:pathLst>
          </a:custGeom>
          <a:solidFill>
            <a:schemeClr val="lt1">
              <a:alpha val="80000"/>
            </a:schemeClr>
          </a:solidFill>
          <a:ln>
            <a:noFill/>
          </a:ln>
          <a:effectLst>
            <a:outerShdw blurRad="1270000" rotWithShape="0" algn="tl" dir="2700000" dist="482600">
              <a:srgbClr val="000000">
                <a:alpha val="29800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796125" y="1872225"/>
            <a:ext cx="2209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ist of products added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830159" y="3703500"/>
            <a:ext cx="110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</a:t>
            </a:r>
            <a:endParaRPr b="1" sz="29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2848096" y="2424275"/>
            <a:ext cx="188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Resize</a:t>
            </a:r>
            <a:endParaRPr b="1" sz="29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796113" y="2958775"/>
            <a:ext cx="149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column name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2948304" y="3792723"/>
            <a:ext cx="1431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 flipH="1">
            <a:off x="2948291" y="4061003"/>
            <a:ext cx="1682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719892" y="1117330"/>
            <a:ext cx="42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Admin - </a:t>
            </a:r>
            <a:r>
              <a:rPr b="1" lang="en-US" sz="2000"/>
              <a:t>Product Catalog</a:t>
            </a:r>
            <a:endParaRPr b="1" sz="2000"/>
          </a:p>
        </p:txBody>
      </p:sp>
      <p:sp>
        <p:nvSpPr>
          <p:cNvPr id="210" name="Google Shape;210;p18"/>
          <p:cNvSpPr txBox="1"/>
          <p:nvPr/>
        </p:nvSpPr>
        <p:spPr>
          <a:xfrm>
            <a:off x="2848103" y="2981913"/>
            <a:ext cx="188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different size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827536" y="2457925"/>
            <a:ext cx="9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</a:t>
            </a:r>
            <a:endParaRPr b="1" sz="29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2946038" y="3703500"/>
            <a:ext cx="110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</a:t>
            </a:r>
            <a:endParaRPr b="1" sz="29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830163" y="4222700"/>
            <a:ext cx="143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ID and value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2920988" y="4222700"/>
            <a:ext cx="173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 all the product data in csv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/>
          <p:nvPr>
            <p:ph idx="2" type="pic"/>
          </p:nvPr>
        </p:nvSpPr>
        <p:spPr>
          <a:xfrm>
            <a:off x="426189" y="458788"/>
            <a:ext cx="11339700" cy="59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200" y="458800"/>
            <a:ext cx="11240001" cy="52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2539" l="0" r="0" t="32540"/>
          <a:stretch/>
        </p:blipFill>
        <p:spPr>
          <a:xfrm>
            <a:off x="426189" y="458788"/>
            <a:ext cx="11339623" cy="594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0"/>
          <p:cNvSpPr/>
          <p:nvPr/>
        </p:nvSpPr>
        <p:spPr>
          <a:xfrm>
            <a:off x="426189" y="459174"/>
            <a:ext cx="11339623" cy="5939652"/>
          </a:xfrm>
          <a:custGeom>
            <a:rect b="b" l="l" r="r" t="t"/>
            <a:pathLst>
              <a:path extrusionOk="0" h="11880851" w="22682200">
                <a:moveTo>
                  <a:pt x="6174276" y="11080247"/>
                </a:moveTo>
                <a:lnTo>
                  <a:pt x="6194663" y="11128167"/>
                </a:lnTo>
                <a:lnTo>
                  <a:pt x="6177698" y="11162673"/>
                </a:lnTo>
                <a:lnTo>
                  <a:pt x="6176283" y="11135370"/>
                </a:lnTo>
                <a:cubicBezTo>
                  <a:pt x="6175355" y="11117150"/>
                  <a:pt x="6174671" y="11101470"/>
                  <a:pt x="6174276" y="11080247"/>
                </a:cubicBezTo>
                <a:close/>
                <a:moveTo>
                  <a:pt x="6236655" y="11042750"/>
                </a:moveTo>
                <a:lnTo>
                  <a:pt x="6215538" y="11085704"/>
                </a:lnTo>
                <a:lnTo>
                  <a:pt x="6206178" y="11051555"/>
                </a:lnTo>
                <a:close/>
                <a:moveTo>
                  <a:pt x="4760104" y="10933612"/>
                </a:moveTo>
                <a:lnTo>
                  <a:pt x="4760453" y="10934378"/>
                </a:lnTo>
                <a:lnTo>
                  <a:pt x="4689530" y="11018119"/>
                </a:lnTo>
                <a:lnTo>
                  <a:pt x="4677611" y="10962033"/>
                </a:lnTo>
                <a:lnTo>
                  <a:pt x="4705414" y="10952064"/>
                </a:lnTo>
                <a:cubicBezTo>
                  <a:pt x="4717084" y="10948007"/>
                  <a:pt x="4727420" y="10944524"/>
                  <a:pt x="4736680" y="10941434"/>
                </a:cubicBezTo>
                <a:close/>
                <a:moveTo>
                  <a:pt x="4722693" y="10851396"/>
                </a:moveTo>
                <a:lnTo>
                  <a:pt x="4726318" y="10859364"/>
                </a:lnTo>
                <a:lnTo>
                  <a:pt x="4715900" y="10871793"/>
                </a:lnTo>
                <a:cubicBezTo>
                  <a:pt x="4704927" y="10884830"/>
                  <a:pt x="4694802" y="10896779"/>
                  <a:pt x="4684681" y="10908565"/>
                </a:cubicBezTo>
                <a:lnTo>
                  <a:pt x="4669862" y="10925580"/>
                </a:lnTo>
                <a:lnTo>
                  <a:pt x="4663812" y="10897109"/>
                </a:lnTo>
                <a:close/>
                <a:moveTo>
                  <a:pt x="4623808" y="10705445"/>
                </a:moveTo>
                <a:cubicBezTo>
                  <a:pt x="4626983" y="10707192"/>
                  <a:pt x="4630158" y="10708938"/>
                  <a:pt x="4636510" y="10712434"/>
                </a:cubicBezTo>
                <a:lnTo>
                  <a:pt x="4624701" y="10724379"/>
                </a:lnTo>
                <a:lnTo>
                  <a:pt x="4620763" y="10707384"/>
                </a:lnTo>
                <a:close/>
                <a:moveTo>
                  <a:pt x="12455965" y="7051676"/>
                </a:moveTo>
                <a:lnTo>
                  <a:pt x="12463809" y="7060915"/>
                </a:lnTo>
                <a:lnTo>
                  <a:pt x="12478671" y="7088358"/>
                </a:lnTo>
                <a:lnTo>
                  <a:pt x="12424785" y="7138689"/>
                </a:lnTo>
                <a:cubicBezTo>
                  <a:pt x="12415258" y="7133446"/>
                  <a:pt x="12408909" y="7129952"/>
                  <a:pt x="12402558" y="7126458"/>
                </a:cubicBezTo>
                <a:close/>
                <a:moveTo>
                  <a:pt x="12196581" y="4711871"/>
                </a:moveTo>
                <a:cubicBezTo>
                  <a:pt x="12209746" y="4740122"/>
                  <a:pt x="12219748" y="4764249"/>
                  <a:pt x="12235835" y="4801294"/>
                </a:cubicBezTo>
                <a:lnTo>
                  <a:pt x="12242240" y="4815861"/>
                </a:lnTo>
                <a:lnTo>
                  <a:pt x="12215831" y="4817939"/>
                </a:lnTo>
                <a:lnTo>
                  <a:pt x="12187962" y="4733184"/>
                </a:lnTo>
                <a:cubicBezTo>
                  <a:pt x="12186701" y="4728582"/>
                  <a:pt x="12191640" y="4720226"/>
                  <a:pt x="12196581" y="4711871"/>
                </a:cubicBezTo>
                <a:close/>
                <a:moveTo>
                  <a:pt x="11911733" y="3923311"/>
                </a:moveTo>
                <a:lnTo>
                  <a:pt x="12073673" y="4514076"/>
                </a:lnTo>
                <a:lnTo>
                  <a:pt x="12045082" y="4515663"/>
                </a:lnTo>
                <a:lnTo>
                  <a:pt x="12040492" y="4462266"/>
                </a:lnTo>
                <a:cubicBezTo>
                  <a:pt x="12038219" y="4437487"/>
                  <a:pt x="12035012" y="4412600"/>
                  <a:pt x="12028704" y="4389590"/>
                </a:cubicBezTo>
                <a:cubicBezTo>
                  <a:pt x="12000320" y="4286043"/>
                  <a:pt x="11970845" y="4181815"/>
                  <a:pt x="11941212" y="4077012"/>
                </a:cubicBezTo>
                <a:lnTo>
                  <a:pt x="11898839" y="3925594"/>
                </a:lnTo>
                <a:close/>
                <a:moveTo>
                  <a:pt x="3342069" y="3074107"/>
                </a:moveTo>
                <a:lnTo>
                  <a:pt x="3361796" y="3077880"/>
                </a:lnTo>
                <a:lnTo>
                  <a:pt x="3315942" y="3130483"/>
                </a:lnTo>
                <a:lnTo>
                  <a:pt x="3308964" y="3130167"/>
                </a:lnTo>
                <a:lnTo>
                  <a:pt x="3332698" y="3089635"/>
                </a:lnTo>
                <a:close/>
                <a:moveTo>
                  <a:pt x="10604842" y="1000488"/>
                </a:moveTo>
                <a:lnTo>
                  <a:pt x="10626913" y="1095742"/>
                </a:lnTo>
                <a:cubicBezTo>
                  <a:pt x="10617610" y="1101371"/>
                  <a:pt x="10611408" y="1105123"/>
                  <a:pt x="10605208" y="1108875"/>
                </a:cubicBezTo>
                <a:lnTo>
                  <a:pt x="10569231" y="1029811"/>
                </a:lnTo>
                <a:close/>
                <a:moveTo>
                  <a:pt x="10552594" y="762417"/>
                </a:moveTo>
                <a:lnTo>
                  <a:pt x="10584933" y="914576"/>
                </a:lnTo>
                <a:lnTo>
                  <a:pt x="10597392" y="968346"/>
                </a:lnTo>
                <a:lnTo>
                  <a:pt x="10554562" y="997573"/>
                </a:lnTo>
                <a:lnTo>
                  <a:pt x="10484361" y="843294"/>
                </a:lnTo>
                <a:lnTo>
                  <a:pt x="10534176" y="787557"/>
                </a:lnTo>
                <a:close/>
                <a:moveTo>
                  <a:pt x="8926034" y="650101"/>
                </a:moveTo>
                <a:lnTo>
                  <a:pt x="8984790" y="823853"/>
                </a:lnTo>
                <a:lnTo>
                  <a:pt x="8991619" y="844648"/>
                </a:lnTo>
                <a:lnTo>
                  <a:pt x="8966224" y="858747"/>
                </a:lnTo>
                <a:cubicBezTo>
                  <a:pt x="8907591" y="887396"/>
                  <a:pt x="8845240" y="909187"/>
                  <a:pt x="8776208" y="919078"/>
                </a:cubicBezTo>
                <a:cubicBezTo>
                  <a:pt x="8816547" y="846871"/>
                  <a:pt x="8855952" y="776109"/>
                  <a:pt x="8894522" y="706771"/>
                </a:cubicBezTo>
                <a:close/>
                <a:moveTo>
                  <a:pt x="0" y="0"/>
                </a:moveTo>
                <a:lnTo>
                  <a:pt x="22682200" y="0"/>
                </a:lnTo>
                <a:lnTo>
                  <a:pt x="22682200" y="11880851"/>
                </a:lnTo>
                <a:lnTo>
                  <a:pt x="6388638" y="11880851"/>
                </a:lnTo>
                <a:cubicBezTo>
                  <a:pt x="6653913" y="11791040"/>
                  <a:pt x="6922542" y="11697836"/>
                  <a:pt x="7191170" y="11604633"/>
                </a:cubicBezTo>
                <a:cubicBezTo>
                  <a:pt x="7180568" y="11630235"/>
                  <a:pt x="7169787" y="11660978"/>
                  <a:pt x="7162359" y="11688328"/>
                </a:cubicBezTo>
                <a:cubicBezTo>
                  <a:pt x="7214240" y="11685439"/>
                  <a:pt x="7273011" y="11670621"/>
                  <a:pt x="7288709" y="11684498"/>
                </a:cubicBezTo>
                <a:cubicBezTo>
                  <a:pt x="7304047" y="11708655"/>
                  <a:pt x="7283023" y="11754719"/>
                  <a:pt x="7275236" y="11792353"/>
                </a:cubicBezTo>
                <a:cubicBezTo>
                  <a:pt x="7387627" y="11817518"/>
                  <a:pt x="7521332" y="11602919"/>
                  <a:pt x="7638101" y="11688127"/>
                </a:cubicBezTo>
                <a:cubicBezTo>
                  <a:pt x="7775413" y="11648413"/>
                  <a:pt x="7912722" y="11608697"/>
                  <a:pt x="8056562" y="11567340"/>
                </a:cubicBezTo>
                <a:cubicBezTo>
                  <a:pt x="8049674" y="11579265"/>
                  <a:pt x="8039071" y="11604869"/>
                  <a:pt x="8021580" y="11642399"/>
                </a:cubicBezTo>
                <a:cubicBezTo>
                  <a:pt x="8138762" y="11623047"/>
                  <a:pt x="8262654" y="11596906"/>
                  <a:pt x="8143444" y="11767086"/>
                </a:cubicBezTo>
                <a:cubicBezTo>
                  <a:pt x="8285366" y="11687994"/>
                  <a:pt x="8394995" y="11606851"/>
                  <a:pt x="8510794" y="11534345"/>
                </a:cubicBezTo>
                <a:cubicBezTo>
                  <a:pt x="8798712" y="11352202"/>
                  <a:pt x="9095971" y="11180444"/>
                  <a:pt x="9374540" y="10987921"/>
                </a:cubicBezTo>
                <a:cubicBezTo>
                  <a:pt x="9410154" y="10964291"/>
                  <a:pt x="9444028" y="10938394"/>
                  <a:pt x="9476640" y="10910984"/>
                </a:cubicBezTo>
                <a:lnTo>
                  <a:pt x="9492423" y="10896623"/>
                </a:lnTo>
                <a:lnTo>
                  <a:pt x="9538449" y="11024173"/>
                </a:lnTo>
                <a:cubicBezTo>
                  <a:pt x="9546492" y="11013943"/>
                  <a:pt x="9555794" y="11008311"/>
                  <a:pt x="9565096" y="11002683"/>
                </a:cubicBezTo>
                <a:cubicBezTo>
                  <a:pt x="9563729" y="10971318"/>
                  <a:pt x="9562359" y="10939954"/>
                  <a:pt x="9560992" y="10908590"/>
                </a:cubicBezTo>
                <a:cubicBezTo>
                  <a:pt x="9564093" y="10906714"/>
                  <a:pt x="9567195" y="10904837"/>
                  <a:pt x="9573396" y="10901083"/>
                </a:cubicBezTo>
                <a:cubicBezTo>
                  <a:pt x="9599887" y="10997727"/>
                  <a:pt x="9626380" y="11094369"/>
                  <a:pt x="9651608" y="11186411"/>
                </a:cubicBezTo>
                <a:cubicBezTo>
                  <a:pt x="9651608" y="11186411"/>
                  <a:pt x="9654710" y="11184534"/>
                  <a:pt x="9657811" y="11182658"/>
                </a:cubicBezTo>
                <a:cubicBezTo>
                  <a:pt x="9652553" y="11110724"/>
                  <a:pt x="9647294" y="11038790"/>
                  <a:pt x="9642036" y="10966855"/>
                </a:cubicBezTo>
                <a:cubicBezTo>
                  <a:pt x="9655700" y="10963952"/>
                  <a:pt x="9671204" y="10954572"/>
                  <a:pt x="9684869" y="10951668"/>
                </a:cubicBezTo>
                <a:cubicBezTo>
                  <a:pt x="9713991" y="11084279"/>
                  <a:pt x="9744372" y="11221490"/>
                  <a:pt x="9773492" y="11354100"/>
                </a:cubicBezTo>
                <a:cubicBezTo>
                  <a:pt x="9782795" y="11348471"/>
                  <a:pt x="9788996" y="11344717"/>
                  <a:pt x="9795198" y="11340966"/>
                </a:cubicBezTo>
                <a:cubicBezTo>
                  <a:pt x="9777219" y="11196249"/>
                  <a:pt x="9757977" y="11046930"/>
                  <a:pt x="9731745" y="10858918"/>
                </a:cubicBezTo>
                <a:cubicBezTo>
                  <a:pt x="9760655" y="10938001"/>
                  <a:pt x="9775109" y="10977543"/>
                  <a:pt x="9799656" y="11053901"/>
                </a:cubicBezTo>
                <a:cubicBezTo>
                  <a:pt x="9811162" y="10977189"/>
                  <a:pt x="9820936" y="10933715"/>
                  <a:pt x="9827032" y="10903200"/>
                </a:cubicBezTo>
                <a:cubicBezTo>
                  <a:pt x="9874179" y="11035635"/>
                  <a:pt x="9923851" y="11177269"/>
                  <a:pt x="9977199" y="11305949"/>
                </a:cubicBezTo>
                <a:cubicBezTo>
                  <a:pt x="9992914" y="11350092"/>
                  <a:pt x="10019772" y="11382129"/>
                  <a:pt x="10040430" y="11417920"/>
                </a:cubicBezTo>
                <a:cubicBezTo>
                  <a:pt x="10053303" y="11372570"/>
                  <a:pt x="10068018" y="11320745"/>
                  <a:pt x="10088248" y="11249482"/>
                </a:cubicBezTo>
                <a:cubicBezTo>
                  <a:pt x="10136292" y="11451123"/>
                  <a:pt x="10180552" y="11638957"/>
                  <a:pt x="10227332" y="11835996"/>
                </a:cubicBezTo>
                <a:cubicBezTo>
                  <a:pt x="10242566" y="11601432"/>
                  <a:pt x="10125988" y="11360780"/>
                  <a:pt x="10259945" y="11124124"/>
                </a:cubicBezTo>
                <a:cubicBezTo>
                  <a:pt x="10266832" y="11136054"/>
                  <a:pt x="10281863" y="11164517"/>
                  <a:pt x="10296895" y="11192977"/>
                </a:cubicBezTo>
                <a:cubicBezTo>
                  <a:pt x="10291471" y="10922622"/>
                  <a:pt x="10251363" y="10683987"/>
                  <a:pt x="10338125" y="10459793"/>
                </a:cubicBezTo>
                <a:cubicBezTo>
                  <a:pt x="10375076" y="10528645"/>
                  <a:pt x="10408925" y="10599376"/>
                  <a:pt x="10452182" y="10691238"/>
                </a:cubicBezTo>
                <a:cubicBezTo>
                  <a:pt x="10442454" y="10589816"/>
                  <a:pt x="10435934" y="10513282"/>
                  <a:pt x="10422423" y="10398052"/>
                </a:cubicBezTo>
                <a:cubicBezTo>
                  <a:pt x="10453856" y="10486342"/>
                  <a:pt x="10470833" y="10535086"/>
                  <a:pt x="10489072" y="10588435"/>
                </a:cubicBezTo>
                <a:cubicBezTo>
                  <a:pt x="10558551" y="10551758"/>
                  <a:pt x="10564588" y="10349585"/>
                  <a:pt x="10669492" y="10468527"/>
                </a:cubicBezTo>
                <a:cubicBezTo>
                  <a:pt x="10690140" y="10266902"/>
                  <a:pt x="10623399" y="10072888"/>
                  <a:pt x="10626849" y="9877142"/>
                </a:cubicBezTo>
                <a:lnTo>
                  <a:pt x="10634168" y="9790711"/>
                </a:lnTo>
                <a:lnTo>
                  <a:pt x="10691230" y="9727790"/>
                </a:lnTo>
                <a:lnTo>
                  <a:pt x="10794810" y="9882395"/>
                </a:lnTo>
                <a:cubicBezTo>
                  <a:pt x="10927448" y="10080045"/>
                  <a:pt x="11052082" y="10265184"/>
                  <a:pt x="11167935" y="10440547"/>
                </a:cubicBezTo>
                <a:cubicBezTo>
                  <a:pt x="11188061" y="10342522"/>
                  <a:pt x="11206925" y="10239896"/>
                  <a:pt x="11229467" y="10124312"/>
                </a:cubicBezTo>
                <a:cubicBezTo>
                  <a:pt x="11254486" y="10162827"/>
                  <a:pt x="11263894" y="10183960"/>
                  <a:pt x="11278926" y="10212422"/>
                </a:cubicBezTo>
                <a:cubicBezTo>
                  <a:pt x="11269882" y="10126682"/>
                  <a:pt x="11259001" y="10047421"/>
                  <a:pt x="11248696" y="9957078"/>
                </a:cubicBezTo>
                <a:cubicBezTo>
                  <a:pt x="11279916" y="9991841"/>
                  <a:pt x="11301150" y="10016550"/>
                  <a:pt x="11314236" y="10024728"/>
                </a:cubicBezTo>
                <a:cubicBezTo>
                  <a:pt x="11345139" y="9979202"/>
                  <a:pt x="11362954" y="9925498"/>
                  <a:pt x="11393960" y="9906734"/>
                </a:cubicBezTo>
                <a:cubicBezTo>
                  <a:pt x="11409463" y="9897353"/>
                  <a:pt x="11442629" y="9952400"/>
                  <a:pt x="11461340" y="9967905"/>
                </a:cubicBezTo>
                <a:cubicBezTo>
                  <a:pt x="11516199" y="9693264"/>
                  <a:pt x="11569796" y="9414023"/>
                  <a:pt x="11623395" y="9134782"/>
                </a:cubicBezTo>
                <a:cubicBezTo>
                  <a:pt x="11640266" y="9156764"/>
                  <a:pt x="11661499" y="9181474"/>
                  <a:pt x="11681471" y="9201582"/>
                </a:cubicBezTo>
                <a:cubicBezTo>
                  <a:pt x="11704910" y="9155206"/>
                  <a:pt x="11721463" y="9096900"/>
                  <a:pt x="11741330" y="9090245"/>
                </a:cubicBezTo>
                <a:cubicBezTo>
                  <a:pt x="11769920" y="9089039"/>
                  <a:pt x="11799300" y="9130280"/>
                  <a:pt x="11827996" y="9155839"/>
                </a:cubicBezTo>
                <a:cubicBezTo>
                  <a:pt x="11905986" y="9071088"/>
                  <a:pt x="11786991" y="8847998"/>
                  <a:pt x="11919168" y="8789476"/>
                </a:cubicBezTo>
                <a:cubicBezTo>
                  <a:pt x="11953430" y="8650703"/>
                  <a:pt x="11987692" y="8511932"/>
                  <a:pt x="12023793" y="8366683"/>
                </a:cubicBezTo>
                <a:cubicBezTo>
                  <a:pt x="12030677" y="8378612"/>
                  <a:pt x="12047550" y="8400596"/>
                  <a:pt x="12071306" y="8434509"/>
                </a:cubicBezTo>
                <a:cubicBezTo>
                  <a:pt x="12113137" y="8323350"/>
                  <a:pt x="12152445" y="8202987"/>
                  <a:pt x="12240220" y="8391315"/>
                </a:cubicBezTo>
                <a:cubicBezTo>
                  <a:pt x="12242684" y="8228861"/>
                  <a:pt x="12227228" y="8093348"/>
                  <a:pt x="12222335" y="7956809"/>
                </a:cubicBezTo>
                <a:lnTo>
                  <a:pt x="12222321" y="7956306"/>
                </a:lnTo>
                <a:lnTo>
                  <a:pt x="12235621" y="7957067"/>
                </a:lnTo>
                <a:cubicBezTo>
                  <a:pt x="12263053" y="7953495"/>
                  <a:pt x="12305479" y="7937545"/>
                  <a:pt x="12313162" y="7926052"/>
                </a:cubicBezTo>
                <a:cubicBezTo>
                  <a:pt x="12371985" y="7816956"/>
                  <a:pt x="12434166" y="7704465"/>
                  <a:pt x="12476934" y="7591775"/>
                </a:cubicBezTo>
                <a:cubicBezTo>
                  <a:pt x="12491429" y="7547356"/>
                  <a:pt x="12457396" y="7502433"/>
                  <a:pt x="12449128" y="7461207"/>
                </a:cubicBezTo>
                <a:cubicBezTo>
                  <a:pt x="12429717" y="7461006"/>
                  <a:pt x="12406951" y="7464196"/>
                  <a:pt x="12381011" y="7465641"/>
                </a:cubicBezTo>
                <a:cubicBezTo>
                  <a:pt x="12395686" y="7416084"/>
                  <a:pt x="12400656" y="7366423"/>
                  <a:pt x="12428212" y="7318713"/>
                </a:cubicBezTo>
                <a:cubicBezTo>
                  <a:pt x="12514232" y="7172186"/>
                  <a:pt x="12606783" y="7024015"/>
                  <a:pt x="12688912" y="6896302"/>
                </a:cubicBezTo>
                <a:cubicBezTo>
                  <a:pt x="12648834" y="6931884"/>
                  <a:pt x="12605403" y="6970859"/>
                  <a:pt x="12560690" y="7011749"/>
                </a:cubicBezTo>
                <a:lnTo>
                  <a:pt x="12494156" y="7073894"/>
                </a:lnTo>
                <a:lnTo>
                  <a:pt x="12493486" y="7000464"/>
                </a:lnTo>
                <a:lnTo>
                  <a:pt x="12493429" y="6999218"/>
                </a:lnTo>
                <a:lnTo>
                  <a:pt x="12810867" y="6554733"/>
                </a:lnTo>
                <a:cubicBezTo>
                  <a:pt x="12801162" y="6554632"/>
                  <a:pt x="12791635" y="6549391"/>
                  <a:pt x="12781930" y="6549291"/>
                </a:cubicBezTo>
                <a:cubicBezTo>
                  <a:pt x="12711839" y="6610272"/>
                  <a:pt x="12638393" y="6674648"/>
                  <a:pt x="12538111" y="6766173"/>
                </a:cubicBezTo>
                <a:cubicBezTo>
                  <a:pt x="12549970" y="6704584"/>
                  <a:pt x="12557934" y="6661813"/>
                  <a:pt x="12559191" y="6625829"/>
                </a:cubicBezTo>
                <a:cubicBezTo>
                  <a:pt x="12545861" y="6636832"/>
                  <a:pt x="12530062" y="6649096"/>
                  <a:pt x="12513002" y="6662632"/>
                </a:cubicBezTo>
                <a:lnTo>
                  <a:pt x="12477180" y="6692256"/>
                </a:lnTo>
                <a:lnTo>
                  <a:pt x="12476669" y="6683183"/>
                </a:lnTo>
                <a:lnTo>
                  <a:pt x="12475562" y="6646728"/>
                </a:lnTo>
                <a:lnTo>
                  <a:pt x="12582010" y="6528357"/>
                </a:lnTo>
                <a:cubicBezTo>
                  <a:pt x="12575659" y="6524863"/>
                  <a:pt x="12572484" y="6523115"/>
                  <a:pt x="12566134" y="6519622"/>
                </a:cubicBezTo>
                <a:lnTo>
                  <a:pt x="12474516" y="6612297"/>
                </a:lnTo>
                <a:lnTo>
                  <a:pt x="12467143" y="6369687"/>
                </a:lnTo>
                <a:lnTo>
                  <a:pt x="12508367" y="6320176"/>
                </a:lnTo>
                <a:cubicBezTo>
                  <a:pt x="12498843" y="6314935"/>
                  <a:pt x="12492492" y="6311440"/>
                  <a:pt x="12479612" y="6309592"/>
                </a:cubicBezTo>
                <a:lnTo>
                  <a:pt x="12465744" y="6323620"/>
                </a:lnTo>
                <a:lnTo>
                  <a:pt x="12461121" y="6171477"/>
                </a:lnTo>
                <a:cubicBezTo>
                  <a:pt x="12455937" y="6000907"/>
                  <a:pt x="12449047" y="5830702"/>
                  <a:pt x="12435323" y="5661947"/>
                </a:cubicBezTo>
                <a:cubicBezTo>
                  <a:pt x="12424701" y="5491317"/>
                  <a:pt x="12368723" y="5326669"/>
                  <a:pt x="12324570" y="5165599"/>
                </a:cubicBezTo>
                <a:cubicBezTo>
                  <a:pt x="12304386" y="5091967"/>
                  <a:pt x="12281876" y="5019739"/>
                  <a:pt x="12258592" y="4947983"/>
                </a:cubicBezTo>
                <a:lnTo>
                  <a:pt x="12233912" y="4872928"/>
                </a:lnTo>
                <a:lnTo>
                  <a:pt x="12474201" y="4833899"/>
                </a:lnTo>
                <a:cubicBezTo>
                  <a:pt x="12466400" y="4823485"/>
                  <a:pt x="12457588" y="4809589"/>
                  <a:pt x="12454559" y="4799146"/>
                </a:cubicBezTo>
                <a:lnTo>
                  <a:pt x="12247503" y="4815446"/>
                </a:lnTo>
                <a:lnTo>
                  <a:pt x="12224223" y="4720009"/>
                </a:lnTo>
                <a:lnTo>
                  <a:pt x="12226273" y="4720705"/>
                </a:lnTo>
                <a:cubicBezTo>
                  <a:pt x="12263337" y="4733130"/>
                  <a:pt x="12297636" y="4744265"/>
                  <a:pt x="12331682" y="4754528"/>
                </a:cubicBezTo>
                <a:cubicBezTo>
                  <a:pt x="12334433" y="4747540"/>
                  <a:pt x="12333425" y="4744059"/>
                  <a:pt x="12336175" y="4737070"/>
                </a:cubicBezTo>
                <a:cubicBezTo>
                  <a:pt x="12294694" y="4709416"/>
                  <a:pt x="12254223" y="4685243"/>
                  <a:pt x="12212742" y="4657590"/>
                </a:cubicBezTo>
                <a:cubicBezTo>
                  <a:pt x="12292852" y="4653643"/>
                  <a:pt x="12358646" y="4649778"/>
                  <a:pt x="12467387" y="4645666"/>
                </a:cubicBezTo>
                <a:cubicBezTo>
                  <a:pt x="12406087" y="4632072"/>
                  <a:pt x="12385989" y="4628700"/>
                  <a:pt x="12344786" y="4618479"/>
                </a:cubicBezTo>
                <a:cubicBezTo>
                  <a:pt x="12395255" y="4611215"/>
                  <a:pt x="12427649" y="4607543"/>
                  <a:pt x="12459030" y="4600389"/>
                </a:cubicBezTo>
                <a:cubicBezTo>
                  <a:pt x="12457010" y="4593427"/>
                  <a:pt x="12454991" y="4586467"/>
                  <a:pt x="12452971" y="4579506"/>
                </a:cubicBezTo>
                <a:cubicBezTo>
                  <a:pt x="12407640" y="4579765"/>
                  <a:pt x="12363500" y="4580019"/>
                  <a:pt x="12319362" y="4580272"/>
                </a:cubicBezTo>
                <a:lnTo>
                  <a:pt x="12190318" y="4581016"/>
                </a:lnTo>
                <a:lnTo>
                  <a:pt x="12186053" y="4563533"/>
                </a:lnTo>
                <a:lnTo>
                  <a:pt x="12374049" y="4538120"/>
                </a:lnTo>
                <a:cubicBezTo>
                  <a:pt x="12437388" y="4529912"/>
                  <a:pt x="12500727" y="4521703"/>
                  <a:pt x="12562621" y="4512631"/>
                </a:cubicBezTo>
                <a:cubicBezTo>
                  <a:pt x="12559592" y="4502187"/>
                  <a:pt x="12557571" y="4495227"/>
                  <a:pt x="12549772" y="4484811"/>
                </a:cubicBezTo>
                <a:cubicBezTo>
                  <a:pt x="12443921" y="4490651"/>
                  <a:pt x="12337384" y="4498235"/>
                  <a:pt x="12230124" y="4505390"/>
                </a:cubicBezTo>
                <a:lnTo>
                  <a:pt x="12172649" y="4508582"/>
                </a:lnTo>
                <a:lnTo>
                  <a:pt x="12171679" y="4504610"/>
                </a:lnTo>
                <a:cubicBezTo>
                  <a:pt x="12144596" y="4393235"/>
                  <a:pt x="12117373" y="4283621"/>
                  <a:pt x="12088237" y="4176507"/>
                </a:cubicBezTo>
                <a:lnTo>
                  <a:pt x="12006393" y="3906548"/>
                </a:lnTo>
                <a:lnTo>
                  <a:pt x="12031778" y="3902053"/>
                </a:lnTo>
                <a:cubicBezTo>
                  <a:pt x="12028748" y="3891611"/>
                  <a:pt x="12025719" y="3881169"/>
                  <a:pt x="12022690" y="3870727"/>
                </a:cubicBezTo>
                <a:lnTo>
                  <a:pt x="11996414" y="3873628"/>
                </a:lnTo>
                <a:lnTo>
                  <a:pt x="11993312" y="3863398"/>
                </a:lnTo>
                <a:cubicBezTo>
                  <a:pt x="11958574" y="3762019"/>
                  <a:pt x="11920149" y="3663878"/>
                  <a:pt x="11876262" y="3569715"/>
                </a:cubicBezTo>
                <a:cubicBezTo>
                  <a:pt x="11888299" y="3626815"/>
                  <a:pt x="11898496" y="3690394"/>
                  <a:pt x="11920627" y="3784313"/>
                </a:cubicBezTo>
                <a:cubicBezTo>
                  <a:pt x="11890564" y="3727389"/>
                  <a:pt x="11875531" y="3698928"/>
                  <a:pt x="11861760" y="3675067"/>
                </a:cubicBezTo>
                <a:cubicBezTo>
                  <a:pt x="11858660" y="3676944"/>
                  <a:pt x="11852459" y="3680697"/>
                  <a:pt x="11846256" y="3684449"/>
                </a:cubicBezTo>
                <a:lnTo>
                  <a:pt x="11901004" y="3884166"/>
                </a:lnTo>
                <a:lnTo>
                  <a:pt x="11887658" y="3885640"/>
                </a:lnTo>
                <a:lnTo>
                  <a:pt x="11852776" y="3760984"/>
                </a:lnTo>
                <a:cubicBezTo>
                  <a:pt x="11837060" y="3716842"/>
                  <a:pt x="11821817" y="3634854"/>
                  <a:pt x="11802527" y="3630429"/>
                </a:cubicBezTo>
                <a:cubicBezTo>
                  <a:pt x="11716072" y="3618359"/>
                  <a:pt x="11695783" y="3517965"/>
                  <a:pt x="11667451" y="3427800"/>
                </a:cubicBezTo>
                <a:cubicBezTo>
                  <a:pt x="11629028" y="3300819"/>
                  <a:pt x="11595545" y="3165482"/>
                  <a:pt x="11560222" y="3036626"/>
                </a:cubicBezTo>
                <a:cubicBezTo>
                  <a:pt x="11576410" y="3042926"/>
                  <a:pt x="11595698" y="3047350"/>
                  <a:pt x="11614987" y="3051775"/>
                </a:cubicBezTo>
                <a:cubicBezTo>
                  <a:pt x="11579346" y="2842629"/>
                  <a:pt x="11480534" y="2693171"/>
                  <a:pt x="11415148" y="2507390"/>
                </a:cubicBezTo>
                <a:cubicBezTo>
                  <a:pt x="11441428" y="2550507"/>
                  <a:pt x="11470809" y="2591748"/>
                  <a:pt x="11498350" y="2639467"/>
                </a:cubicBezTo>
                <a:cubicBezTo>
                  <a:pt x="11503290" y="2631113"/>
                  <a:pt x="11506390" y="2629236"/>
                  <a:pt x="11509491" y="2627360"/>
                </a:cubicBezTo>
                <a:cubicBezTo>
                  <a:pt x="11367682" y="2294669"/>
                  <a:pt x="11227135" y="1966580"/>
                  <a:pt x="11086588" y="1638491"/>
                </a:cubicBezTo>
                <a:cubicBezTo>
                  <a:pt x="11112078" y="1639162"/>
                  <a:pt x="11127111" y="1667625"/>
                  <a:pt x="11147659" y="1676651"/>
                </a:cubicBezTo>
                <a:cubicBezTo>
                  <a:pt x="11172572" y="1688404"/>
                  <a:pt x="11204948" y="1701005"/>
                  <a:pt x="11229753" y="1685995"/>
                </a:cubicBezTo>
                <a:cubicBezTo>
                  <a:pt x="11245257" y="1676613"/>
                  <a:pt x="11261126" y="1602625"/>
                  <a:pt x="11252980" y="1586093"/>
                </a:cubicBezTo>
                <a:cubicBezTo>
                  <a:pt x="11187911" y="1480601"/>
                  <a:pt x="11121583" y="1370507"/>
                  <a:pt x="11045371" y="1277123"/>
                </a:cubicBezTo>
                <a:cubicBezTo>
                  <a:pt x="11014152" y="1242360"/>
                  <a:pt x="10958233" y="1249372"/>
                  <a:pt x="10918395" y="1235920"/>
                </a:cubicBezTo>
                <a:cubicBezTo>
                  <a:pt x="10908515" y="1252629"/>
                  <a:pt x="10899898" y="1273940"/>
                  <a:pt x="10888177" y="1297129"/>
                </a:cubicBezTo>
                <a:cubicBezTo>
                  <a:pt x="10852595" y="1259639"/>
                  <a:pt x="10812074" y="1230506"/>
                  <a:pt x="10784532" y="1182788"/>
                </a:cubicBezTo>
                <a:cubicBezTo>
                  <a:pt x="10742588" y="1108908"/>
                  <a:pt x="10701106" y="1033407"/>
                  <a:pt x="10661417" y="959505"/>
                </a:cubicBezTo>
                <a:lnTo>
                  <a:pt x="10659360" y="955594"/>
                </a:lnTo>
                <a:lnTo>
                  <a:pt x="10669698" y="947082"/>
                </a:lnTo>
                <a:cubicBezTo>
                  <a:pt x="10660453" y="941359"/>
                  <a:pt x="10654291" y="937543"/>
                  <a:pt x="10648129" y="933725"/>
                </a:cubicBezTo>
                <a:lnTo>
                  <a:pt x="10647933" y="933859"/>
                </a:lnTo>
                <a:lnTo>
                  <a:pt x="10555622" y="758283"/>
                </a:lnTo>
                <a:lnTo>
                  <a:pt x="10573290" y="734166"/>
                </a:lnTo>
                <a:cubicBezTo>
                  <a:pt x="10584201" y="715950"/>
                  <a:pt x="10593902" y="697661"/>
                  <a:pt x="10605143" y="680324"/>
                </a:cubicBezTo>
                <a:cubicBezTo>
                  <a:pt x="10558899" y="689482"/>
                  <a:pt x="10506051" y="699947"/>
                  <a:pt x="10433383" y="714335"/>
                </a:cubicBezTo>
                <a:cubicBezTo>
                  <a:pt x="10591118" y="579848"/>
                  <a:pt x="10738277" y="455009"/>
                  <a:pt x="10892488" y="323738"/>
                </a:cubicBezTo>
                <a:cubicBezTo>
                  <a:pt x="10730614" y="393567"/>
                  <a:pt x="10599407" y="530987"/>
                  <a:pt x="10429302" y="590404"/>
                </a:cubicBezTo>
                <a:lnTo>
                  <a:pt x="10375514" y="604082"/>
                </a:lnTo>
                <a:lnTo>
                  <a:pt x="10314234" y="469407"/>
                </a:lnTo>
                <a:cubicBezTo>
                  <a:pt x="10309293" y="477761"/>
                  <a:pt x="10299992" y="483392"/>
                  <a:pt x="10295052" y="491745"/>
                </a:cubicBezTo>
                <a:lnTo>
                  <a:pt x="10319402" y="614143"/>
                </a:lnTo>
                <a:lnTo>
                  <a:pt x="10243655" y="618429"/>
                </a:lnTo>
                <a:cubicBezTo>
                  <a:pt x="10251151" y="606872"/>
                  <a:pt x="10269661" y="580540"/>
                  <a:pt x="10288173" y="554209"/>
                </a:cubicBezTo>
                <a:cubicBezTo>
                  <a:pt x="10228595" y="586154"/>
                  <a:pt x="10171768" y="619128"/>
                  <a:pt x="10116304" y="651005"/>
                </a:cubicBezTo>
                <a:lnTo>
                  <a:pt x="9997548" y="716457"/>
                </a:lnTo>
                <a:lnTo>
                  <a:pt x="9959851" y="614100"/>
                </a:lnTo>
                <a:cubicBezTo>
                  <a:pt x="9950550" y="619729"/>
                  <a:pt x="9944349" y="623481"/>
                  <a:pt x="9936307" y="633712"/>
                </a:cubicBezTo>
                <a:lnTo>
                  <a:pt x="9964049" y="734920"/>
                </a:lnTo>
                <a:lnTo>
                  <a:pt x="9952613" y="741223"/>
                </a:lnTo>
                <a:cubicBezTo>
                  <a:pt x="9844360" y="796342"/>
                  <a:pt x="9736007" y="838575"/>
                  <a:pt x="9616442" y="850916"/>
                </a:cubicBezTo>
                <a:cubicBezTo>
                  <a:pt x="9660959" y="786697"/>
                  <a:pt x="9708559" y="724386"/>
                  <a:pt x="9770700" y="644085"/>
                </a:cubicBezTo>
                <a:cubicBezTo>
                  <a:pt x="9684798" y="698870"/>
                  <a:pt x="9619599" y="739483"/>
                  <a:pt x="9523119" y="803918"/>
                </a:cubicBezTo>
                <a:cubicBezTo>
                  <a:pt x="9587456" y="735774"/>
                  <a:pt x="9623149" y="698486"/>
                  <a:pt x="9662367" y="657982"/>
                </a:cubicBezTo>
                <a:cubicBezTo>
                  <a:pt x="9598106" y="612783"/>
                  <a:pt x="9415301" y="699347"/>
                  <a:pt x="9473526" y="551826"/>
                </a:cubicBezTo>
                <a:cubicBezTo>
                  <a:pt x="9442033" y="564043"/>
                  <a:pt x="9411832" y="578326"/>
                  <a:pt x="9382552" y="594045"/>
                </a:cubicBezTo>
                <a:lnTo>
                  <a:pt x="9301553" y="642234"/>
                </a:lnTo>
                <a:lnTo>
                  <a:pt x="9238935" y="503068"/>
                </a:lnTo>
                <a:cubicBezTo>
                  <a:pt x="9230894" y="513298"/>
                  <a:pt x="9219752" y="525407"/>
                  <a:pt x="9210450" y="531036"/>
                </a:cubicBezTo>
                <a:lnTo>
                  <a:pt x="9259854" y="670538"/>
                </a:lnTo>
                <a:lnTo>
                  <a:pt x="9196578" y="714120"/>
                </a:lnTo>
                <a:lnTo>
                  <a:pt x="9199155" y="661274"/>
                </a:lnTo>
                <a:cubicBezTo>
                  <a:pt x="9191691" y="660425"/>
                  <a:pt x="9188591" y="662301"/>
                  <a:pt x="9181129" y="661453"/>
                </a:cubicBezTo>
                <a:lnTo>
                  <a:pt x="9155075" y="742705"/>
                </a:lnTo>
                <a:lnTo>
                  <a:pt x="9133935" y="757266"/>
                </a:lnTo>
                <a:lnTo>
                  <a:pt x="9124170" y="763682"/>
                </a:lnTo>
                <a:lnTo>
                  <a:pt x="9100429" y="690165"/>
                </a:lnTo>
                <a:cubicBezTo>
                  <a:pt x="9088156" y="651985"/>
                  <a:pt x="9074937" y="610354"/>
                  <a:pt x="9058878" y="558368"/>
                </a:cubicBezTo>
                <a:cubicBezTo>
                  <a:pt x="9061613" y="621099"/>
                  <a:pt x="9063558" y="641384"/>
                  <a:pt x="9064349" y="683828"/>
                </a:cubicBezTo>
                <a:cubicBezTo>
                  <a:pt x="9044270" y="636959"/>
                  <a:pt x="9032340" y="606620"/>
                  <a:pt x="9017308" y="578160"/>
                </a:cubicBezTo>
                <a:cubicBezTo>
                  <a:pt x="9011106" y="581912"/>
                  <a:pt x="9004905" y="585666"/>
                  <a:pt x="8998703" y="589418"/>
                </a:cubicBezTo>
                <a:lnTo>
                  <a:pt x="9058330" y="806941"/>
                </a:lnTo>
                <a:lnTo>
                  <a:pt x="9051757" y="811259"/>
                </a:lnTo>
                <a:lnTo>
                  <a:pt x="9038628" y="818549"/>
                </a:lnTo>
                <a:lnTo>
                  <a:pt x="8979155" y="676361"/>
                </a:lnTo>
                <a:lnTo>
                  <a:pt x="8950084" y="606857"/>
                </a:lnTo>
                <a:lnTo>
                  <a:pt x="9007832" y="503009"/>
                </a:lnTo>
                <a:cubicBezTo>
                  <a:pt x="9081844" y="369989"/>
                  <a:pt x="9152935" y="242585"/>
                  <a:pt x="9221930" y="120633"/>
                </a:cubicBezTo>
                <a:cubicBezTo>
                  <a:pt x="9125477" y="147288"/>
                  <a:pt x="9025496" y="177158"/>
                  <a:pt x="8912305" y="209645"/>
                </a:cubicBezTo>
                <a:cubicBezTo>
                  <a:pt x="8935230" y="169849"/>
                  <a:pt x="8949773" y="151858"/>
                  <a:pt x="8968285" y="125527"/>
                </a:cubicBezTo>
                <a:cubicBezTo>
                  <a:pt x="8896038" y="172573"/>
                  <a:pt x="8830395" y="218310"/>
                  <a:pt x="8754621" y="268570"/>
                </a:cubicBezTo>
                <a:cubicBezTo>
                  <a:pt x="8771384" y="224958"/>
                  <a:pt x="8783732" y="194810"/>
                  <a:pt x="8785066" y="179436"/>
                </a:cubicBezTo>
                <a:cubicBezTo>
                  <a:pt x="8730465" y="172619"/>
                  <a:pt x="8674535" y="181175"/>
                  <a:pt x="8643723" y="162093"/>
                </a:cubicBezTo>
                <a:cubicBezTo>
                  <a:pt x="8628318" y="152551"/>
                  <a:pt x="8662260" y="97981"/>
                  <a:pt x="8667560" y="74265"/>
                </a:cubicBezTo>
                <a:cubicBezTo>
                  <a:pt x="8398016" y="150305"/>
                  <a:pt x="8124944" y="229561"/>
                  <a:pt x="7851875" y="308815"/>
                </a:cubicBezTo>
                <a:cubicBezTo>
                  <a:pt x="7863782" y="283792"/>
                  <a:pt x="7876131" y="253645"/>
                  <a:pt x="7884957" y="226713"/>
                </a:cubicBezTo>
                <a:cubicBezTo>
                  <a:pt x="7832996" y="226930"/>
                  <a:pt x="7773539" y="238703"/>
                  <a:pt x="7758577" y="224035"/>
                </a:cubicBezTo>
                <a:cubicBezTo>
                  <a:pt x="7744501" y="199120"/>
                  <a:pt x="7767871" y="154199"/>
                  <a:pt x="7777582" y="117018"/>
                </a:cubicBezTo>
                <a:cubicBezTo>
                  <a:pt x="7666637" y="86103"/>
                  <a:pt x="7522064" y="293535"/>
                  <a:pt x="7409834" y="202429"/>
                </a:cubicBezTo>
                <a:cubicBezTo>
                  <a:pt x="7270662" y="235026"/>
                  <a:pt x="7131490" y="267620"/>
                  <a:pt x="6985712" y="301522"/>
                </a:cubicBezTo>
                <a:cubicBezTo>
                  <a:pt x="6993204" y="289966"/>
                  <a:pt x="7005111" y="264943"/>
                  <a:pt x="7024510" y="228362"/>
                </a:cubicBezTo>
                <a:cubicBezTo>
                  <a:pt x="6906488" y="241658"/>
                  <a:pt x="6781416" y="261388"/>
                  <a:pt x="6909225" y="97569"/>
                </a:cubicBezTo>
                <a:cubicBezTo>
                  <a:pt x="6763422" y="169253"/>
                  <a:pt x="6649763" y="244643"/>
                  <a:pt x="6530382" y="311094"/>
                </a:cubicBezTo>
                <a:cubicBezTo>
                  <a:pt x="6233475" y="478179"/>
                  <a:pt x="5927770" y="634412"/>
                  <a:pt x="5639661" y="812343"/>
                </a:cubicBezTo>
                <a:cubicBezTo>
                  <a:pt x="5492528" y="899401"/>
                  <a:pt x="5371349" y="1024132"/>
                  <a:pt x="5247975" y="1136704"/>
                </a:cubicBezTo>
                <a:cubicBezTo>
                  <a:pt x="5135178" y="1239627"/>
                  <a:pt x="5031623" y="1348278"/>
                  <a:pt x="4924988" y="1455018"/>
                </a:cubicBezTo>
                <a:cubicBezTo>
                  <a:pt x="4921463" y="1458235"/>
                  <a:pt x="4911776" y="1457635"/>
                  <a:pt x="4902087" y="1457035"/>
                </a:cubicBezTo>
                <a:cubicBezTo>
                  <a:pt x="4927650" y="1424271"/>
                  <a:pt x="4949245" y="1399848"/>
                  <a:pt x="4992874" y="1345876"/>
                </a:cubicBezTo>
                <a:lnTo>
                  <a:pt x="4825329" y="1490285"/>
                </a:lnTo>
                <a:lnTo>
                  <a:pt x="4756961" y="1201706"/>
                </a:lnTo>
                <a:cubicBezTo>
                  <a:pt x="4753153" y="1260347"/>
                  <a:pt x="4757581" y="1319368"/>
                  <a:pt x="4764277" y="1378613"/>
                </a:cubicBezTo>
                <a:lnTo>
                  <a:pt x="4781771" y="1527828"/>
                </a:lnTo>
                <a:lnTo>
                  <a:pt x="4728822" y="1573467"/>
                </a:lnTo>
                <a:cubicBezTo>
                  <a:pt x="4468200" y="1797779"/>
                  <a:pt x="4222257" y="2015999"/>
                  <a:pt x="4030541" y="2261729"/>
                </a:cubicBezTo>
                <a:cubicBezTo>
                  <a:pt x="4075922" y="2225041"/>
                  <a:pt x="4127908" y="2187043"/>
                  <a:pt x="4201489" y="2124625"/>
                </a:cubicBezTo>
                <a:cubicBezTo>
                  <a:pt x="4164463" y="2177286"/>
                  <a:pt x="4145951" y="2203618"/>
                  <a:pt x="4130963" y="2226734"/>
                </a:cubicBezTo>
                <a:cubicBezTo>
                  <a:pt x="4134045" y="2228641"/>
                  <a:pt x="4140208" y="2232457"/>
                  <a:pt x="4146369" y="2236274"/>
                </a:cubicBezTo>
                <a:cubicBezTo>
                  <a:pt x="4361390" y="2040076"/>
                  <a:pt x="4572887" y="1847092"/>
                  <a:pt x="4787908" y="1650894"/>
                </a:cubicBezTo>
                <a:lnTo>
                  <a:pt x="4789150" y="1651940"/>
                </a:lnTo>
                <a:lnTo>
                  <a:pt x="4786912" y="1687010"/>
                </a:lnTo>
                <a:lnTo>
                  <a:pt x="4750771" y="1709559"/>
                </a:lnTo>
                <a:cubicBezTo>
                  <a:pt x="4729735" y="1722855"/>
                  <a:pt x="4709029" y="1737028"/>
                  <a:pt x="4691403" y="1753110"/>
                </a:cubicBezTo>
                <a:cubicBezTo>
                  <a:pt x="4532782" y="1897847"/>
                  <a:pt x="4373716" y="2047709"/>
                  <a:pt x="4211570" y="2195663"/>
                </a:cubicBezTo>
                <a:cubicBezTo>
                  <a:pt x="4179401" y="2229734"/>
                  <a:pt x="4113315" y="2280595"/>
                  <a:pt x="4118146" y="2299786"/>
                </a:cubicBezTo>
                <a:cubicBezTo>
                  <a:pt x="4146714" y="2382273"/>
                  <a:pt x="4066528" y="2445999"/>
                  <a:pt x="3999110" y="2512236"/>
                </a:cubicBezTo>
                <a:lnTo>
                  <a:pt x="3850940" y="2649200"/>
                </a:lnTo>
                <a:lnTo>
                  <a:pt x="3816358" y="2597156"/>
                </a:lnTo>
                <a:lnTo>
                  <a:pt x="3796425" y="2698316"/>
                </a:lnTo>
                <a:lnTo>
                  <a:pt x="3699490" y="2785628"/>
                </a:lnTo>
                <a:cubicBezTo>
                  <a:pt x="3697741" y="2768347"/>
                  <a:pt x="3692909" y="2749157"/>
                  <a:pt x="3688079" y="2729964"/>
                </a:cubicBezTo>
                <a:cubicBezTo>
                  <a:pt x="3603049" y="2793391"/>
                  <a:pt x="3538490" y="2864097"/>
                  <a:pt x="3478225" y="2936788"/>
                </a:cubicBezTo>
                <a:lnTo>
                  <a:pt x="3450401" y="2971054"/>
                </a:lnTo>
                <a:lnTo>
                  <a:pt x="3398477" y="2975453"/>
                </a:lnTo>
                <a:cubicBezTo>
                  <a:pt x="3406277" y="2985868"/>
                  <a:pt x="3409307" y="2996311"/>
                  <a:pt x="3412337" y="3006753"/>
                </a:cubicBezTo>
                <a:lnTo>
                  <a:pt x="3420030" y="3008459"/>
                </a:lnTo>
                <a:lnTo>
                  <a:pt x="3393016" y="3041729"/>
                </a:lnTo>
                <a:lnTo>
                  <a:pt x="3361504" y="3041911"/>
                </a:lnTo>
                <a:lnTo>
                  <a:pt x="3373915" y="3021346"/>
                </a:lnTo>
                <a:cubicBezTo>
                  <a:pt x="3364229" y="3020745"/>
                  <a:pt x="3361145" y="3018838"/>
                  <a:pt x="3358066" y="3016930"/>
                </a:cubicBezTo>
                <a:lnTo>
                  <a:pt x="3337138" y="3042051"/>
                </a:lnTo>
                <a:lnTo>
                  <a:pt x="3212480" y="3042767"/>
                </a:lnTo>
                <a:cubicBezTo>
                  <a:pt x="3212480" y="3042767"/>
                  <a:pt x="3213488" y="3046247"/>
                  <a:pt x="3214499" y="3049729"/>
                </a:cubicBezTo>
                <a:lnTo>
                  <a:pt x="3314778" y="3068893"/>
                </a:lnTo>
                <a:lnTo>
                  <a:pt x="3265369" y="3128202"/>
                </a:lnTo>
                <a:lnTo>
                  <a:pt x="3224787" y="3126374"/>
                </a:lnTo>
                <a:cubicBezTo>
                  <a:pt x="3155779" y="3123284"/>
                  <a:pt x="3086772" y="3120193"/>
                  <a:pt x="3018956" y="3117097"/>
                </a:cubicBezTo>
                <a:cubicBezTo>
                  <a:pt x="3021986" y="3127539"/>
                  <a:pt x="3024007" y="3134500"/>
                  <a:pt x="3026026" y="3141462"/>
                </a:cubicBezTo>
                <a:cubicBezTo>
                  <a:pt x="3062136" y="3146484"/>
                  <a:pt x="3098544" y="3151504"/>
                  <a:pt x="3135788" y="3156574"/>
                </a:cubicBezTo>
                <a:lnTo>
                  <a:pt x="3231079" y="3169368"/>
                </a:lnTo>
                <a:lnTo>
                  <a:pt x="3108985" y="3315934"/>
                </a:lnTo>
                <a:lnTo>
                  <a:pt x="3012745" y="3326325"/>
                </a:lnTo>
                <a:cubicBezTo>
                  <a:pt x="2966037" y="3330080"/>
                  <a:pt x="2928141" y="3347731"/>
                  <a:pt x="2888224" y="3358420"/>
                </a:cubicBezTo>
                <a:cubicBezTo>
                  <a:pt x="2918578" y="3376548"/>
                  <a:pt x="2952185" y="3396620"/>
                  <a:pt x="2993918" y="3421549"/>
                </a:cubicBezTo>
                <a:lnTo>
                  <a:pt x="3012005" y="3432352"/>
                </a:lnTo>
                <a:lnTo>
                  <a:pt x="2999728" y="3447088"/>
                </a:lnTo>
                <a:lnTo>
                  <a:pt x="2735492" y="3439487"/>
                </a:lnTo>
                <a:cubicBezTo>
                  <a:pt x="2636065" y="3436572"/>
                  <a:pt x="2537236" y="3433653"/>
                  <a:pt x="2436018" y="3430748"/>
                </a:cubicBezTo>
                <a:cubicBezTo>
                  <a:pt x="2575162" y="3477888"/>
                  <a:pt x="2729929" y="3475908"/>
                  <a:pt x="2873780" y="3514340"/>
                </a:cubicBezTo>
                <a:lnTo>
                  <a:pt x="2928357" y="3532765"/>
                </a:lnTo>
                <a:lnTo>
                  <a:pt x="2669691" y="3843276"/>
                </a:lnTo>
                <a:cubicBezTo>
                  <a:pt x="2658695" y="3820269"/>
                  <a:pt x="2677208" y="3793937"/>
                  <a:pt x="2675901" y="3771531"/>
                </a:cubicBezTo>
                <a:cubicBezTo>
                  <a:pt x="2675041" y="3744001"/>
                  <a:pt x="2671539" y="3709435"/>
                  <a:pt x="2646890" y="3694169"/>
                </a:cubicBezTo>
                <a:cubicBezTo>
                  <a:pt x="2631484" y="3684629"/>
                  <a:pt x="2558373" y="3704142"/>
                  <a:pt x="2547354" y="3718916"/>
                </a:cubicBezTo>
                <a:cubicBezTo>
                  <a:pt x="2482992" y="3824841"/>
                  <a:pt x="2415105" y="3933981"/>
                  <a:pt x="2366596" y="4044322"/>
                </a:cubicBezTo>
                <a:cubicBezTo>
                  <a:pt x="2349833" y="4087936"/>
                  <a:pt x="2381507" y="4134550"/>
                  <a:pt x="2387644" y="4176147"/>
                </a:cubicBezTo>
                <a:cubicBezTo>
                  <a:pt x="2407018" y="4177348"/>
                  <a:pt x="2429919" y="4175332"/>
                  <a:pt x="2455900" y="4175224"/>
                </a:cubicBezTo>
                <a:cubicBezTo>
                  <a:pt x="2438695" y="4223961"/>
                  <a:pt x="2431176" y="4273301"/>
                  <a:pt x="2401202" y="4319531"/>
                </a:cubicBezTo>
                <a:cubicBezTo>
                  <a:pt x="2307751" y="4461437"/>
                  <a:pt x="2207698" y="4604648"/>
                  <a:pt x="2119105" y="4727963"/>
                </a:cubicBezTo>
                <a:cubicBezTo>
                  <a:pt x="2202816" y="4661019"/>
                  <a:pt x="2300629" y="4581210"/>
                  <a:pt x="2395357" y="4499493"/>
                </a:cubicBezTo>
                <a:cubicBezTo>
                  <a:pt x="2404601" y="4505219"/>
                  <a:pt x="2410763" y="4509035"/>
                  <a:pt x="2416926" y="4512851"/>
                </a:cubicBezTo>
                <a:cubicBezTo>
                  <a:pt x="2271047" y="4697875"/>
                  <a:pt x="2125611" y="4877778"/>
                  <a:pt x="1979733" y="5062805"/>
                </a:cubicBezTo>
                <a:cubicBezTo>
                  <a:pt x="1989420" y="5063404"/>
                  <a:pt x="1998665" y="5069128"/>
                  <a:pt x="2008351" y="5069729"/>
                </a:cubicBezTo>
                <a:cubicBezTo>
                  <a:pt x="2081487" y="5012434"/>
                  <a:pt x="2158149" y="4951924"/>
                  <a:pt x="2263010" y="4865682"/>
                </a:cubicBezTo>
                <a:cubicBezTo>
                  <a:pt x="2247998" y="4926577"/>
                  <a:pt x="2237842" y="4968882"/>
                  <a:pt x="2234736" y="5004754"/>
                </a:cubicBezTo>
                <a:cubicBezTo>
                  <a:pt x="2262490" y="4984149"/>
                  <a:pt x="2300378" y="4959018"/>
                  <a:pt x="2338708" y="4928762"/>
                </a:cubicBezTo>
                <a:cubicBezTo>
                  <a:pt x="2347951" y="4934486"/>
                  <a:pt x="2354114" y="4938303"/>
                  <a:pt x="2363356" y="4944028"/>
                </a:cubicBezTo>
                <a:cubicBezTo>
                  <a:pt x="2310038" y="4997399"/>
                  <a:pt x="2256723" y="5050769"/>
                  <a:pt x="2206928" y="5100922"/>
                </a:cubicBezTo>
                <a:cubicBezTo>
                  <a:pt x="2213093" y="5104739"/>
                  <a:pt x="2216171" y="5106648"/>
                  <a:pt x="2222336" y="5110464"/>
                </a:cubicBezTo>
                <a:cubicBezTo>
                  <a:pt x="2306933" y="5033271"/>
                  <a:pt x="2395058" y="4952861"/>
                  <a:pt x="2483180" y="4872452"/>
                </a:cubicBezTo>
                <a:cubicBezTo>
                  <a:pt x="2489343" y="4876269"/>
                  <a:pt x="2495505" y="4880084"/>
                  <a:pt x="2501667" y="4883903"/>
                </a:cubicBezTo>
                <a:cubicBezTo>
                  <a:pt x="2441274" y="4981486"/>
                  <a:pt x="2377801" y="5077161"/>
                  <a:pt x="2324458" y="5168313"/>
                </a:cubicBezTo>
                <a:cubicBezTo>
                  <a:pt x="2362344" y="5143182"/>
                  <a:pt x="2420938" y="5103876"/>
                  <a:pt x="2479530" y="5064573"/>
                </a:cubicBezTo>
                <a:cubicBezTo>
                  <a:pt x="2485694" y="5068388"/>
                  <a:pt x="2488773" y="5070297"/>
                  <a:pt x="2491855" y="5072206"/>
                </a:cubicBezTo>
                <a:cubicBezTo>
                  <a:pt x="2416501" y="5155123"/>
                  <a:pt x="2344669" y="5234826"/>
                  <a:pt x="2269759" y="5312618"/>
                </a:cubicBezTo>
                <a:cubicBezTo>
                  <a:pt x="2279003" y="5318343"/>
                  <a:pt x="2285165" y="5322161"/>
                  <a:pt x="2297932" y="5324668"/>
                </a:cubicBezTo>
                <a:cubicBezTo>
                  <a:pt x="2403680" y="5228176"/>
                  <a:pt x="2509430" y="5131684"/>
                  <a:pt x="2615177" y="5035194"/>
                </a:cubicBezTo>
                <a:cubicBezTo>
                  <a:pt x="2617790" y="5080008"/>
                  <a:pt x="2608523" y="5112064"/>
                  <a:pt x="2586042" y="5146736"/>
                </a:cubicBezTo>
                <a:cubicBezTo>
                  <a:pt x="2575023" y="5161510"/>
                  <a:pt x="2550790" y="5178900"/>
                  <a:pt x="2533167" y="5194982"/>
                </a:cubicBezTo>
                <a:cubicBezTo>
                  <a:pt x="2563560" y="5181408"/>
                  <a:pt x="2600560" y="5166526"/>
                  <a:pt x="2627872" y="5151045"/>
                </a:cubicBezTo>
                <a:lnTo>
                  <a:pt x="2760220" y="5050065"/>
                </a:lnTo>
                <a:lnTo>
                  <a:pt x="2761957" y="5080892"/>
                </a:lnTo>
                <a:lnTo>
                  <a:pt x="2773711" y="5467701"/>
                </a:lnTo>
                <a:lnTo>
                  <a:pt x="2741546" y="5509561"/>
                </a:lnTo>
                <a:cubicBezTo>
                  <a:pt x="2722044" y="5535025"/>
                  <a:pt x="2701909" y="5561362"/>
                  <a:pt x="2680865" y="5588825"/>
                </a:cubicBezTo>
                <a:cubicBezTo>
                  <a:pt x="2721830" y="5565602"/>
                  <a:pt x="2745619" y="5553338"/>
                  <a:pt x="2769406" y="5541073"/>
                </a:cubicBezTo>
                <a:cubicBezTo>
                  <a:pt x="2753087" y="5579560"/>
                  <a:pt x="2740739" y="5609708"/>
                  <a:pt x="2716926" y="5659755"/>
                </a:cubicBezTo>
                <a:cubicBezTo>
                  <a:pt x="2741377" y="5639803"/>
                  <a:pt x="2760545" y="5624674"/>
                  <a:pt x="2776681" y="5611721"/>
                </a:cubicBezTo>
                <a:lnTo>
                  <a:pt x="2778184" y="5610455"/>
                </a:lnTo>
                <a:lnTo>
                  <a:pt x="2779858" y="5654557"/>
                </a:lnTo>
                <a:lnTo>
                  <a:pt x="2498722" y="6005168"/>
                </a:lnTo>
                <a:cubicBezTo>
                  <a:pt x="2511491" y="6007676"/>
                  <a:pt x="2527342" y="6012092"/>
                  <a:pt x="2536586" y="6017819"/>
                </a:cubicBezTo>
                <a:cubicBezTo>
                  <a:pt x="2622181" y="5929094"/>
                  <a:pt x="2704063" y="5841107"/>
                  <a:pt x="2777391" y="5762250"/>
                </a:cubicBezTo>
                <a:lnTo>
                  <a:pt x="2783690" y="5755486"/>
                </a:lnTo>
                <a:lnTo>
                  <a:pt x="2786874" y="5839451"/>
                </a:lnTo>
                <a:lnTo>
                  <a:pt x="2732206" y="5858199"/>
                </a:lnTo>
                <a:cubicBezTo>
                  <a:pt x="2747508" y="5859577"/>
                  <a:pt x="2760799" y="5860722"/>
                  <a:pt x="2772985" y="5861773"/>
                </a:cubicBezTo>
                <a:lnTo>
                  <a:pt x="2788156" y="5863106"/>
                </a:lnTo>
                <a:lnTo>
                  <a:pt x="2791079" y="5909240"/>
                </a:lnTo>
                <a:lnTo>
                  <a:pt x="2758639" y="5923165"/>
                </a:lnTo>
                <a:cubicBezTo>
                  <a:pt x="2722795" y="5938762"/>
                  <a:pt x="2689870" y="5953468"/>
                  <a:pt x="2657713" y="5968650"/>
                </a:cubicBezTo>
                <a:cubicBezTo>
                  <a:pt x="2660351" y="5975682"/>
                  <a:pt x="2663433" y="5977590"/>
                  <a:pt x="2666070" y="5984622"/>
                </a:cubicBezTo>
                <a:lnTo>
                  <a:pt x="2794529" y="5963651"/>
                </a:lnTo>
                <a:lnTo>
                  <a:pt x="2795345" y="5976555"/>
                </a:lnTo>
                <a:lnTo>
                  <a:pt x="2728340" y="6043437"/>
                </a:lnTo>
                <a:cubicBezTo>
                  <a:pt x="2699919" y="6071731"/>
                  <a:pt x="2668854" y="6102435"/>
                  <a:pt x="2629858" y="6140380"/>
                </a:cubicBezTo>
                <a:cubicBezTo>
                  <a:pt x="2684482" y="6109415"/>
                  <a:pt x="2701663" y="6098457"/>
                  <a:pt x="2739105" y="6078451"/>
                </a:cubicBezTo>
                <a:cubicBezTo>
                  <a:pt x="2706495" y="6117648"/>
                  <a:pt x="2684900" y="6142072"/>
                  <a:pt x="2666388" y="6168401"/>
                </a:cubicBezTo>
                <a:cubicBezTo>
                  <a:pt x="2672552" y="6172219"/>
                  <a:pt x="2678714" y="6176034"/>
                  <a:pt x="2684875" y="6179851"/>
                </a:cubicBezTo>
                <a:lnTo>
                  <a:pt x="2801485" y="6073450"/>
                </a:lnTo>
                <a:lnTo>
                  <a:pt x="2803302" y="6102129"/>
                </a:lnTo>
                <a:lnTo>
                  <a:pt x="2805199" y="6117564"/>
                </a:lnTo>
                <a:lnTo>
                  <a:pt x="2771199" y="6157722"/>
                </a:lnTo>
                <a:cubicBezTo>
                  <a:pt x="2729663" y="6206241"/>
                  <a:pt x="2688129" y="6254759"/>
                  <a:pt x="2648243" y="6302950"/>
                </a:cubicBezTo>
                <a:cubicBezTo>
                  <a:pt x="2657489" y="6308677"/>
                  <a:pt x="2663651" y="6312492"/>
                  <a:pt x="2676421" y="6315001"/>
                </a:cubicBezTo>
                <a:lnTo>
                  <a:pt x="2812320" y="6175575"/>
                </a:lnTo>
                <a:lnTo>
                  <a:pt x="2818880" y="6229017"/>
                </a:lnTo>
                <a:cubicBezTo>
                  <a:pt x="2841175" y="6354859"/>
                  <a:pt x="2880943" y="6477673"/>
                  <a:pt x="2914057" y="6598476"/>
                </a:cubicBezTo>
                <a:cubicBezTo>
                  <a:pt x="2954424" y="6745742"/>
                  <a:pt x="3004096" y="6887380"/>
                  <a:pt x="3050666" y="7030892"/>
                </a:cubicBezTo>
                <a:cubicBezTo>
                  <a:pt x="3051927" y="7035494"/>
                  <a:pt x="3046988" y="7043850"/>
                  <a:pt x="3042048" y="7052205"/>
                </a:cubicBezTo>
                <a:cubicBezTo>
                  <a:pt x="3024492" y="7014537"/>
                  <a:pt x="3012561" y="6984200"/>
                  <a:pt x="2984336" y="6920799"/>
                </a:cubicBezTo>
                <a:cubicBezTo>
                  <a:pt x="3098662" y="7377427"/>
                  <a:pt x="3186816" y="7817704"/>
                  <a:pt x="3362367" y="8194361"/>
                </a:cubicBezTo>
                <a:cubicBezTo>
                  <a:pt x="3350329" y="8137260"/>
                  <a:pt x="3340128" y="8073680"/>
                  <a:pt x="3318000" y="7979764"/>
                </a:cubicBezTo>
                <a:cubicBezTo>
                  <a:pt x="3348066" y="8036687"/>
                  <a:pt x="3363096" y="8065148"/>
                  <a:pt x="3376867" y="8089009"/>
                </a:cubicBezTo>
                <a:cubicBezTo>
                  <a:pt x="3379969" y="8087132"/>
                  <a:pt x="3386170" y="8083378"/>
                  <a:pt x="3392370" y="8079627"/>
                </a:cubicBezTo>
                <a:cubicBezTo>
                  <a:pt x="3315419" y="7798901"/>
                  <a:pt x="3239728" y="7522779"/>
                  <a:pt x="3162775" y="7242054"/>
                </a:cubicBezTo>
                <a:cubicBezTo>
                  <a:pt x="3172079" y="7236423"/>
                  <a:pt x="3182642" y="7235397"/>
                  <a:pt x="3191944" y="7229769"/>
                </a:cubicBezTo>
                <a:cubicBezTo>
                  <a:pt x="3197097" y="7274940"/>
                  <a:pt x="3197306" y="7328466"/>
                  <a:pt x="3209922" y="7374486"/>
                </a:cubicBezTo>
                <a:cubicBezTo>
                  <a:pt x="3266692" y="7581578"/>
                  <a:pt x="3327821" y="7791396"/>
                  <a:pt x="3385851" y="8003091"/>
                </a:cubicBezTo>
                <a:cubicBezTo>
                  <a:pt x="3401567" y="8047234"/>
                  <a:pt x="3416811" y="8129222"/>
                  <a:pt x="3436100" y="8133646"/>
                </a:cubicBezTo>
                <a:cubicBezTo>
                  <a:pt x="3522556" y="8145716"/>
                  <a:pt x="3542845" y="8246111"/>
                  <a:pt x="3571178" y="8336276"/>
                </a:cubicBezTo>
                <a:cubicBezTo>
                  <a:pt x="3609599" y="8463256"/>
                  <a:pt x="3643082" y="8598592"/>
                  <a:pt x="3678404" y="8727450"/>
                </a:cubicBezTo>
                <a:cubicBezTo>
                  <a:pt x="3662216" y="8721150"/>
                  <a:pt x="3642930" y="8716724"/>
                  <a:pt x="3623639" y="8712300"/>
                </a:cubicBezTo>
                <a:cubicBezTo>
                  <a:pt x="3659281" y="8921446"/>
                  <a:pt x="3758093" y="9070904"/>
                  <a:pt x="3823479" y="9256685"/>
                </a:cubicBezTo>
                <a:cubicBezTo>
                  <a:pt x="3797200" y="9213567"/>
                  <a:pt x="3767820" y="9172327"/>
                  <a:pt x="3740277" y="9124608"/>
                </a:cubicBezTo>
                <a:cubicBezTo>
                  <a:pt x="3735336" y="9132963"/>
                  <a:pt x="3732238" y="9134839"/>
                  <a:pt x="3729136" y="9136715"/>
                </a:cubicBezTo>
                <a:cubicBezTo>
                  <a:pt x="3870945" y="9469406"/>
                  <a:pt x="4011492" y="9797495"/>
                  <a:pt x="4152040" y="10125583"/>
                </a:cubicBezTo>
                <a:cubicBezTo>
                  <a:pt x="4126549" y="10124913"/>
                  <a:pt x="4111516" y="10096452"/>
                  <a:pt x="4090968" y="10087425"/>
                </a:cubicBezTo>
                <a:cubicBezTo>
                  <a:pt x="4066055" y="10075672"/>
                  <a:pt x="4033680" y="10063071"/>
                  <a:pt x="4008874" y="10078082"/>
                </a:cubicBezTo>
                <a:cubicBezTo>
                  <a:pt x="3993370" y="10087463"/>
                  <a:pt x="3977501" y="10161449"/>
                  <a:pt x="3985649" y="10177983"/>
                </a:cubicBezTo>
                <a:cubicBezTo>
                  <a:pt x="4050716" y="10283474"/>
                  <a:pt x="4117045" y="10393569"/>
                  <a:pt x="4193257" y="10486953"/>
                </a:cubicBezTo>
                <a:cubicBezTo>
                  <a:pt x="4224474" y="10521714"/>
                  <a:pt x="4280394" y="10514704"/>
                  <a:pt x="4320232" y="10528156"/>
                </a:cubicBezTo>
                <a:cubicBezTo>
                  <a:pt x="4330112" y="10511446"/>
                  <a:pt x="4338730" y="10490135"/>
                  <a:pt x="4350450" y="10466947"/>
                </a:cubicBezTo>
                <a:cubicBezTo>
                  <a:pt x="4386032" y="10504435"/>
                  <a:pt x="4426555" y="10533570"/>
                  <a:pt x="4454095" y="10581288"/>
                </a:cubicBezTo>
                <a:lnTo>
                  <a:pt x="4530975" y="10720718"/>
                </a:lnTo>
                <a:lnTo>
                  <a:pt x="4512439" y="10743714"/>
                </a:lnTo>
                <a:cubicBezTo>
                  <a:pt x="4525319" y="10745562"/>
                  <a:pt x="4534847" y="10750803"/>
                  <a:pt x="4544372" y="10756045"/>
                </a:cubicBezTo>
                <a:lnTo>
                  <a:pt x="4548873" y="10753179"/>
                </a:lnTo>
                <a:lnTo>
                  <a:pt x="4565830" y="10783931"/>
                </a:lnTo>
                <a:lnTo>
                  <a:pt x="4428516" y="10922832"/>
                </a:lnTo>
                <a:cubicBezTo>
                  <a:pt x="4428516" y="10922832"/>
                  <a:pt x="4431693" y="10924579"/>
                  <a:pt x="4434867" y="10926326"/>
                </a:cubicBezTo>
                <a:lnTo>
                  <a:pt x="4586931" y="10823060"/>
                </a:lnTo>
                <a:lnTo>
                  <a:pt x="4610870" y="10868594"/>
                </a:lnTo>
                <a:lnTo>
                  <a:pt x="4344235" y="11112231"/>
                </a:lnTo>
                <a:cubicBezTo>
                  <a:pt x="4353761" y="11117472"/>
                  <a:pt x="4360112" y="11120966"/>
                  <a:pt x="4366464" y="11124461"/>
                </a:cubicBezTo>
                <a:cubicBezTo>
                  <a:pt x="4424632" y="11080498"/>
                  <a:pt x="4483640" y="11035684"/>
                  <a:pt x="4546820" y="10987272"/>
                </a:cubicBezTo>
                <a:lnTo>
                  <a:pt x="4636841" y="10917990"/>
                </a:lnTo>
                <a:lnTo>
                  <a:pt x="4651742" y="10946332"/>
                </a:lnTo>
                <a:lnTo>
                  <a:pt x="4617296" y="10984789"/>
                </a:lnTo>
                <a:lnTo>
                  <a:pt x="4662824" y="10967410"/>
                </a:lnTo>
                <a:lnTo>
                  <a:pt x="4689501" y="11018151"/>
                </a:lnTo>
                <a:lnTo>
                  <a:pt x="4622259" y="11097550"/>
                </a:lnTo>
                <a:cubicBezTo>
                  <a:pt x="4575818" y="11153206"/>
                  <a:pt x="4530171" y="11209300"/>
                  <a:pt x="4487788" y="11264571"/>
                </a:cubicBezTo>
                <a:cubicBezTo>
                  <a:pt x="4457418" y="11300253"/>
                  <a:pt x="4443101" y="11339530"/>
                  <a:pt x="4422435" y="11375314"/>
                </a:cubicBezTo>
                <a:cubicBezTo>
                  <a:pt x="4468145" y="11363788"/>
                  <a:pt x="4520386" y="11350619"/>
                  <a:pt x="4592215" y="11332509"/>
                </a:cubicBezTo>
                <a:cubicBezTo>
                  <a:pt x="4441611" y="11474935"/>
                  <a:pt x="4301072" y="11607183"/>
                  <a:pt x="4153820" y="11746216"/>
                </a:cubicBezTo>
                <a:cubicBezTo>
                  <a:pt x="4364578" y="11642126"/>
                  <a:pt x="4514697" y="11420840"/>
                  <a:pt x="4786626" y="11418523"/>
                </a:cubicBezTo>
                <a:cubicBezTo>
                  <a:pt x="4779736" y="11430451"/>
                  <a:pt x="4762605" y="11457700"/>
                  <a:pt x="4745473" y="11484947"/>
                </a:cubicBezTo>
                <a:cubicBezTo>
                  <a:pt x="4976895" y="11345075"/>
                  <a:pt x="5163505" y="11191022"/>
                  <a:pt x="5401045" y="11154063"/>
                </a:cubicBezTo>
                <a:cubicBezTo>
                  <a:pt x="5359892" y="11220488"/>
                  <a:pt x="5315560" y="11285168"/>
                  <a:pt x="5257634" y="11368560"/>
                </a:cubicBezTo>
                <a:cubicBezTo>
                  <a:pt x="5340604" y="11309427"/>
                  <a:pt x="5403627" y="11265513"/>
                  <a:pt x="5496663" y="11196197"/>
                </a:cubicBezTo>
                <a:cubicBezTo>
                  <a:pt x="5435917" y="11267562"/>
                  <a:pt x="5402191" y="11306638"/>
                  <a:pt x="5365110" y="11349107"/>
                </a:cubicBezTo>
                <a:cubicBezTo>
                  <a:pt x="5431612" y="11390939"/>
                  <a:pt x="5609719" y="11295082"/>
                  <a:pt x="5559163" y="11445403"/>
                </a:cubicBezTo>
                <a:cubicBezTo>
                  <a:pt x="5682455" y="11390115"/>
                  <a:pt x="5783396" y="11302884"/>
                  <a:pt x="5887731" y="11222758"/>
                </a:cubicBezTo>
                <a:lnTo>
                  <a:pt x="5958972" y="11170509"/>
                </a:lnTo>
                <a:lnTo>
                  <a:pt x="5999693" y="11261006"/>
                </a:lnTo>
                <a:cubicBezTo>
                  <a:pt x="6007734" y="11250776"/>
                  <a:pt x="6018876" y="11238667"/>
                  <a:pt x="6028177" y="11233040"/>
                </a:cubicBezTo>
                <a:lnTo>
                  <a:pt x="5997254" y="11145721"/>
                </a:lnTo>
                <a:lnTo>
                  <a:pt x="6049997" y="11112780"/>
                </a:lnTo>
                <a:lnTo>
                  <a:pt x="6137479" y="11071688"/>
                </a:lnTo>
                <a:lnTo>
                  <a:pt x="6138197" y="11073911"/>
                </a:lnTo>
                <a:cubicBezTo>
                  <a:pt x="6144334" y="11093001"/>
                  <a:pt x="6150707" y="11112953"/>
                  <a:pt x="6157553" y="11134631"/>
                </a:cubicBezTo>
                <a:lnTo>
                  <a:pt x="6170733" y="11176841"/>
                </a:lnTo>
                <a:lnTo>
                  <a:pt x="6129428" y="11260864"/>
                </a:lnTo>
                <a:cubicBezTo>
                  <a:pt x="6024577" y="11474558"/>
                  <a:pt x="5926558" y="11675063"/>
                  <a:pt x="5832615" y="11863075"/>
                </a:cubicBezTo>
                <a:cubicBezTo>
                  <a:pt x="5927571" y="11831493"/>
                  <a:pt x="6025881" y="11796516"/>
                  <a:pt x="6137250" y="11758247"/>
                </a:cubicBezTo>
                <a:cubicBezTo>
                  <a:pt x="6116404" y="11799171"/>
                  <a:pt x="6102806" y="11817885"/>
                  <a:pt x="6085674" y="11845134"/>
                </a:cubicBezTo>
                <a:cubicBezTo>
                  <a:pt x="6155405" y="11794434"/>
                  <a:pt x="6218605" y="11745379"/>
                  <a:pt x="6291694" y="11691283"/>
                </a:cubicBezTo>
                <a:cubicBezTo>
                  <a:pt x="6277197" y="11735703"/>
                  <a:pt x="6266415" y="11766446"/>
                  <a:pt x="6265876" y="11781867"/>
                </a:cubicBezTo>
                <a:cubicBezTo>
                  <a:pt x="6320754" y="11785866"/>
                  <a:pt x="6376169" y="11774442"/>
                  <a:pt x="6407924" y="11791914"/>
                </a:cubicBezTo>
                <a:cubicBezTo>
                  <a:pt x="6423800" y="11800651"/>
                  <a:pt x="6392711" y="11856896"/>
                  <a:pt x="6388638" y="11880851"/>
                </a:cubicBezTo>
                <a:lnTo>
                  <a:pt x="0" y="11880851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  <a:effectLst>
            <a:outerShdw blurRad="1270000" rotWithShape="0" algn="r" dir="10800000" dist="317500">
              <a:srgbClr val="000000">
                <a:alpha val="21960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426190" y="459174"/>
            <a:ext cx="11339623" cy="5939652"/>
          </a:xfrm>
          <a:custGeom>
            <a:rect b="b" l="l" r="r" t="t"/>
            <a:pathLst>
              <a:path extrusionOk="0" h="11880850" w="22682199">
                <a:moveTo>
                  <a:pt x="5517647" y="11816985"/>
                </a:moveTo>
                <a:lnTo>
                  <a:pt x="5482057" y="11880850"/>
                </a:lnTo>
                <a:lnTo>
                  <a:pt x="5312141" y="11880850"/>
                </a:lnTo>
                <a:lnTo>
                  <a:pt x="5402744" y="11843857"/>
                </a:lnTo>
                <a:cubicBezTo>
                  <a:pt x="5439391" y="11831932"/>
                  <a:pt x="5477549" y="11822731"/>
                  <a:pt x="5517647" y="11816985"/>
                </a:cubicBezTo>
                <a:close/>
                <a:moveTo>
                  <a:pt x="3451689" y="11725796"/>
                </a:moveTo>
                <a:lnTo>
                  <a:pt x="3522244" y="11880850"/>
                </a:lnTo>
                <a:lnTo>
                  <a:pt x="3428869" y="11880850"/>
                </a:lnTo>
                <a:lnTo>
                  <a:pt x="3416407" y="11822216"/>
                </a:lnTo>
                <a:lnTo>
                  <a:pt x="3401933" y="11759749"/>
                </a:lnTo>
                <a:close/>
                <a:moveTo>
                  <a:pt x="3392853" y="11596494"/>
                </a:moveTo>
                <a:lnTo>
                  <a:pt x="3434649" y="11688344"/>
                </a:lnTo>
                <a:lnTo>
                  <a:pt x="3393279" y="11722409"/>
                </a:lnTo>
                <a:lnTo>
                  <a:pt x="3367638" y="11611751"/>
                </a:lnTo>
                <a:cubicBezTo>
                  <a:pt x="3378444" y="11605211"/>
                  <a:pt x="3385650" y="11600852"/>
                  <a:pt x="3392853" y="11596494"/>
                </a:cubicBezTo>
                <a:close/>
                <a:moveTo>
                  <a:pt x="11860969" y="9247942"/>
                </a:moveTo>
                <a:lnTo>
                  <a:pt x="11869076" y="9248309"/>
                </a:lnTo>
                <a:lnTo>
                  <a:pt x="11841504" y="9295396"/>
                </a:lnTo>
                <a:lnTo>
                  <a:pt x="11830618" y="9313435"/>
                </a:lnTo>
                <a:lnTo>
                  <a:pt x="11807698" y="9309052"/>
                </a:lnTo>
                <a:close/>
                <a:moveTo>
                  <a:pt x="1720116" y="7638744"/>
                </a:moveTo>
                <a:lnTo>
                  <a:pt x="1725448" y="7700778"/>
                </a:lnTo>
                <a:cubicBezTo>
                  <a:pt x="1728089" y="7729563"/>
                  <a:pt x="1731814" y="7758476"/>
                  <a:pt x="1739141" y="7785207"/>
                </a:cubicBezTo>
                <a:cubicBezTo>
                  <a:pt x="1772117" y="7905500"/>
                  <a:pt x="1806358" y="8026584"/>
                  <a:pt x="1840782" y="8148336"/>
                </a:cubicBezTo>
                <a:lnTo>
                  <a:pt x="1890009" y="8324242"/>
                </a:lnTo>
                <a:lnTo>
                  <a:pt x="1875029" y="8326894"/>
                </a:lnTo>
                <a:lnTo>
                  <a:pt x="1686900" y="7640589"/>
                </a:lnTo>
                <a:close/>
                <a:moveTo>
                  <a:pt x="1521752" y="7287583"/>
                </a:moveTo>
                <a:lnTo>
                  <a:pt x="1554129" y="7386046"/>
                </a:lnTo>
                <a:cubicBezTo>
                  <a:pt x="1555594" y="7391392"/>
                  <a:pt x="1549856" y="7401098"/>
                  <a:pt x="1544115" y="7410805"/>
                </a:cubicBezTo>
                <a:cubicBezTo>
                  <a:pt x="1528820" y="7377985"/>
                  <a:pt x="1517202" y="7349956"/>
                  <a:pt x="1498513" y="7306920"/>
                </a:cubicBezTo>
                <a:lnTo>
                  <a:pt x="1491072" y="7289998"/>
                </a:lnTo>
                <a:close/>
                <a:moveTo>
                  <a:pt x="1279006" y="4591512"/>
                </a:moveTo>
                <a:cubicBezTo>
                  <a:pt x="1290072" y="4597602"/>
                  <a:pt x="1297448" y="4601662"/>
                  <a:pt x="1304828" y="4605720"/>
                </a:cubicBezTo>
                <a:lnTo>
                  <a:pt x="1242783" y="4692597"/>
                </a:lnTo>
                <a:lnTo>
                  <a:pt x="1233669" y="4681864"/>
                </a:lnTo>
                <a:lnTo>
                  <a:pt x="1216405" y="4649982"/>
                </a:lnTo>
                <a:close/>
                <a:moveTo>
                  <a:pt x="10340552" y="425927"/>
                </a:moveTo>
                <a:lnTo>
                  <a:pt x="10345127" y="445671"/>
                </a:lnTo>
                <a:lnTo>
                  <a:pt x="10341589" y="447924"/>
                </a:lnTo>
                <a:cubicBezTo>
                  <a:pt x="10337901" y="445894"/>
                  <a:pt x="10334212" y="443865"/>
                  <a:pt x="10326833" y="439804"/>
                </a:cubicBezTo>
                <a:close/>
                <a:moveTo>
                  <a:pt x="10288087" y="192187"/>
                </a:moveTo>
                <a:lnTo>
                  <a:pt x="10295116" y="225263"/>
                </a:lnTo>
                <a:lnTo>
                  <a:pt x="10226712" y="278368"/>
                </a:lnTo>
                <a:lnTo>
                  <a:pt x="10222502" y="269112"/>
                </a:lnTo>
                <a:lnTo>
                  <a:pt x="10234604" y="254673"/>
                </a:lnTo>
                <a:cubicBezTo>
                  <a:pt x="10247352" y="239528"/>
                  <a:pt x="10259116" y="225646"/>
                  <a:pt x="10270871" y="211954"/>
                </a:cubicBezTo>
                <a:close/>
                <a:moveTo>
                  <a:pt x="10265238" y="84683"/>
                </a:moveTo>
                <a:lnTo>
                  <a:pt x="10279086" y="149839"/>
                </a:lnTo>
                <a:lnTo>
                  <a:pt x="10246786" y="161420"/>
                </a:lnTo>
                <a:cubicBezTo>
                  <a:pt x="10233228" y="166133"/>
                  <a:pt x="10221220" y="170179"/>
                  <a:pt x="10210463" y="173769"/>
                </a:cubicBezTo>
                <a:lnTo>
                  <a:pt x="10183252" y="182855"/>
                </a:lnTo>
                <a:lnTo>
                  <a:pt x="10182846" y="181966"/>
                </a:lnTo>
                <a:close/>
                <a:moveTo>
                  <a:pt x="8492440" y="6167"/>
                </a:moveTo>
                <a:lnTo>
                  <a:pt x="8503312" y="45839"/>
                </a:lnTo>
                <a:lnTo>
                  <a:pt x="8467905" y="56067"/>
                </a:lnTo>
                <a:close/>
                <a:moveTo>
                  <a:pt x="10639399" y="0"/>
                </a:moveTo>
                <a:lnTo>
                  <a:pt x="20532671" y="0"/>
                </a:lnTo>
                <a:lnTo>
                  <a:pt x="21829711" y="0"/>
                </a:lnTo>
                <a:lnTo>
                  <a:pt x="22682199" y="0"/>
                </a:lnTo>
                <a:lnTo>
                  <a:pt x="22682199" y="11880850"/>
                </a:lnTo>
                <a:lnTo>
                  <a:pt x="21829711" y="11880850"/>
                </a:lnTo>
                <a:lnTo>
                  <a:pt x="20532671" y="11880850"/>
                </a:lnTo>
                <a:lnTo>
                  <a:pt x="9250433" y="11880850"/>
                </a:lnTo>
                <a:lnTo>
                  <a:pt x="9284503" y="11857827"/>
                </a:lnTo>
                <a:cubicBezTo>
                  <a:pt x="9402926" y="11768276"/>
                  <a:pt x="9508986" y="11662246"/>
                  <a:pt x="9616479" y="11564163"/>
                </a:cubicBezTo>
                <a:cubicBezTo>
                  <a:pt x="9747518" y="11444595"/>
                  <a:pt x="9867821" y="11318373"/>
                  <a:pt x="9991701" y="11194371"/>
                </a:cubicBezTo>
                <a:cubicBezTo>
                  <a:pt x="9995797" y="11190634"/>
                  <a:pt x="10007051" y="11191330"/>
                  <a:pt x="10018306" y="11192027"/>
                </a:cubicBezTo>
                <a:cubicBezTo>
                  <a:pt x="9988609" y="11230090"/>
                  <a:pt x="9963523" y="11258463"/>
                  <a:pt x="9912837" y="11321163"/>
                </a:cubicBezTo>
                <a:lnTo>
                  <a:pt x="10107478" y="11153399"/>
                </a:lnTo>
                <a:lnTo>
                  <a:pt x="10186903" y="11488650"/>
                </a:lnTo>
                <a:cubicBezTo>
                  <a:pt x="10191326" y="11420525"/>
                  <a:pt x="10186182" y="11351958"/>
                  <a:pt x="10178403" y="11283132"/>
                </a:cubicBezTo>
                <a:lnTo>
                  <a:pt x="10158079" y="11109786"/>
                </a:lnTo>
                <a:lnTo>
                  <a:pt x="10219592" y="11056765"/>
                </a:lnTo>
                <a:cubicBezTo>
                  <a:pt x="10522364" y="10796176"/>
                  <a:pt x="10808082" y="10542665"/>
                  <a:pt x="11030803" y="10257195"/>
                </a:cubicBezTo>
                <a:cubicBezTo>
                  <a:pt x="10978083" y="10299816"/>
                  <a:pt x="10917689" y="10343959"/>
                  <a:pt x="10832208" y="10416472"/>
                </a:cubicBezTo>
                <a:cubicBezTo>
                  <a:pt x="10875220" y="10355294"/>
                  <a:pt x="10896727" y="10324703"/>
                  <a:pt x="10914139" y="10297849"/>
                </a:cubicBezTo>
                <a:cubicBezTo>
                  <a:pt x="10910559" y="10295634"/>
                  <a:pt x="10903399" y="10291200"/>
                  <a:pt x="10896241" y="10286767"/>
                </a:cubicBezTo>
                <a:cubicBezTo>
                  <a:pt x="10646447" y="10514694"/>
                  <a:pt x="10400745" y="10738888"/>
                  <a:pt x="10150950" y="10966816"/>
                </a:cubicBezTo>
                <a:lnTo>
                  <a:pt x="10149507" y="10965601"/>
                </a:lnTo>
                <a:lnTo>
                  <a:pt x="10152108" y="10924860"/>
                </a:lnTo>
                <a:lnTo>
                  <a:pt x="10194094" y="10898664"/>
                </a:lnTo>
                <a:cubicBezTo>
                  <a:pt x="10218531" y="10883217"/>
                  <a:pt x="10242586" y="10866752"/>
                  <a:pt x="10263063" y="10848070"/>
                </a:cubicBezTo>
                <a:cubicBezTo>
                  <a:pt x="10447337" y="10679925"/>
                  <a:pt x="10632127" y="10505827"/>
                  <a:pt x="10820497" y="10333945"/>
                </a:cubicBezTo>
                <a:cubicBezTo>
                  <a:pt x="10857868" y="10294364"/>
                  <a:pt x="10934642" y="10235277"/>
                  <a:pt x="10929030" y="10212983"/>
                </a:cubicBezTo>
                <a:cubicBezTo>
                  <a:pt x="10895841" y="10117155"/>
                  <a:pt x="10988996" y="10043123"/>
                  <a:pt x="11067316" y="9966174"/>
                </a:cubicBezTo>
                <a:lnTo>
                  <a:pt x="11239449" y="9807060"/>
                </a:lnTo>
                <a:lnTo>
                  <a:pt x="11279624" y="9867521"/>
                </a:lnTo>
                <a:lnTo>
                  <a:pt x="11302781" y="9750001"/>
                </a:lnTo>
                <a:lnTo>
                  <a:pt x="11415391" y="9648569"/>
                </a:lnTo>
                <a:cubicBezTo>
                  <a:pt x="11417425" y="9668644"/>
                  <a:pt x="11423037" y="9690938"/>
                  <a:pt x="11428649" y="9713234"/>
                </a:cubicBezTo>
                <a:cubicBezTo>
                  <a:pt x="11527431" y="9639550"/>
                  <a:pt x="11602430" y="9557409"/>
                  <a:pt x="11672441" y="9472962"/>
                </a:cubicBezTo>
                <a:lnTo>
                  <a:pt x="11704764" y="9433154"/>
                </a:lnTo>
                <a:lnTo>
                  <a:pt x="11765087" y="9428044"/>
                </a:lnTo>
                <a:cubicBezTo>
                  <a:pt x="11756026" y="9415944"/>
                  <a:pt x="11752505" y="9403813"/>
                  <a:pt x="11748985" y="9391682"/>
                </a:cubicBezTo>
                <a:lnTo>
                  <a:pt x="11740049" y="9389701"/>
                </a:lnTo>
                <a:lnTo>
                  <a:pt x="11771431" y="9351050"/>
                </a:lnTo>
                <a:lnTo>
                  <a:pt x="11808039" y="9350838"/>
                </a:lnTo>
                <a:lnTo>
                  <a:pt x="11793621" y="9374729"/>
                </a:lnTo>
                <a:cubicBezTo>
                  <a:pt x="11804874" y="9375427"/>
                  <a:pt x="11808455" y="9377643"/>
                  <a:pt x="11812034" y="9379859"/>
                </a:cubicBezTo>
                <a:lnTo>
                  <a:pt x="11836345" y="9350675"/>
                </a:lnTo>
                <a:lnTo>
                  <a:pt x="11981164" y="9349843"/>
                </a:lnTo>
                <a:cubicBezTo>
                  <a:pt x="11981164" y="9349843"/>
                  <a:pt x="11979992" y="9345800"/>
                  <a:pt x="11978817" y="9341756"/>
                </a:cubicBezTo>
                <a:lnTo>
                  <a:pt x="11862321" y="9319492"/>
                </a:lnTo>
                <a:lnTo>
                  <a:pt x="11919720" y="9250592"/>
                </a:lnTo>
                <a:lnTo>
                  <a:pt x="11966867" y="9252715"/>
                </a:lnTo>
                <a:cubicBezTo>
                  <a:pt x="12047035" y="9256305"/>
                  <a:pt x="12127202" y="9259895"/>
                  <a:pt x="12205984" y="9263493"/>
                </a:cubicBezTo>
                <a:cubicBezTo>
                  <a:pt x="12202464" y="9251362"/>
                  <a:pt x="12200118" y="9243275"/>
                  <a:pt x="12197771" y="9235188"/>
                </a:cubicBezTo>
                <a:cubicBezTo>
                  <a:pt x="12155821" y="9229353"/>
                  <a:pt x="12113525" y="9223521"/>
                  <a:pt x="12070258" y="9217631"/>
                </a:cubicBezTo>
                <a:lnTo>
                  <a:pt x="11959557" y="9202768"/>
                </a:lnTo>
                <a:lnTo>
                  <a:pt x="12101395" y="9032500"/>
                </a:lnTo>
                <a:lnTo>
                  <a:pt x="12213200" y="9020427"/>
                </a:lnTo>
                <a:cubicBezTo>
                  <a:pt x="12267462" y="9016065"/>
                  <a:pt x="12311487" y="8995561"/>
                  <a:pt x="12357859" y="8983141"/>
                </a:cubicBezTo>
                <a:cubicBezTo>
                  <a:pt x="12322595" y="8962082"/>
                  <a:pt x="12283555" y="8938763"/>
                  <a:pt x="12235071" y="8909803"/>
                </a:cubicBezTo>
                <a:lnTo>
                  <a:pt x="12214061" y="8897253"/>
                </a:lnTo>
                <a:lnTo>
                  <a:pt x="12228321" y="8880134"/>
                </a:lnTo>
                <a:lnTo>
                  <a:pt x="12535291" y="8888964"/>
                </a:lnTo>
                <a:cubicBezTo>
                  <a:pt x="12650798" y="8892350"/>
                  <a:pt x="12765612" y="8895742"/>
                  <a:pt x="12883197" y="8899116"/>
                </a:cubicBezTo>
                <a:cubicBezTo>
                  <a:pt x="12721551" y="8844353"/>
                  <a:pt x="12541754" y="8846653"/>
                  <a:pt x="12374639" y="8802006"/>
                </a:cubicBezTo>
                <a:lnTo>
                  <a:pt x="12311236" y="8780602"/>
                </a:lnTo>
                <a:lnTo>
                  <a:pt x="12611735" y="8419874"/>
                </a:lnTo>
                <a:cubicBezTo>
                  <a:pt x="12624509" y="8446600"/>
                  <a:pt x="12603001" y="8477191"/>
                  <a:pt x="12604520" y="8503221"/>
                </a:cubicBezTo>
                <a:cubicBezTo>
                  <a:pt x="12605520" y="8535203"/>
                  <a:pt x="12609587" y="8575359"/>
                  <a:pt x="12638223" y="8593094"/>
                </a:cubicBezTo>
                <a:cubicBezTo>
                  <a:pt x="12656120" y="8604177"/>
                  <a:pt x="12741055" y="8581508"/>
                  <a:pt x="12753857" y="8564345"/>
                </a:cubicBezTo>
                <a:cubicBezTo>
                  <a:pt x="12828627" y="8441289"/>
                  <a:pt x="12907492" y="8314498"/>
                  <a:pt x="12963847" y="8186313"/>
                </a:cubicBezTo>
                <a:cubicBezTo>
                  <a:pt x="12983320" y="8135645"/>
                  <a:pt x="12946524" y="8081493"/>
                  <a:pt x="12939395" y="8033168"/>
                </a:cubicBezTo>
                <a:cubicBezTo>
                  <a:pt x="12916887" y="8031773"/>
                  <a:pt x="12890284" y="8034116"/>
                  <a:pt x="12860100" y="8034241"/>
                </a:cubicBezTo>
                <a:cubicBezTo>
                  <a:pt x="12880089" y="7977621"/>
                  <a:pt x="12888824" y="7920303"/>
                  <a:pt x="12923646" y="7866596"/>
                </a:cubicBezTo>
                <a:cubicBezTo>
                  <a:pt x="13032208" y="7701740"/>
                  <a:pt x="13148443" y="7535368"/>
                  <a:pt x="13251363" y="7392111"/>
                </a:cubicBezTo>
                <a:cubicBezTo>
                  <a:pt x="13154114" y="7469881"/>
                  <a:pt x="13040483" y="7562597"/>
                  <a:pt x="12930435" y="7657530"/>
                </a:cubicBezTo>
                <a:cubicBezTo>
                  <a:pt x="12919695" y="7650879"/>
                  <a:pt x="12912537" y="7646445"/>
                  <a:pt x="12905379" y="7642011"/>
                </a:cubicBezTo>
                <a:cubicBezTo>
                  <a:pt x="13074849" y="7427064"/>
                  <a:pt x="13243805" y="7218067"/>
                  <a:pt x="13413275" y="7003117"/>
                </a:cubicBezTo>
                <a:cubicBezTo>
                  <a:pt x="13402023" y="7002420"/>
                  <a:pt x="13391283" y="6995771"/>
                  <a:pt x="13380029" y="6995073"/>
                </a:cubicBezTo>
                <a:cubicBezTo>
                  <a:pt x="13295066" y="7061634"/>
                  <a:pt x="13206005" y="7131930"/>
                  <a:pt x="13084185" y="7232119"/>
                </a:cubicBezTo>
                <a:cubicBezTo>
                  <a:pt x="13101626" y="7161376"/>
                  <a:pt x="13113424" y="7112229"/>
                  <a:pt x="13117033" y="7070555"/>
                </a:cubicBezTo>
                <a:cubicBezTo>
                  <a:pt x="13084789" y="7094493"/>
                  <a:pt x="13040774" y="7123689"/>
                  <a:pt x="12996245" y="7158838"/>
                </a:cubicBezTo>
                <a:cubicBezTo>
                  <a:pt x="12985507" y="7152188"/>
                  <a:pt x="12978347" y="7147753"/>
                  <a:pt x="12967611" y="7141103"/>
                </a:cubicBezTo>
                <a:cubicBezTo>
                  <a:pt x="13029553" y="7079101"/>
                  <a:pt x="13091490" y="7017098"/>
                  <a:pt x="13149337" y="6958835"/>
                </a:cubicBezTo>
                <a:cubicBezTo>
                  <a:pt x="13142176" y="6954401"/>
                  <a:pt x="13138599" y="6952183"/>
                  <a:pt x="13131438" y="6947750"/>
                </a:cubicBezTo>
                <a:cubicBezTo>
                  <a:pt x="13033159" y="7037427"/>
                  <a:pt x="12930783" y="7130841"/>
                  <a:pt x="12828409" y="7224254"/>
                </a:cubicBezTo>
                <a:cubicBezTo>
                  <a:pt x="12821249" y="7219820"/>
                  <a:pt x="12814090" y="7215388"/>
                  <a:pt x="12806931" y="7210952"/>
                </a:cubicBezTo>
                <a:cubicBezTo>
                  <a:pt x="12877091" y="7097586"/>
                  <a:pt x="12950830" y="6986439"/>
                  <a:pt x="13012801" y="6880545"/>
                </a:cubicBezTo>
                <a:cubicBezTo>
                  <a:pt x="12968786" y="6909741"/>
                  <a:pt x="12900718" y="6955403"/>
                  <a:pt x="12832649" y="7001063"/>
                </a:cubicBezTo>
                <a:cubicBezTo>
                  <a:pt x="12825489" y="6996630"/>
                  <a:pt x="12821911" y="6994413"/>
                  <a:pt x="12818331" y="6992195"/>
                </a:cubicBezTo>
                <a:cubicBezTo>
                  <a:pt x="12905871" y="6895868"/>
                  <a:pt x="12989320" y="6803275"/>
                  <a:pt x="13076345" y="6712903"/>
                </a:cubicBezTo>
                <a:cubicBezTo>
                  <a:pt x="13065607" y="6706252"/>
                  <a:pt x="13058447" y="6701817"/>
                  <a:pt x="13043615" y="6698904"/>
                </a:cubicBezTo>
                <a:cubicBezTo>
                  <a:pt x="12920765" y="6811001"/>
                  <a:pt x="12797913" y="6923098"/>
                  <a:pt x="12675065" y="7035193"/>
                </a:cubicBezTo>
                <a:cubicBezTo>
                  <a:pt x="12672028" y="6983131"/>
                  <a:pt x="12682796" y="6945891"/>
                  <a:pt x="12708912" y="6905611"/>
                </a:cubicBezTo>
                <a:cubicBezTo>
                  <a:pt x="12721713" y="6888448"/>
                  <a:pt x="12749864" y="6868246"/>
                  <a:pt x="12770338" y="6849564"/>
                </a:cubicBezTo>
                <a:cubicBezTo>
                  <a:pt x="12735030" y="6865332"/>
                  <a:pt x="12692047" y="6882622"/>
                  <a:pt x="12660317" y="6900606"/>
                </a:cubicBezTo>
                <a:lnTo>
                  <a:pt x="12506564" y="7017917"/>
                </a:lnTo>
                <a:lnTo>
                  <a:pt x="12504547" y="6982105"/>
                </a:lnTo>
                <a:lnTo>
                  <a:pt x="12490891" y="6532739"/>
                </a:lnTo>
                <a:lnTo>
                  <a:pt x="12528258" y="6484110"/>
                </a:lnTo>
                <a:cubicBezTo>
                  <a:pt x="12550914" y="6454527"/>
                  <a:pt x="12574307" y="6423931"/>
                  <a:pt x="12598754" y="6392027"/>
                </a:cubicBezTo>
                <a:cubicBezTo>
                  <a:pt x="12551163" y="6419005"/>
                  <a:pt x="12523527" y="6433252"/>
                  <a:pt x="12495892" y="6447501"/>
                </a:cubicBezTo>
                <a:cubicBezTo>
                  <a:pt x="12514851" y="6402790"/>
                  <a:pt x="12529197" y="6367766"/>
                  <a:pt x="12556860" y="6309625"/>
                </a:cubicBezTo>
                <a:cubicBezTo>
                  <a:pt x="12528455" y="6332805"/>
                  <a:pt x="12506188" y="6350379"/>
                  <a:pt x="12487442" y="6365428"/>
                </a:cubicBezTo>
                <a:lnTo>
                  <a:pt x="12485695" y="6366899"/>
                </a:lnTo>
                <a:lnTo>
                  <a:pt x="12483751" y="6315664"/>
                </a:lnTo>
                <a:lnTo>
                  <a:pt x="12810353" y="5908351"/>
                </a:lnTo>
                <a:cubicBezTo>
                  <a:pt x="12795519" y="5905437"/>
                  <a:pt x="12777105" y="5900307"/>
                  <a:pt x="12766367" y="5893654"/>
                </a:cubicBezTo>
                <a:cubicBezTo>
                  <a:pt x="12666928" y="5996727"/>
                  <a:pt x="12571804" y="6098944"/>
                  <a:pt x="12486616" y="6190554"/>
                </a:cubicBezTo>
                <a:lnTo>
                  <a:pt x="12479299" y="6198412"/>
                </a:lnTo>
                <a:lnTo>
                  <a:pt x="12475599" y="6100868"/>
                </a:lnTo>
                <a:lnTo>
                  <a:pt x="12539109" y="6079087"/>
                </a:lnTo>
                <a:cubicBezTo>
                  <a:pt x="12521333" y="6077487"/>
                  <a:pt x="12505891" y="6076158"/>
                  <a:pt x="12491735" y="6074936"/>
                </a:cubicBezTo>
                <a:lnTo>
                  <a:pt x="12474110" y="6073387"/>
                </a:lnTo>
                <a:lnTo>
                  <a:pt x="12470714" y="6019792"/>
                </a:lnTo>
                <a:lnTo>
                  <a:pt x="12508401" y="6003615"/>
                </a:lnTo>
                <a:cubicBezTo>
                  <a:pt x="12550041" y="5985495"/>
                  <a:pt x="12588293" y="5968413"/>
                  <a:pt x="12625649" y="5950774"/>
                </a:cubicBezTo>
                <a:cubicBezTo>
                  <a:pt x="12622585" y="5942605"/>
                  <a:pt x="12619005" y="5940389"/>
                  <a:pt x="12615941" y="5932219"/>
                </a:cubicBezTo>
                <a:lnTo>
                  <a:pt x="12466708" y="5956582"/>
                </a:lnTo>
                <a:lnTo>
                  <a:pt x="12465759" y="5941591"/>
                </a:lnTo>
                <a:lnTo>
                  <a:pt x="12543600" y="5863893"/>
                </a:lnTo>
                <a:cubicBezTo>
                  <a:pt x="12576617" y="5831023"/>
                  <a:pt x="12612706" y="5795355"/>
                  <a:pt x="12658010" y="5751272"/>
                </a:cubicBezTo>
                <a:cubicBezTo>
                  <a:pt x="12594552" y="5787244"/>
                  <a:pt x="12574592" y="5799976"/>
                  <a:pt x="12531094" y="5823216"/>
                </a:cubicBezTo>
                <a:cubicBezTo>
                  <a:pt x="12568978" y="5777681"/>
                  <a:pt x="12594065" y="5749307"/>
                  <a:pt x="12615571" y="5718720"/>
                </a:cubicBezTo>
                <a:cubicBezTo>
                  <a:pt x="12608411" y="5714283"/>
                  <a:pt x="12601253" y="5709851"/>
                  <a:pt x="12594094" y="5705417"/>
                </a:cubicBezTo>
                <a:lnTo>
                  <a:pt x="12458626" y="5829026"/>
                </a:lnTo>
                <a:lnTo>
                  <a:pt x="12456515" y="5795709"/>
                </a:lnTo>
                <a:lnTo>
                  <a:pt x="12454312" y="5777778"/>
                </a:lnTo>
                <a:lnTo>
                  <a:pt x="12493810" y="5731124"/>
                </a:lnTo>
                <a:cubicBezTo>
                  <a:pt x="12542063" y="5674761"/>
                  <a:pt x="12590315" y="5618394"/>
                  <a:pt x="12636650" y="5562409"/>
                </a:cubicBezTo>
                <a:cubicBezTo>
                  <a:pt x="12625909" y="5555757"/>
                  <a:pt x="12618751" y="5551325"/>
                  <a:pt x="12603917" y="5548411"/>
                </a:cubicBezTo>
                <a:lnTo>
                  <a:pt x="12446039" y="5710385"/>
                </a:lnTo>
                <a:lnTo>
                  <a:pt x="12438418" y="5648301"/>
                </a:lnTo>
                <a:cubicBezTo>
                  <a:pt x="12412517" y="5502106"/>
                  <a:pt x="12366318" y="5359431"/>
                  <a:pt x="12327848" y="5219091"/>
                </a:cubicBezTo>
                <a:cubicBezTo>
                  <a:pt x="12280952" y="5048007"/>
                  <a:pt x="12223249" y="4883463"/>
                  <a:pt x="12169147" y="4716742"/>
                </a:cubicBezTo>
                <a:cubicBezTo>
                  <a:pt x="12167681" y="4711396"/>
                  <a:pt x="12173419" y="4701689"/>
                  <a:pt x="12179159" y="4691982"/>
                </a:cubicBezTo>
                <a:cubicBezTo>
                  <a:pt x="12199553" y="4735742"/>
                  <a:pt x="12213414" y="4770985"/>
                  <a:pt x="12246205" y="4844639"/>
                </a:cubicBezTo>
                <a:cubicBezTo>
                  <a:pt x="12113388" y="4314163"/>
                  <a:pt x="12010979" y="3802683"/>
                  <a:pt x="11807037" y="3365111"/>
                </a:cubicBezTo>
                <a:cubicBezTo>
                  <a:pt x="11821022" y="3431446"/>
                  <a:pt x="11832871" y="3505310"/>
                  <a:pt x="11858578" y="3614414"/>
                </a:cubicBezTo>
                <a:cubicBezTo>
                  <a:pt x="11823651" y="3548286"/>
                  <a:pt x="11806189" y="3515221"/>
                  <a:pt x="11790190" y="3487501"/>
                </a:cubicBezTo>
                <a:cubicBezTo>
                  <a:pt x="11786588" y="3489683"/>
                  <a:pt x="11779384" y="3494042"/>
                  <a:pt x="11772181" y="3498401"/>
                </a:cubicBezTo>
                <a:cubicBezTo>
                  <a:pt x="11861577" y="3824526"/>
                  <a:pt x="11949508" y="4145304"/>
                  <a:pt x="12038906" y="4471432"/>
                </a:cubicBezTo>
                <a:cubicBezTo>
                  <a:pt x="12028099" y="4477971"/>
                  <a:pt x="12015827" y="4479163"/>
                  <a:pt x="12005021" y="4485702"/>
                </a:cubicBezTo>
                <a:cubicBezTo>
                  <a:pt x="11999034" y="4433226"/>
                  <a:pt x="11998790" y="4371042"/>
                  <a:pt x="11984134" y="4317580"/>
                </a:cubicBezTo>
                <a:cubicBezTo>
                  <a:pt x="11918183" y="4076997"/>
                  <a:pt x="11847168" y="3833247"/>
                  <a:pt x="11779755" y="3587314"/>
                </a:cubicBezTo>
                <a:cubicBezTo>
                  <a:pt x="11761495" y="3536032"/>
                  <a:pt x="11743787" y="3440785"/>
                  <a:pt x="11721379" y="3435645"/>
                </a:cubicBezTo>
                <a:cubicBezTo>
                  <a:pt x="11620940" y="3421623"/>
                  <a:pt x="11597370" y="3304992"/>
                  <a:pt x="11564456" y="3200245"/>
                </a:cubicBezTo>
                <a:cubicBezTo>
                  <a:pt x="11519821" y="3052729"/>
                  <a:pt x="11480922" y="2895506"/>
                  <a:pt x="11439889" y="2745809"/>
                </a:cubicBezTo>
                <a:cubicBezTo>
                  <a:pt x="11458693" y="2753128"/>
                  <a:pt x="11481100" y="2758269"/>
                  <a:pt x="11503509" y="2763409"/>
                </a:cubicBezTo>
                <a:cubicBezTo>
                  <a:pt x="11462104" y="2520438"/>
                  <a:pt x="11347312" y="2346809"/>
                  <a:pt x="11271350" y="2130983"/>
                </a:cubicBezTo>
                <a:cubicBezTo>
                  <a:pt x="11301880" y="2181075"/>
                  <a:pt x="11336012" y="2228984"/>
                  <a:pt x="11368009" y="2284420"/>
                </a:cubicBezTo>
                <a:cubicBezTo>
                  <a:pt x="11373748" y="2274714"/>
                  <a:pt x="11377348" y="2272535"/>
                  <a:pt x="11380952" y="2270355"/>
                </a:cubicBezTo>
                <a:cubicBezTo>
                  <a:pt x="11216209" y="1883860"/>
                  <a:pt x="11052932" y="1502711"/>
                  <a:pt x="10889654" y="1121563"/>
                </a:cubicBezTo>
                <a:cubicBezTo>
                  <a:pt x="10919268" y="1122342"/>
                  <a:pt x="10936730" y="1155406"/>
                  <a:pt x="10960604" y="1165892"/>
                </a:cubicBezTo>
                <a:cubicBezTo>
                  <a:pt x="10989545" y="1179546"/>
                  <a:pt x="11027156" y="1194184"/>
                  <a:pt x="11055974" y="1176747"/>
                </a:cubicBezTo>
                <a:cubicBezTo>
                  <a:pt x="11073985" y="1165848"/>
                  <a:pt x="11092420" y="1079896"/>
                  <a:pt x="11082955" y="1060689"/>
                </a:cubicBezTo>
                <a:cubicBezTo>
                  <a:pt x="11007365" y="938138"/>
                  <a:pt x="10930308" y="810237"/>
                  <a:pt x="10841772" y="701751"/>
                </a:cubicBezTo>
                <a:cubicBezTo>
                  <a:pt x="10805504" y="661368"/>
                  <a:pt x="10740542" y="669512"/>
                  <a:pt x="10694260" y="653884"/>
                </a:cubicBezTo>
                <a:cubicBezTo>
                  <a:pt x="10682784" y="673296"/>
                  <a:pt x="10672772" y="698054"/>
                  <a:pt x="10659157" y="724992"/>
                </a:cubicBezTo>
                <a:cubicBezTo>
                  <a:pt x="10617820" y="681442"/>
                  <a:pt x="10570743" y="647595"/>
                  <a:pt x="10538750" y="592160"/>
                </a:cubicBezTo>
                <a:lnTo>
                  <a:pt x="10449436" y="430180"/>
                </a:lnTo>
                <a:lnTo>
                  <a:pt x="10470971" y="403465"/>
                </a:lnTo>
                <a:cubicBezTo>
                  <a:pt x="10456007" y="401318"/>
                  <a:pt x="10444938" y="395230"/>
                  <a:pt x="10433872" y="389140"/>
                </a:cubicBezTo>
                <a:lnTo>
                  <a:pt x="10428643" y="392470"/>
                </a:lnTo>
                <a:lnTo>
                  <a:pt x="10408944" y="356745"/>
                </a:lnTo>
                <a:lnTo>
                  <a:pt x="10568465" y="195379"/>
                </a:lnTo>
                <a:cubicBezTo>
                  <a:pt x="10568465" y="195379"/>
                  <a:pt x="10564775" y="193350"/>
                  <a:pt x="10561086" y="191320"/>
                </a:cubicBezTo>
                <a:lnTo>
                  <a:pt x="10384431" y="311286"/>
                </a:lnTo>
                <a:lnTo>
                  <a:pt x="10356620" y="258390"/>
                </a:lnTo>
                <a:close/>
                <a:moveTo>
                  <a:pt x="10336959" y="0"/>
                </a:moveTo>
                <a:lnTo>
                  <a:pt x="10589468" y="0"/>
                </a:lnTo>
                <a:lnTo>
                  <a:pt x="10431029" y="120518"/>
                </a:lnTo>
                <a:lnTo>
                  <a:pt x="10326448" y="201005"/>
                </a:lnTo>
                <a:lnTo>
                  <a:pt x="10309138" y="168079"/>
                </a:lnTo>
                <a:lnTo>
                  <a:pt x="10349155" y="123403"/>
                </a:lnTo>
                <a:lnTo>
                  <a:pt x="10296264" y="143592"/>
                </a:lnTo>
                <a:lnTo>
                  <a:pt x="10265272" y="84644"/>
                </a:lnTo>
                <a:close/>
                <a:moveTo>
                  <a:pt x="8575954" y="0"/>
                </a:moveTo>
                <a:lnTo>
                  <a:pt x="8630914" y="0"/>
                </a:lnTo>
                <a:lnTo>
                  <a:pt x="8583121" y="22449"/>
                </a:lnTo>
                <a:lnTo>
                  <a:pt x="8582286" y="19867"/>
                </a:lnTo>
                <a:close/>
                <a:moveTo>
                  <a:pt x="8535053" y="0"/>
                </a:moveTo>
                <a:lnTo>
                  <a:pt x="8540024" y="0"/>
                </a:lnTo>
                <a:lnTo>
                  <a:pt x="8540373" y="12507"/>
                </a:lnTo>
                <a:close/>
                <a:moveTo>
                  <a:pt x="4531051" y="0"/>
                </a:moveTo>
                <a:lnTo>
                  <a:pt x="5002632" y="0"/>
                </a:lnTo>
                <a:lnTo>
                  <a:pt x="4822551" y="119764"/>
                </a:lnTo>
                <a:cubicBezTo>
                  <a:pt x="4781176" y="147215"/>
                  <a:pt x="4741825" y="177300"/>
                  <a:pt x="4703937" y="209143"/>
                </a:cubicBezTo>
                <a:lnTo>
                  <a:pt x="4685602" y="225827"/>
                </a:lnTo>
                <a:lnTo>
                  <a:pt x="4632132" y="77649"/>
                </a:lnTo>
                <a:cubicBezTo>
                  <a:pt x="4622790" y="89534"/>
                  <a:pt x="4611984" y="96076"/>
                  <a:pt x="4601177" y="102614"/>
                </a:cubicBezTo>
                <a:cubicBezTo>
                  <a:pt x="4602766" y="139052"/>
                  <a:pt x="4604356" y="175489"/>
                  <a:pt x="4605943" y="211925"/>
                </a:cubicBezTo>
                <a:cubicBezTo>
                  <a:pt x="4602342" y="214104"/>
                  <a:pt x="4598739" y="216285"/>
                  <a:pt x="4591534" y="220645"/>
                </a:cubicBezTo>
                <a:cubicBezTo>
                  <a:pt x="4576147" y="164509"/>
                  <a:pt x="4560759" y="108372"/>
                  <a:pt x="4545553" y="52904"/>
                </a:cubicBezTo>
                <a:close/>
                <a:moveTo>
                  <a:pt x="4426383" y="0"/>
                </a:moveTo>
                <a:lnTo>
                  <a:pt x="4501249" y="0"/>
                </a:lnTo>
                <a:lnTo>
                  <a:pt x="4511794" y="144237"/>
                </a:lnTo>
                <a:cubicBezTo>
                  <a:pt x="4495920" y="147609"/>
                  <a:pt x="4477908" y="158506"/>
                  <a:pt x="4462034" y="161880"/>
                </a:cubicBezTo>
                <a:close/>
                <a:moveTo>
                  <a:pt x="4218595" y="0"/>
                </a:moveTo>
                <a:lnTo>
                  <a:pt x="4371015" y="0"/>
                </a:lnTo>
                <a:lnTo>
                  <a:pt x="4386139" y="113626"/>
                </a:lnTo>
                <a:cubicBezTo>
                  <a:pt x="4392846" y="163231"/>
                  <a:pt x="4399957" y="215026"/>
                  <a:pt x="4407577" y="269630"/>
                </a:cubicBezTo>
                <a:cubicBezTo>
                  <a:pt x="4373990" y="177757"/>
                  <a:pt x="4357198" y="131820"/>
                  <a:pt x="4328681" y="43113"/>
                </a:cubicBezTo>
                <a:cubicBezTo>
                  <a:pt x="4315316" y="132232"/>
                  <a:pt x="4303961" y="182736"/>
                  <a:pt x="4296880" y="218187"/>
                </a:cubicBezTo>
                <a:close/>
                <a:moveTo>
                  <a:pt x="0" y="0"/>
                </a:moveTo>
                <a:lnTo>
                  <a:pt x="3755863" y="0"/>
                </a:lnTo>
                <a:lnTo>
                  <a:pt x="3760376" y="110508"/>
                </a:lnTo>
                <a:cubicBezTo>
                  <a:pt x="3771415" y="333189"/>
                  <a:pt x="3778725" y="537965"/>
                  <a:pt x="3703130" y="733303"/>
                </a:cubicBezTo>
                <a:cubicBezTo>
                  <a:pt x="3660203" y="653316"/>
                  <a:pt x="3620881" y="571147"/>
                  <a:pt x="3570628" y="464428"/>
                </a:cubicBezTo>
                <a:cubicBezTo>
                  <a:pt x="3581929" y="582252"/>
                  <a:pt x="3589503" y="671164"/>
                  <a:pt x="3605199" y="805029"/>
                </a:cubicBezTo>
                <a:cubicBezTo>
                  <a:pt x="3568683" y="702461"/>
                  <a:pt x="3548959" y="645833"/>
                  <a:pt x="3527772" y="583857"/>
                </a:cubicBezTo>
                <a:cubicBezTo>
                  <a:pt x="3447056" y="626465"/>
                  <a:pt x="3440044" y="861334"/>
                  <a:pt x="3318171" y="723157"/>
                </a:cubicBezTo>
                <a:cubicBezTo>
                  <a:pt x="3294184" y="957389"/>
                  <a:pt x="3371720" y="1182781"/>
                  <a:pt x="3367713" y="1410183"/>
                </a:cubicBezTo>
                <a:lnTo>
                  <a:pt x="3359210" y="1510592"/>
                </a:lnTo>
                <a:lnTo>
                  <a:pt x="3292918" y="1583690"/>
                </a:lnTo>
                <a:lnTo>
                  <a:pt x="3172588" y="1404081"/>
                </a:lnTo>
                <a:cubicBezTo>
                  <a:pt x="3018497" y="1174466"/>
                  <a:pt x="2873708" y="959385"/>
                  <a:pt x="2739120" y="755662"/>
                </a:cubicBezTo>
                <a:cubicBezTo>
                  <a:pt x="2715738" y="869540"/>
                  <a:pt x="2693824" y="988763"/>
                  <a:pt x="2667634" y="1123040"/>
                </a:cubicBezTo>
                <a:cubicBezTo>
                  <a:pt x="2638571" y="1078296"/>
                  <a:pt x="2627640" y="1053745"/>
                  <a:pt x="2610177" y="1020680"/>
                </a:cubicBezTo>
                <a:cubicBezTo>
                  <a:pt x="2620684" y="1120286"/>
                  <a:pt x="2633326" y="1212366"/>
                  <a:pt x="2645297" y="1317319"/>
                </a:cubicBezTo>
                <a:cubicBezTo>
                  <a:pt x="2609029" y="1276934"/>
                  <a:pt x="2584359" y="1248229"/>
                  <a:pt x="2569157" y="1238729"/>
                </a:cubicBezTo>
                <a:cubicBezTo>
                  <a:pt x="2533256" y="1291618"/>
                  <a:pt x="2512561" y="1354007"/>
                  <a:pt x="2476539" y="1375805"/>
                </a:cubicBezTo>
                <a:cubicBezTo>
                  <a:pt x="2458528" y="1386703"/>
                  <a:pt x="2419999" y="1322754"/>
                  <a:pt x="2398261" y="1304741"/>
                </a:cubicBezTo>
                <a:cubicBezTo>
                  <a:pt x="2334532" y="1623798"/>
                  <a:pt x="2272265" y="1948200"/>
                  <a:pt x="2210001" y="2272601"/>
                </a:cubicBezTo>
                <a:cubicBezTo>
                  <a:pt x="2190400" y="2247064"/>
                  <a:pt x="2165734" y="2218358"/>
                  <a:pt x="2142532" y="2194997"/>
                </a:cubicBezTo>
                <a:cubicBezTo>
                  <a:pt x="2115303" y="2248875"/>
                  <a:pt x="2096071" y="2316610"/>
                  <a:pt x="2072992" y="2324341"/>
                </a:cubicBezTo>
                <a:cubicBezTo>
                  <a:pt x="2039778" y="2325742"/>
                  <a:pt x="2005646" y="2277831"/>
                  <a:pt x="1972309" y="2248138"/>
                </a:cubicBezTo>
                <a:cubicBezTo>
                  <a:pt x="1881705" y="2346596"/>
                  <a:pt x="2019948" y="2605766"/>
                  <a:pt x="1866394" y="2673752"/>
                </a:cubicBezTo>
                <a:cubicBezTo>
                  <a:pt x="1826591" y="2834968"/>
                  <a:pt x="1786786" y="2996182"/>
                  <a:pt x="1744848" y="3164920"/>
                </a:cubicBezTo>
                <a:cubicBezTo>
                  <a:pt x="1736850" y="3151062"/>
                  <a:pt x="1717249" y="3125522"/>
                  <a:pt x="1689649" y="3086125"/>
                </a:cubicBezTo>
                <a:cubicBezTo>
                  <a:pt x="1641055" y="3215261"/>
                  <a:pt x="1595388" y="3355090"/>
                  <a:pt x="1493421" y="3136305"/>
                </a:cubicBezTo>
                <a:cubicBezTo>
                  <a:pt x="1490557" y="3325032"/>
                  <a:pt x="1508513" y="3482461"/>
                  <a:pt x="1514196" y="3641081"/>
                </a:cubicBezTo>
                <a:lnTo>
                  <a:pt x="1514212" y="3641666"/>
                </a:lnTo>
                <a:lnTo>
                  <a:pt x="1498762" y="3640781"/>
                </a:lnTo>
                <a:cubicBezTo>
                  <a:pt x="1466894" y="3644931"/>
                  <a:pt x="1417606" y="3663461"/>
                  <a:pt x="1408680" y="3676812"/>
                </a:cubicBezTo>
                <a:cubicBezTo>
                  <a:pt x="1340345" y="3803552"/>
                  <a:pt x="1268109" y="3934237"/>
                  <a:pt x="1218423" y="4065150"/>
                </a:cubicBezTo>
                <a:cubicBezTo>
                  <a:pt x="1201582" y="4116753"/>
                  <a:pt x="1241120" y="4168941"/>
                  <a:pt x="1250725" y="4216836"/>
                </a:cubicBezTo>
                <a:cubicBezTo>
                  <a:pt x="1273276" y="4217067"/>
                  <a:pt x="1299724" y="4213362"/>
                  <a:pt x="1329859" y="4211683"/>
                </a:cubicBezTo>
                <a:cubicBezTo>
                  <a:pt x="1312811" y="4269255"/>
                  <a:pt x="1307036" y="4326948"/>
                  <a:pt x="1275024" y="4382374"/>
                </a:cubicBezTo>
                <a:cubicBezTo>
                  <a:pt x="1175093" y="4552598"/>
                  <a:pt x="1067574" y="4724733"/>
                  <a:pt x="972162" y="4873098"/>
                </a:cubicBezTo>
                <a:cubicBezTo>
                  <a:pt x="1018723" y="4831761"/>
                  <a:pt x="1069177" y="4786484"/>
                  <a:pt x="1121121" y="4738980"/>
                </a:cubicBezTo>
                <a:lnTo>
                  <a:pt x="1198415" y="4666785"/>
                </a:lnTo>
                <a:lnTo>
                  <a:pt x="1199194" y="4752090"/>
                </a:lnTo>
                <a:lnTo>
                  <a:pt x="1199260" y="4753539"/>
                </a:lnTo>
                <a:lnTo>
                  <a:pt x="830483" y="5269908"/>
                </a:lnTo>
                <a:cubicBezTo>
                  <a:pt x="841758" y="5270027"/>
                  <a:pt x="852825" y="5276114"/>
                  <a:pt x="864101" y="5276230"/>
                </a:cubicBezTo>
                <a:cubicBezTo>
                  <a:pt x="945527" y="5205386"/>
                  <a:pt x="1030851" y="5130599"/>
                  <a:pt x="1147351" y="5024273"/>
                </a:cubicBezTo>
                <a:cubicBezTo>
                  <a:pt x="1133575" y="5095822"/>
                  <a:pt x="1124322" y="5145510"/>
                  <a:pt x="1122862" y="5187313"/>
                </a:cubicBezTo>
                <a:cubicBezTo>
                  <a:pt x="1138348" y="5174531"/>
                  <a:pt x="1156704" y="5160285"/>
                  <a:pt x="1176520" y="5144558"/>
                </a:cubicBezTo>
                <a:lnTo>
                  <a:pt x="1218136" y="5110144"/>
                </a:lnTo>
                <a:lnTo>
                  <a:pt x="1218729" y="5120683"/>
                </a:lnTo>
                <a:lnTo>
                  <a:pt x="1220016" y="5163035"/>
                </a:lnTo>
                <a:lnTo>
                  <a:pt x="1096352" y="5300549"/>
                </a:lnTo>
                <a:cubicBezTo>
                  <a:pt x="1103731" y="5304609"/>
                  <a:pt x="1107418" y="5306639"/>
                  <a:pt x="1114795" y="5310696"/>
                </a:cubicBezTo>
                <a:lnTo>
                  <a:pt x="1221230" y="5203033"/>
                </a:lnTo>
                <a:lnTo>
                  <a:pt x="1229797" y="5484879"/>
                </a:lnTo>
                <a:lnTo>
                  <a:pt x="1181906" y="5542398"/>
                </a:lnTo>
                <a:cubicBezTo>
                  <a:pt x="1192970" y="5548487"/>
                  <a:pt x="1200350" y="5552548"/>
                  <a:pt x="1215311" y="5554695"/>
                </a:cubicBezTo>
                <a:lnTo>
                  <a:pt x="1231422" y="5538398"/>
                </a:lnTo>
                <a:lnTo>
                  <a:pt x="1236791" y="5715146"/>
                </a:lnTo>
                <a:cubicBezTo>
                  <a:pt x="1242814" y="5913300"/>
                  <a:pt x="1250818" y="6111033"/>
                  <a:pt x="1266762" y="6307079"/>
                </a:cubicBezTo>
                <a:cubicBezTo>
                  <a:pt x="1279104" y="6505304"/>
                  <a:pt x="1344135" y="6696579"/>
                  <a:pt x="1395426" y="6883699"/>
                </a:cubicBezTo>
                <a:cubicBezTo>
                  <a:pt x="1418876" y="6969239"/>
                  <a:pt x="1445027" y="7053147"/>
                  <a:pt x="1472075" y="7136508"/>
                </a:cubicBezTo>
                <a:lnTo>
                  <a:pt x="1500747" y="7223702"/>
                </a:lnTo>
                <a:lnTo>
                  <a:pt x="1221597" y="7269042"/>
                </a:lnTo>
                <a:cubicBezTo>
                  <a:pt x="1230660" y="7281141"/>
                  <a:pt x="1240897" y="7297284"/>
                  <a:pt x="1244416" y="7309415"/>
                </a:cubicBezTo>
                <a:lnTo>
                  <a:pt x="1484959" y="7290480"/>
                </a:lnTo>
                <a:lnTo>
                  <a:pt x="1512002" y="7401351"/>
                </a:lnTo>
                <a:lnTo>
                  <a:pt x="1509621" y="7400543"/>
                </a:lnTo>
                <a:cubicBezTo>
                  <a:pt x="1466562" y="7386107"/>
                  <a:pt x="1426716" y="7373172"/>
                  <a:pt x="1387165" y="7361250"/>
                </a:cubicBezTo>
                <a:cubicBezTo>
                  <a:pt x="1383969" y="7369368"/>
                  <a:pt x="1385141" y="7373412"/>
                  <a:pt x="1381946" y="7381531"/>
                </a:cubicBezTo>
                <a:cubicBezTo>
                  <a:pt x="1430136" y="7413657"/>
                  <a:pt x="1477151" y="7441739"/>
                  <a:pt x="1525341" y="7473865"/>
                </a:cubicBezTo>
                <a:cubicBezTo>
                  <a:pt x="1432277" y="7478450"/>
                  <a:pt x="1355840" y="7482940"/>
                  <a:pt x="1229513" y="7487717"/>
                </a:cubicBezTo>
                <a:cubicBezTo>
                  <a:pt x="1300727" y="7503509"/>
                  <a:pt x="1324076" y="7507427"/>
                  <a:pt x="1371942" y="7519301"/>
                </a:cubicBezTo>
                <a:cubicBezTo>
                  <a:pt x="1313310" y="7527739"/>
                  <a:pt x="1275679" y="7532006"/>
                  <a:pt x="1239223" y="7540316"/>
                </a:cubicBezTo>
                <a:cubicBezTo>
                  <a:pt x="1241568" y="7548404"/>
                  <a:pt x="1243914" y="7556490"/>
                  <a:pt x="1246260" y="7564577"/>
                </a:cubicBezTo>
                <a:cubicBezTo>
                  <a:pt x="1298923" y="7564276"/>
                  <a:pt x="1350203" y="7563980"/>
                  <a:pt x="1401477" y="7563686"/>
                </a:cubicBezTo>
                <a:lnTo>
                  <a:pt x="1551391" y="7562822"/>
                </a:lnTo>
                <a:lnTo>
                  <a:pt x="1556347" y="7583133"/>
                </a:lnTo>
                <a:lnTo>
                  <a:pt x="1337947" y="7612655"/>
                </a:lnTo>
                <a:cubicBezTo>
                  <a:pt x="1264364" y="7622191"/>
                  <a:pt x="1190781" y="7631727"/>
                  <a:pt x="1118877" y="7642267"/>
                </a:cubicBezTo>
                <a:cubicBezTo>
                  <a:pt x="1122397" y="7654400"/>
                  <a:pt x="1124744" y="7662485"/>
                  <a:pt x="1133804" y="7674586"/>
                </a:cubicBezTo>
                <a:cubicBezTo>
                  <a:pt x="1256775" y="7667802"/>
                  <a:pt x="1380541" y="7658991"/>
                  <a:pt x="1505147" y="7650679"/>
                </a:cubicBezTo>
                <a:lnTo>
                  <a:pt x="1571918" y="7646971"/>
                </a:lnTo>
                <a:lnTo>
                  <a:pt x="1573046" y="7651585"/>
                </a:lnTo>
                <a:cubicBezTo>
                  <a:pt x="1604508" y="7780972"/>
                  <a:pt x="1636132" y="7908314"/>
                  <a:pt x="1669982" y="8032751"/>
                </a:cubicBezTo>
                <a:lnTo>
                  <a:pt x="1765062" y="8346369"/>
                </a:lnTo>
                <a:lnTo>
                  <a:pt x="1735571" y="8351590"/>
                </a:lnTo>
                <a:cubicBezTo>
                  <a:pt x="1739091" y="8363721"/>
                  <a:pt x="1742611" y="8375851"/>
                  <a:pt x="1746128" y="8387983"/>
                </a:cubicBezTo>
                <a:lnTo>
                  <a:pt x="1776654" y="8384613"/>
                </a:lnTo>
                <a:lnTo>
                  <a:pt x="1780259" y="8396497"/>
                </a:lnTo>
                <a:cubicBezTo>
                  <a:pt x="1820613" y="8514271"/>
                  <a:pt x="1865252" y="8628284"/>
                  <a:pt x="1916238" y="8737676"/>
                </a:cubicBezTo>
                <a:cubicBezTo>
                  <a:pt x="1902255" y="8671341"/>
                  <a:pt x="1890407" y="8597479"/>
                  <a:pt x="1864697" y="8488371"/>
                </a:cubicBezTo>
                <a:cubicBezTo>
                  <a:pt x="1899624" y="8554502"/>
                  <a:pt x="1917087" y="8587565"/>
                  <a:pt x="1933085" y="8615286"/>
                </a:cubicBezTo>
                <a:cubicBezTo>
                  <a:pt x="1936686" y="8613105"/>
                  <a:pt x="1943891" y="8608745"/>
                  <a:pt x="1951096" y="8604386"/>
                </a:cubicBezTo>
                <a:lnTo>
                  <a:pt x="1887496" y="8372370"/>
                </a:lnTo>
                <a:lnTo>
                  <a:pt x="1902999" y="8370658"/>
                </a:lnTo>
                <a:lnTo>
                  <a:pt x="1943522" y="8515473"/>
                </a:lnTo>
                <a:cubicBezTo>
                  <a:pt x="1961780" y="8566755"/>
                  <a:pt x="1979489" y="8662002"/>
                  <a:pt x="2001897" y="8667142"/>
                </a:cubicBezTo>
                <a:cubicBezTo>
                  <a:pt x="2102335" y="8681165"/>
                  <a:pt x="2125906" y="8797795"/>
                  <a:pt x="2158819" y="8902542"/>
                </a:cubicBezTo>
                <a:cubicBezTo>
                  <a:pt x="2203456" y="9050058"/>
                  <a:pt x="2242353" y="9207282"/>
                  <a:pt x="2283389" y="9356978"/>
                </a:cubicBezTo>
                <a:cubicBezTo>
                  <a:pt x="2264583" y="9349659"/>
                  <a:pt x="2242174" y="9344519"/>
                  <a:pt x="2219767" y="9339378"/>
                </a:cubicBezTo>
                <a:cubicBezTo>
                  <a:pt x="2261171" y="9582349"/>
                  <a:pt x="2375965" y="9755978"/>
                  <a:pt x="2451925" y="9971804"/>
                </a:cubicBezTo>
                <a:cubicBezTo>
                  <a:pt x="2421395" y="9921714"/>
                  <a:pt x="2387264" y="9873803"/>
                  <a:pt x="2355268" y="9818367"/>
                </a:cubicBezTo>
                <a:cubicBezTo>
                  <a:pt x="2349529" y="9828072"/>
                  <a:pt x="2345927" y="9830252"/>
                  <a:pt x="2342326" y="9832432"/>
                </a:cubicBezTo>
                <a:cubicBezTo>
                  <a:pt x="2507067" y="10218927"/>
                  <a:pt x="2670345" y="10600076"/>
                  <a:pt x="2833621" y="10981225"/>
                </a:cubicBezTo>
                <a:cubicBezTo>
                  <a:pt x="2804009" y="10980446"/>
                  <a:pt x="2786544" y="10947380"/>
                  <a:pt x="2762674" y="10936894"/>
                </a:cubicBezTo>
                <a:cubicBezTo>
                  <a:pt x="2733731" y="10923241"/>
                  <a:pt x="2696119" y="10908601"/>
                  <a:pt x="2667302" y="10926039"/>
                </a:cubicBezTo>
                <a:cubicBezTo>
                  <a:pt x="2649291" y="10936938"/>
                  <a:pt x="2630855" y="11022892"/>
                  <a:pt x="2640320" y="11042098"/>
                </a:cubicBezTo>
                <a:cubicBezTo>
                  <a:pt x="2715912" y="11164650"/>
                  <a:pt x="2792967" y="11292549"/>
                  <a:pt x="2881505" y="11401036"/>
                </a:cubicBezTo>
                <a:cubicBezTo>
                  <a:pt x="2917773" y="11441421"/>
                  <a:pt x="2982736" y="11433275"/>
                  <a:pt x="3029015" y="11448902"/>
                </a:cubicBezTo>
                <a:cubicBezTo>
                  <a:pt x="3040493" y="11429491"/>
                  <a:pt x="3050505" y="11404733"/>
                  <a:pt x="3064121" y="11377794"/>
                </a:cubicBezTo>
                <a:cubicBezTo>
                  <a:pt x="3105455" y="11421346"/>
                  <a:pt x="3152532" y="11455192"/>
                  <a:pt x="3184526" y="11510627"/>
                </a:cubicBezTo>
                <a:cubicBezTo>
                  <a:pt x="3233253" y="11596455"/>
                  <a:pt x="3281446" y="11684166"/>
                  <a:pt x="3327553" y="11770020"/>
                </a:cubicBezTo>
                <a:lnTo>
                  <a:pt x="3329944" y="11774564"/>
                </a:lnTo>
                <a:lnTo>
                  <a:pt x="3317934" y="11784452"/>
                </a:lnTo>
                <a:cubicBezTo>
                  <a:pt x="3328674" y="11791101"/>
                  <a:pt x="3335831" y="11795534"/>
                  <a:pt x="3342990" y="11799969"/>
                </a:cubicBezTo>
                <a:lnTo>
                  <a:pt x="3343218" y="11799814"/>
                </a:lnTo>
                <a:lnTo>
                  <a:pt x="3385824" y="11880850"/>
                </a:lnTo>
                <a:lnTo>
                  <a:pt x="0" y="11880850"/>
                </a:lnTo>
                <a:close/>
              </a:path>
            </a:pathLst>
          </a:custGeom>
          <a:solidFill>
            <a:schemeClr val="lt1">
              <a:alpha val="80000"/>
            </a:schemeClr>
          </a:solidFill>
          <a:ln>
            <a:noFill/>
          </a:ln>
          <a:effectLst>
            <a:outerShdw blurRad="1270000" rotWithShape="0" algn="r" dir="10800000" dist="317500">
              <a:srgbClr val="000000">
                <a:alpha val="9803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7164594" y="868809"/>
            <a:ext cx="4218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 - Users List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7164594" y="1635359"/>
            <a:ext cx="4090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 list of users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7164600" y="2201806"/>
            <a:ext cx="409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status of users from active to</a:t>
            </a:r>
            <a:b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inactive and vice-a versa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28650" y="3146625"/>
            <a:ext cx="4090800" cy="193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/>
          <p:nvPr/>
        </p:nvSpPr>
        <p:spPr>
          <a:xfrm>
            <a:off x="426189" y="459174"/>
            <a:ext cx="5873233" cy="5940425"/>
          </a:xfrm>
          <a:custGeom>
            <a:rect b="b" l="l" r="r" t="t"/>
            <a:pathLst>
              <a:path extrusionOk="0" h="11880850" w="8101011">
                <a:moveTo>
                  <a:pt x="7319821" y="11860081"/>
                </a:moveTo>
                <a:cubicBezTo>
                  <a:pt x="7325492" y="11861301"/>
                  <a:pt x="7324911" y="11865632"/>
                  <a:pt x="7324911" y="11865632"/>
                </a:cubicBezTo>
                <a:cubicBezTo>
                  <a:pt x="7324330" y="11869963"/>
                  <a:pt x="7323749" y="11874294"/>
                  <a:pt x="7323749" y="11874294"/>
                </a:cubicBezTo>
                <a:cubicBezTo>
                  <a:pt x="7318079" y="11873074"/>
                  <a:pt x="7318659" y="11868744"/>
                  <a:pt x="7319821" y="11860081"/>
                </a:cubicBezTo>
                <a:close/>
                <a:moveTo>
                  <a:pt x="7353977" y="11774115"/>
                </a:moveTo>
                <a:lnTo>
                  <a:pt x="7353885" y="11774804"/>
                </a:lnTo>
                <a:lnTo>
                  <a:pt x="7353855" y="11775024"/>
                </a:lnTo>
                <a:close/>
                <a:moveTo>
                  <a:pt x="7325081" y="11744569"/>
                </a:moveTo>
                <a:cubicBezTo>
                  <a:pt x="7324479" y="11749060"/>
                  <a:pt x="7331257" y="11759762"/>
                  <a:pt x="7322069" y="11767030"/>
                </a:cubicBezTo>
                <a:cubicBezTo>
                  <a:pt x="7330656" y="11764254"/>
                  <a:pt x="7331257" y="11759762"/>
                  <a:pt x="7330053" y="11768747"/>
                </a:cubicBezTo>
                <a:cubicBezTo>
                  <a:pt x="7331257" y="11759762"/>
                  <a:pt x="7339845" y="11756988"/>
                  <a:pt x="7341048" y="11748005"/>
                </a:cubicBezTo>
                <a:cubicBezTo>
                  <a:pt x="7340446" y="11752497"/>
                  <a:pt x="7340446" y="11752497"/>
                  <a:pt x="7340446" y="11752497"/>
                </a:cubicBezTo>
                <a:cubicBezTo>
                  <a:pt x="7337435" y="11774957"/>
                  <a:pt x="7335629" y="11788435"/>
                  <a:pt x="7333220" y="11806403"/>
                </a:cubicBezTo>
                <a:cubicBezTo>
                  <a:pt x="7342408" y="11799136"/>
                  <a:pt x="7343010" y="11794644"/>
                  <a:pt x="7344215" y="11785661"/>
                </a:cubicBezTo>
                <a:cubicBezTo>
                  <a:pt x="7342408" y="11799136"/>
                  <a:pt x="7341204" y="11808121"/>
                  <a:pt x="7339397" y="11821599"/>
                </a:cubicBezTo>
                <a:cubicBezTo>
                  <a:pt x="7338794" y="11826091"/>
                  <a:pt x="7338794" y="11826091"/>
                  <a:pt x="7338794" y="11826091"/>
                </a:cubicBezTo>
                <a:cubicBezTo>
                  <a:pt x="7337590" y="11835075"/>
                  <a:pt x="7336988" y="11839569"/>
                  <a:pt x="7328402" y="11842342"/>
                </a:cubicBezTo>
                <a:cubicBezTo>
                  <a:pt x="7328402" y="11842342"/>
                  <a:pt x="7327799" y="11846835"/>
                  <a:pt x="7327799" y="11846835"/>
                </a:cubicBezTo>
                <a:cubicBezTo>
                  <a:pt x="7328402" y="11842342"/>
                  <a:pt x="7323428" y="11818163"/>
                  <a:pt x="7326440" y="11795700"/>
                </a:cubicBezTo>
                <a:cubicBezTo>
                  <a:pt x="7326440" y="11795700"/>
                  <a:pt x="7319058" y="11789490"/>
                  <a:pt x="7319058" y="11789490"/>
                </a:cubicBezTo>
                <a:cubicBezTo>
                  <a:pt x="7320262" y="11780506"/>
                  <a:pt x="7320262" y="11780506"/>
                  <a:pt x="7320865" y="11776013"/>
                </a:cubicBezTo>
                <a:cubicBezTo>
                  <a:pt x="7320865" y="11776013"/>
                  <a:pt x="7321467" y="11771521"/>
                  <a:pt x="7321467" y="11771521"/>
                </a:cubicBezTo>
                <a:cubicBezTo>
                  <a:pt x="7318377" y="11763924"/>
                  <a:pt x="7318980" y="11759432"/>
                  <a:pt x="7320505" y="11755716"/>
                </a:cubicBezTo>
                <a:cubicBezTo>
                  <a:pt x="7322030" y="11751999"/>
                  <a:pt x="7324479" y="11749060"/>
                  <a:pt x="7325081" y="11744569"/>
                </a:cubicBezTo>
                <a:close/>
                <a:moveTo>
                  <a:pt x="7305946" y="11703474"/>
                </a:moveTo>
                <a:lnTo>
                  <a:pt x="7308338" y="11707253"/>
                </a:lnTo>
                <a:lnTo>
                  <a:pt x="7304741" y="11712459"/>
                </a:lnTo>
                <a:close/>
                <a:moveTo>
                  <a:pt x="7339534" y="11636753"/>
                </a:moveTo>
                <a:cubicBezTo>
                  <a:pt x="7339534" y="11636753"/>
                  <a:pt x="7338330" y="11645736"/>
                  <a:pt x="7337727" y="11650230"/>
                </a:cubicBezTo>
                <a:cubicBezTo>
                  <a:pt x="7335731" y="11649801"/>
                  <a:pt x="7334807" y="11649023"/>
                  <a:pt x="7334556" y="11648031"/>
                </a:cubicBezTo>
                <a:cubicBezTo>
                  <a:pt x="7334304" y="11647038"/>
                  <a:pt x="7334723" y="11645827"/>
                  <a:pt x="7335410" y="11644531"/>
                </a:cubicBezTo>
                <a:cubicBezTo>
                  <a:pt x="7336785" y="11641939"/>
                  <a:pt x="7339233" y="11638997"/>
                  <a:pt x="7339534" y="11636753"/>
                </a:cubicBezTo>
                <a:close/>
                <a:moveTo>
                  <a:pt x="7476919" y="11592367"/>
                </a:moveTo>
                <a:cubicBezTo>
                  <a:pt x="7476919" y="11592367"/>
                  <a:pt x="7475713" y="11601350"/>
                  <a:pt x="7475111" y="11605844"/>
                </a:cubicBezTo>
                <a:cubicBezTo>
                  <a:pt x="7475111" y="11605844"/>
                  <a:pt x="7467729" y="11599632"/>
                  <a:pt x="7467126" y="11604125"/>
                </a:cubicBezTo>
                <a:cubicBezTo>
                  <a:pt x="7467729" y="11599632"/>
                  <a:pt x="7467729" y="11599632"/>
                  <a:pt x="7467729" y="11599632"/>
                </a:cubicBezTo>
                <a:cubicBezTo>
                  <a:pt x="7468332" y="11595140"/>
                  <a:pt x="7468934" y="11590649"/>
                  <a:pt x="7476919" y="11592367"/>
                </a:cubicBezTo>
                <a:close/>
                <a:moveTo>
                  <a:pt x="7509283" y="11289666"/>
                </a:moveTo>
                <a:cubicBezTo>
                  <a:pt x="7509283" y="11289666"/>
                  <a:pt x="7517268" y="11291384"/>
                  <a:pt x="7517268" y="11291384"/>
                </a:cubicBezTo>
                <a:cubicBezTo>
                  <a:pt x="7516666" y="11295875"/>
                  <a:pt x="7516666" y="11295875"/>
                  <a:pt x="7516666" y="11295875"/>
                </a:cubicBezTo>
                <a:cubicBezTo>
                  <a:pt x="7516666" y="11295875"/>
                  <a:pt x="7516064" y="11300367"/>
                  <a:pt x="7516064" y="11300367"/>
                </a:cubicBezTo>
                <a:cubicBezTo>
                  <a:pt x="7508681" y="11294156"/>
                  <a:pt x="7508681" y="11294156"/>
                  <a:pt x="7509283" y="11289666"/>
                </a:cubicBezTo>
                <a:close/>
                <a:moveTo>
                  <a:pt x="7526874" y="11229473"/>
                </a:moveTo>
                <a:cubicBezTo>
                  <a:pt x="7526275" y="11233942"/>
                  <a:pt x="7525078" y="11242874"/>
                  <a:pt x="7524479" y="11247341"/>
                </a:cubicBezTo>
                <a:cubicBezTo>
                  <a:pt x="7520526" y="11244194"/>
                  <a:pt x="7520825" y="11241959"/>
                  <a:pt x="7522262" y="11239397"/>
                </a:cubicBezTo>
                <a:cubicBezTo>
                  <a:pt x="7523700" y="11236833"/>
                  <a:pt x="7526275" y="11233942"/>
                  <a:pt x="7526874" y="11229473"/>
                </a:cubicBezTo>
                <a:close/>
                <a:moveTo>
                  <a:pt x="7518481" y="11167430"/>
                </a:moveTo>
                <a:cubicBezTo>
                  <a:pt x="7519555" y="11167084"/>
                  <a:pt x="7521551" y="11167513"/>
                  <a:pt x="7525544" y="11168374"/>
                </a:cubicBezTo>
                <a:cubicBezTo>
                  <a:pt x="7524940" y="11172865"/>
                  <a:pt x="7524940" y="11172865"/>
                  <a:pt x="7524940" y="11172865"/>
                </a:cubicBezTo>
                <a:cubicBezTo>
                  <a:pt x="7524339" y="11177357"/>
                  <a:pt x="7524339" y="11177357"/>
                  <a:pt x="7524339" y="11177357"/>
                </a:cubicBezTo>
                <a:cubicBezTo>
                  <a:pt x="7524339" y="11177357"/>
                  <a:pt x="7524339" y="11177357"/>
                  <a:pt x="7516354" y="11175639"/>
                </a:cubicBezTo>
                <a:lnTo>
                  <a:pt x="7516956" y="11171146"/>
                </a:lnTo>
                <a:cubicBezTo>
                  <a:pt x="7517257" y="11168900"/>
                  <a:pt x="7517408" y="11167777"/>
                  <a:pt x="7518481" y="11167430"/>
                </a:cubicBezTo>
                <a:close/>
                <a:moveTo>
                  <a:pt x="7599653" y="10925938"/>
                </a:moveTo>
                <a:cubicBezTo>
                  <a:pt x="7608158" y="10927769"/>
                  <a:pt x="7599108" y="10929999"/>
                  <a:pt x="7598563" y="10934060"/>
                </a:cubicBezTo>
                <a:cubicBezTo>
                  <a:pt x="7599108" y="10929999"/>
                  <a:pt x="7599108" y="10929999"/>
                  <a:pt x="7599653" y="10925938"/>
                </a:cubicBezTo>
                <a:close/>
                <a:moveTo>
                  <a:pt x="7585793" y="10848009"/>
                </a:moveTo>
                <a:lnTo>
                  <a:pt x="7584587" y="10857006"/>
                </a:lnTo>
                <a:cubicBezTo>
                  <a:pt x="7582778" y="10870500"/>
                  <a:pt x="7580969" y="10883994"/>
                  <a:pt x="7579763" y="10892991"/>
                </a:cubicBezTo>
                <a:cubicBezTo>
                  <a:pt x="7579763" y="10892991"/>
                  <a:pt x="7579763" y="10892991"/>
                  <a:pt x="7572201" y="10891364"/>
                </a:cubicBezTo>
                <a:cubicBezTo>
                  <a:pt x="7575215" y="10868873"/>
                  <a:pt x="7583381" y="10866003"/>
                  <a:pt x="7585793" y="10848009"/>
                </a:cubicBezTo>
                <a:close/>
                <a:moveTo>
                  <a:pt x="7573244" y="10818312"/>
                </a:moveTo>
                <a:lnTo>
                  <a:pt x="7574015" y="10837048"/>
                </a:lnTo>
                <a:cubicBezTo>
                  <a:pt x="7572042" y="10843587"/>
                  <a:pt x="7569010" y="10849896"/>
                  <a:pt x="7568405" y="10854408"/>
                </a:cubicBezTo>
                <a:cubicBezTo>
                  <a:pt x="7563851" y="10855751"/>
                  <a:pt x="7564908" y="10847853"/>
                  <a:pt x="7567181" y="10839057"/>
                </a:cubicBezTo>
                <a:cubicBezTo>
                  <a:pt x="7569453" y="10830263"/>
                  <a:pt x="7572942" y="10820568"/>
                  <a:pt x="7573244" y="10818312"/>
                </a:cubicBezTo>
                <a:close/>
                <a:moveTo>
                  <a:pt x="7602398" y="10782164"/>
                </a:moveTo>
                <a:cubicBezTo>
                  <a:pt x="7602398" y="10782164"/>
                  <a:pt x="7602398" y="10782164"/>
                  <a:pt x="7609958" y="10783791"/>
                </a:cubicBezTo>
                <a:cubicBezTo>
                  <a:pt x="7608149" y="10797285"/>
                  <a:pt x="7604531" y="10824274"/>
                  <a:pt x="7602721" y="10837769"/>
                </a:cubicBezTo>
                <a:cubicBezTo>
                  <a:pt x="7595162" y="10836143"/>
                  <a:pt x="7595162" y="10836143"/>
                  <a:pt x="7594559" y="10840640"/>
                </a:cubicBezTo>
                <a:cubicBezTo>
                  <a:pt x="7595765" y="10831645"/>
                  <a:pt x="7597575" y="10818149"/>
                  <a:pt x="7599383" y="10804655"/>
                </a:cubicBezTo>
                <a:cubicBezTo>
                  <a:pt x="7600590" y="10795658"/>
                  <a:pt x="7601795" y="10786662"/>
                  <a:pt x="7602398" y="10782164"/>
                </a:cubicBezTo>
                <a:close/>
                <a:moveTo>
                  <a:pt x="7583033" y="10760561"/>
                </a:moveTo>
                <a:lnTo>
                  <a:pt x="7581977" y="10777652"/>
                </a:lnTo>
                <a:lnTo>
                  <a:pt x="7573244" y="10818312"/>
                </a:lnTo>
                <a:lnTo>
                  <a:pt x="7578635" y="10778100"/>
                </a:lnTo>
                <a:close/>
                <a:moveTo>
                  <a:pt x="7583743" y="10749077"/>
                </a:moveTo>
                <a:lnTo>
                  <a:pt x="7583921" y="10757022"/>
                </a:lnTo>
                <a:lnTo>
                  <a:pt x="7583033" y="10760561"/>
                </a:lnTo>
                <a:close/>
                <a:moveTo>
                  <a:pt x="7605979" y="10738044"/>
                </a:moveTo>
                <a:lnTo>
                  <a:pt x="7604763" y="10742757"/>
                </a:lnTo>
                <a:cubicBezTo>
                  <a:pt x="7603801" y="10746311"/>
                  <a:pt x="7603093" y="10749773"/>
                  <a:pt x="7602987" y="10753294"/>
                </a:cubicBezTo>
                <a:lnTo>
                  <a:pt x="7604811" y="10764172"/>
                </a:lnTo>
                <a:lnTo>
                  <a:pt x="7604885" y="10763610"/>
                </a:lnTo>
                <a:cubicBezTo>
                  <a:pt x="7605111" y="10761923"/>
                  <a:pt x="7605414" y="10759674"/>
                  <a:pt x="7605414" y="10759674"/>
                </a:cubicBezTo>
                <a:cubicBezTo>
                  <a:pt x="7612369" y="10765798"/>
                  <a:pt x="7611767" y="10770297"/>
                  <a:pt x="7610561" y="10779292"/>
                </a:cubicBezTo>
                <a:cubicBezTo>
                  <a:pt x="7609958" y="10783791"/>
                  <a:pt x="7609958" y="10783791"/>
                  <a:pt x="7602398" y="10782164"/>
                </a:cubicBezTo>
                <a:cubicBezTo>
                  <a:pt x="7602398" y="10782164"/>
                  <a:pt x="7603001" y="10777665"/>
                  <a:pt x="7603001" y="10777665"/>
                </a:cubicBezTo>
                <a:cubicBezTo>
                  <a:pt x="7594837" y="10780538"/>
                  <a:pt x="7592426" y="10798531"/>
                  <a:pt x="7591823" y="10803029"/>
                </a:cubicBezTo>
                <a:cubicBezTo>
                  <a:pt x="7591823" y="10803029"/>
                  <a:pt x="7592426" y="10798531"/>
                  <a:pt x="7584864" y="10796903"/>
                </a:cubicBezTo>
                <a:cubicBezTo>
                  <a:pt x="7593631" y="10789533"/>
                  <a:pt x="7587276" y="10778910"/>
                  <a:pt x="7588482" y="10769916"/>
                </a:cubicBezTo>
                <a:cubicBezTo>
                  <a:pt x="7597250" y="10762544"/>
                  <a:pt x="7598457" y="10753548"/>
                  <a:pt x="7600265" y="10740055"/>
                </a:cubicBezTo>
                <a:close/>
                <a:moveTo>
                  <a:pt x="7584785" y="10732222"/>
                </a:moveTo>
                <a:lnTo>
                  <a:pt x="7583743" y="10749077"/>
                </a:lnTo>
                <a:lnTo>
                  <a:pt x="7583569" y="10741286"/>
                </a:lnTo>
                <a:cubicBezTo>
                  <a:pt x="7584177" y="10736755"/>
                  <a:pt x="7584785" y="10732222"/>
                  <a:pt x="7584785" y="10732222"/>
                </a:cubicBezTo>
                <a:close/>
                <a:moveTo>
                  <a:pt x="7610841" y="10719191"/>
                </a:moveTo>
                <a:lnTo>
                  <a:pt x="7608428" y="10737182"/>
                </a:lnTo>
                <a:lnTo>
                  <a:pt x="7605979" y="10738044"/>
                </a:lnTo>
                <a:close/>
                <a:moveTo>
                  <a:pt x="7606295" y="10695073"/>
                </a:moveTo>
                <a:cubicBezTo>
                  <a:pt x="7606295" y="10695073"/>
                  <a:pt x="7606295" y="10695073"/>
                  <a:pt x="7613855" y="10696699"/>
                </a:cubicBezTo>
                <a:cubicBezTo>
                  <a:pt x="7613252" y="10701197"/>
                  <a:pt x="7612650" y="10705695"/>
                  <a:pt x="7612650" y="10705695"/>
                </a:cubicBezTo>
                <a:cubicBezTo>
                  <a:pt x="7612047" y="10710193"/>
                  <a:pt x="7612047" y="10710193"/>
                  <a:pt x="7611443" y="10714693"/>
                </a:cubicBezTo>
                <a:cubicBezTo>
                  <a:pt x="7611443" y="10714693"/>
                  <a:pt x="7604487" y="10708568"/>
                  <a:pt x="7604487" y="10708568"/>
                </a:cubicBezTo>
                <a:cubicBezTo>
                  <a:pt x="7605090" y="10704069"/>
                  <a:pt x="7605693" y="10699571"/>
                  <a:pt x="7606295" y="10695073"/>
                </a:cubicBezTo>
                <a:close/>
                <a:moveTo>
                  <a:pt x="7610069" y="10674159"/>
                </a:moveTo>
                <a:cubicBezTo>
                  <a:pt x="7610069" y="10674159"/>
                  <a:pt x="7610069" y="10674159"/>
                  <a:pt x="7615740" y="10675379"/>
                </a:cubicBezTo>
                <a:cubicBezTo>
                  <a:pt x="7610069" y="10674159"/>
                  <a:pt x="7609525" y="10678219"/>
                  <a:pt x="7608981" y="10682281"/>
                </a:cubicBezTo>
                <a:cubicBezTo>
                  <a:pt x="7609525" y="10678219"/>
                  <a:pt x="7609525" y="10678219"/>
                  <a:pt x="7610069" y="10674159"/>
                </a:cubicBezTo>
                <a:close/>
                <a:moveTo>
                  <a:pt x="7634713" y="10664422"/>
                </a:moveTo>
                <a:cubicBezTo>
                  <a:pt x="7633478" y="10673626"/>
                  <a:pt x="7628543" y="10710444"/>
                  <a:pt x="7627309" y="10719649"/>
                </a:cubicBezTo>
                <a:cubicBezTo>
                  <a:pt x="7628543" y="10710444"/>
                  <a:pt x="7630394" y="10696637"/>
                  <a:pt x="7621887" y="10694806"/>
                </a:cubicBezTo>
                <a:cubicBezTo>
                  <a:pt x="7623738" y="10681000"/>
                  <a:pt x="7632861" y="10678229"/>
                  <a:pt x="7634713" y="10664422"/>
                </a:cubicBezTo>
                <a:close/>
                <a:moveTo>
                  <a:pt x="7589826" y="10627578"/>
                </a:moveTo>
                <a:cubicBezTo>
                  <a:pt x="7597209" y="10633791"/>
                  <a:pt x="7586815" y="10650041"/>
                  <a:pt x="7585611" y="10659025"/>
                </a:cubicBezTo>
                <a:cubicBezTo>
                  <a:pt x="7586815" y="10650041"/>
                  <a:pt x="7588621" y="10636564"/>
                  <a:pt x="7589826" y="10627578"/>
                </a:cubicBezTo>
                <a:close/>
                <a:moveTo>
                  <a:pt x="7616155" y="10563497"/>
                </a:moveTo>
                <a:cubicBezTo>
                  <a:pt x="7624053" y="10569853"/>
                  <a:pt x="7614941" y="10572548"/>
                  <a:pt x="7613728" y="10581598"/>
                </a:cubicBezTo>
                <a:cubicBezTo>
                  <a:pt x="7611907" y="10595172"/>
                  <a:pt x="7609482" y="10613273"/>
                  <a:pt x="7607661" y="10626847"/>
                </a:cubicBezTo>
                <a:cubicBezTo>
                  <a:pt x="7600368" y="10615966"/>
                  <a:pt x="7603401" y="10593343"/>
                  <a:pt x="7605221" y="10579766"/>
                </a:cubicBezTo>
                <a:cubicBezTo>
                  <a:pt x="7613728" y="10581598"/>
                  <a:pt x="7616155" y="10563497"/>
                  <a:pt x="7616155" y="10563497"/>
                </a:cubicBezTo>
                <a:close/>
                <a:moveTo>
                  <a:pt x="7600957" y="10546301"/>
                </a:moveTo>
                <a:cubicBezTo>
                  <a:pt x="7600377" y="10550633"/>
                  <a:pt x="7610044" y="10543801"/>
                  <a:pt x="7609465" y="10548132"/>
                </a:cubicBezTo>
                <a:cubicBezTo>
                  <a:pt x="7609465" y="10548132"/>
                  <a:pt x="7608883" y="10552465"/>
                  <a:pt x="7608303" y="10556796"/>
                </a:cubicBezTo>
                <a:cubicBezTo>
                  <a:pt x="7608303" y="10556796"/>
                  <a:pt x="7606175" y="10556338"/>
                  <a:pt x="7604122" y="10555339"/>
                </a:cubicBezTo>
                <a:cubicBezTo>
                  <a:pt x="7602068" y="10554340"/>
                  <a:pt x="7600087" y="10552799"/>
                  <a:pt x="7600377" y="10550633"/>
                </a:cubicBezTo>
                <a:cubicBezTo>
                  <a:pt x="7600957" y="10546301"/>
                  <a:pt x="7600377" y="10550633"/>
                  <a:pt x="7600957" y="10546301"/>
                </a:cubicBezTo>
                <a:close/>
                <a:moveTo>
                  <a:pt x="7652551" y="9758297"/>
                </a:moveTo>
                <a:lnTo>
                  <a:pt x="7650839" y="9761694"/>
                </a:lnTo>
                <a:lnTo>
                  <a:pt x="7652128" y="9764560"/>
                </a:lnTo>
                <a:cubicBezTo>
                  <a:pt x="7653897" y="9766675"/>
                  <a:pt x="7655743" y="9768228"/>
                  <a:pt x="7655743" y="9768228"/>
                </a:cubicBezTo>
                <a:lnTo>
                  <a:pt x="7652969" y="9774265"/>
                </a:lnTo>
                <a:lnTo>
                  <a:pt x="7653001" y="9774429"/>
                </a:lnTo>
                <a:cubicBezTo>
                  <a:pt x="7654547" y="9778228"/>
                  <a:pt x="7656091" y="9782026"/>
                  <a:pt x="7655489" y="9786517"/>
                </a:cubicBezTo>
                <a:lnTo>
                  <a:pt x="7656694" y="9777534"/>
                </a:lnTo>
                <a:lnTo>
                  <a:pt x="7661535" y="9786316"/>
                </a:lnTo>
                <a:lnTo>
                  <a:pt x="7664933" y="9760960"/>
                </a:lnTo>
                <a:cubicBezTo>
                  <a:pt x="7664330" y="9765453"/>
                  <a:pt x="7663728" y="9769946"/>
                  <a:pt x="7655743" y="9768228"/>
                </a:cubicBezTo>
                <a:lnTo>
                  <a:pt x="7656947" y="9759242"/>
                </a:lnTo>
                <a:cubicBezTo>
                  <a:pt x="7656947" y="9759242"/>
                  <a:pt x="7654952" y="9758813"/>
                  <a:pt x="7652957" y="9758384"/>
                </a:cubicBezTo>
                <a:close/>
                <a:moveTo>
                  <a:pt x="7708171" y="9692153"/>
                </a:moveTo>
                <a:lnTo>
                  <a:pt x="7711997" y="9695068"/>
                </a:lnTo>
                <a:cubicBezTo>
                  <a:pt x="7714509" y="9699282"/>
                  <a:pt x="7713607" y="9706009"/>
                  <a:pt x="7714057" y="9702646"/>
                </a:cubicBezTo>
                <a:cubicBezTo>
                  <a:pt x="7712856" y="9711611"/>
                  <a:pt x="7709850" y="9734027"/>
                  <a:pt x="7701560" y="9741467"/>
                </a:cubicBezTo>
                <a:cubicBezTo>
                  <a:pt x="7700358" y="9750434"/>
                  <a:pt x="7699155" y="9759401"/>
                  <a:pt x="7699155" y="9759401"/>
                </a:cubicBezTo>
                <a:cubicBezTo>
                  <a:pt x="7699155" y="9759401"/>
                  <a:pt x="7699155" y="9759401"/>
                  <a:pt x="7698555" y="9763884"/>
                </a:cubicBezTo>
                <a:cubicBezTo>
                  <a:pt x="7697955" y="9768366"/>
                  <a:pt x="7697353" y="9772851"/>
                  <a:pt x="7696751" y="9777333"/>
                </a:cubicBezTo>
                <a:cubicBezTo>
                  <a:pt x="7695550" y="9786300"/>
                  <a:pt x="7687861" y="9789258"/>
                  <a:pt x="7687260" y="9793740"/>
                </a:cubicBezTo>
                <a:cubicBezTo>
                  <a:pt x="7687861" y="9789258"/>
                  <a:pt x="7688462" y="9784775"/>
                  <a:pt x="7689663" y="9775808"/>
                </a:cubicBezTo>
                <a:cubicBezTo>
                  <a:pt x="7690265" y="9771324"/>
                  <a:pt x="7691466" y="9762359"/>
                  <a:pt x="7692067" y="9757874"/>
                </a:cubicBezTo>
                <a:cubicBezTo>
                  <a:pt x="7692668" y="9753392"/>
                  <a:pt x="7692668" y="9753392"/>
                  <a:pt x="7693269" y="9748908"/>
                </a:cubicBezTo>
                <a:cubicBezTo>
                  <a:pt x="7702161" y="9736985"/>
                  <a:pt x="7705167" y="9714570"/>
                  <a:pt x="7707570" y="9696636"/>
                </a:cubicBezTo>
                <a:close/>
                <a:moveTo>
                  <a:pt x="7675773" y="9680099"/>
                </a:moveTo>
                <a:lnTo>
                  <a:pt x="7674569" y="9689084"/>
                </a:lnTo>
                <a:cubicBezTo>
                  <a:pt x="7675171" y="9684592"/>
                  <a:pt x="7683155" y="9686310"/>
                  <a:pt x="7675773" y="9680099"/>
                </a:cubicBezTo>
                <a:close/>
                <a:moveTo>
                  <a:pt x="7701377" y="9611659"/>
                </a:moveTo>
                <a:cubicBezTo>
                  <a:pt x="7700173" y="9620643"/>
                  <a:pt x="7697763" y="9638613"/>
                  <a:pt x="7695957" y="9652089"/>
                </a:cubicBezTo>
                <a:cubicBezTo>
                  <a:pt x="7695957" y="9652089"/>
                  <a:pt x="7695355" y="9656582"/>
                  <a:pt x="7695355" y="9656582"/>
                </a:cubicBezTo>
                <a:cubicBezTo>
                  <a:pt x="7694753" y="9661073"/>
                  <a:pt x="7694753" y="9661073"/>
                  <a:pt x="7694753" y="9661073"/>
                </a:cubicBezTo>
                <a:cubicBezTo>
                  <a:pt x="7694151" y="9665568"/>
                  <a:pt x="7694151" y="9665568"/>
                  <a:pt x="7686165" y="9663850"/>
                </a:cubicBezTo>
                <a:cubicBezTo>
                  <a:pt x="7686165" y="9663850"/>
                  <a:pt x="7686165" y="9663850"/>
                  <a:pt x="7686767" y="9659357"/>
                </a:cubicBezTo>
                <a:cubicBezTo>
                  <a:pt x="7686767" y="9659357"/>
                  <a:pt x="7686767" y="9659357"/>
                  <a:pt x="7687369" y="9654862"/>
                </a:cubicBezTo>
                <a:cubicBezTo>
                  <a:pt x="7687369" y="9654862"/>
                  <a:pt x="7687972" y="9650371"/>
                  <a:pt x="7687972" y="9650371"/>
                </a:cubicBezTo>
                <a:cubicBezTo>
                  <a:pt x="7698366" y="9634119"/>
                  <a:pt x="7692187" y="9618925"/>
                  <a:pt x="7701377" y="9611659"/>
                </a:cubicBezTo>
                <a:close/>
                <a:moveTo>
                  <a:pt x="7711155" y="9604623"/>
                </a:moveTo>
                <a:cubicBezTo>
                  <a:pt x="7710557" y="9609091"/>
                  <a:pt x="7709957" y="9613556"/>
                  <a:pt x="7717046" y="9615082"/>
                </a:cubicBezTo>
                <a:cubicBezTo>
                  <a:pt x="7709358" y="9618024"/>
                  <a:pt x="7707561" y="9631425"/>
                  <a:pt x="7706363" y="9640358"/>
                </a:cubicBezTo>
                <a:cubicBezTo>
                  <a:pt x="7699874" y="9634367"/>
                  <a:pt x="7704568" y="9653759"/>
                  <a:pt x="7696881" y="9656701"/>
                </a:cubicBezTo>
                <a:cubicBezTo>
                  <a:pt x="7699276" y="9638833"/>
                  <a:pt x="7700473" y="9629900"/>
                  <a:pt x="7702869" y="9612031"/>
                </a:cubicBezTo>
                <a:cubicBezTo>
                  <a:pt x="7702869" y="9612031"/>
                  <a:pt x="7710557" y="9609091"/>
                  <a:pt x="7711155" y="9604623"/>
                </a:cubicBezTo>
                <a:close/>
                <a:moveTo>
                  <a:pt x="7701499" y="9589120"/>
                </a:moveTo>
                <a:lnTo>
                  <a:pt x="7703183" y="9598184"/>
                </a:lnTo>
                <a:cubicBezTo>
                  <a:pt x="7703183" y="9598184"/>
                  <a:pt x="7702582" y="9602676"/>
                  <a:pt x="7702582" y="9602676"/>
                </a:cubicBezTo>
                <a:cubicBezTo>
                  <a:pt x="7701980" y="9607166"/>
                  <a:pt x="7701980" y="9607166"/>
                  <a:pt x="7701377" y="9611659"/>
                </a:cubicBezTo>
                <a:cubicBezTo>
                  <a:pt x="7701377" y="9611659"/>
                  <a:pt x="7693994" y="9605449"/>
                  <a:pt x="7693994" y="9605449"/>
                </a:cubicBezTo>
                <a:close/>
                <a:moveTo>
                  <a:pt x="7705593" y="9580213"/>
                </a:moveTo>
                <a:lnTo>
                  <a:pt x="7701499" y="9589120"/>
                </a:lnTo>
                <a:lnTo>
                  <a:pt x="7701393" y="9588553"/>
                </a:lnTo>
                <a:cubicBezTo>
                  <a:pt x="7702993" y="9584276"/>
                  <a:pt x="7705593" y="9580213"/>
                  <a:pt x="7705593" y="9580213"/>
                </a:cubicBezTo>
                <a:close/>
                <a:moveTo>
                  <a:pt x="7708019" y="9562120"/>
                </a:moveTo>
                <a:lnTo>
                  <a:pt x="7708003" y="9562244"/>
                </a:lnTo>
                <a:lnTo>
                  <a:pt x="7708003" y="9562231"/>
                </a:lnTo>
                <a:close/>
                <a:moveTo>
                  <a:pt x="7708068" y="9561754"/>
                </a:moveTo>
                <a:lnTo>
                  <a:pt x="7708019" y="9562120"/>
                </a:lnTo>
                <a:lnTo>
                  <a:pt x="7708027" y="9562058"/>
                </a:lnTo>
                <a:close/>
                <a:moveTo>
                  <a:pt x="7709652" y="9488649"/>
                </a:moveTo>
                <a:cubicBezTo>
                  <a:pt x="7709652" y="9488649"/>
                  <a:pt x="7709652" y="9488649"/>
                  <a:pt x="7717035" y="9494860"/>
                </a:cubicBezTo>
                <a:cubicBezTo>
                  <a:pt x="7717035" y="9494860"/>
                  <a:pt x="7709051" y="9493141"/>
                  <a:pt x="7709051" y="9493141"/>
                </a:cubicBezTo>
                <a:cubicBezTo>
                  <a:pt x="7709051" y="9493141"/>
                  <a:pt x="7709652" y="9488649"/>
                  <a:pt x="7709652" y="9488649"/>
                </a:cubicBezTo>
                <a:close/>
                <a:moveTo>
                  <a:pt x="7759638" y="9115789"/>
                </a:moveTo>
                <a:cubicBezTo>
                  <a:pt x="7759036" y="9120282"/>
                  <a:pt x="7759638" y="9115789"/>
                  <a:pt x="7767623" y="9117508"/>
                </a:cubicBezTo>
                <a:cubicBezTo>
                  <a:pt x="7767021" y="9122001"/>
                  <a:pt x="7766418" y="9126491"/>
                  <a:pt x="7765817" y="9130984"/>
                </a:cubicBezTo>
                <a:cubicBezTo>
                  <a:pt x="7765817" y="9130984"/>
                  <a:pt x="7765817" y="9130984"/>
                  <a:pt x="7765213" y="9135476"/>
                </a:cubicBezTo>
                <a:cubicBezTo>
                  <a:pt x="7766418" y="9126491"/>
                  <a:pt x="7759036" y="9120282"/>
                  <a:pt x="7759638" y="9115789"/>
                </a:cubicBezTo>
                <a:close/>
                <a:moveTo>
                  <a:pt x="7776811" y="9110241"/>
                </a:moveTo>
                <a:cubicBezTo>
                  <a:pt x="7776811" y="9110241"/>
                  <a:pt x="7776811" y="9110241"/>
                  <a:pt x="7784795" y="9111959"/>
                </a:cubicBezTo>
                <a:cubicBezTo>
                  <a:pt x="7784194" y="9116450"/>
                  <a:pt x="7784194" y="9116450"/>
                  <a:pt x="7784194" y="9116450"/>
                </a:cubicBezTo>
                <a:cubicBezTo>
                  <a:pt x="7783591" y="9120944"/>
                  <a:pt x="7782989" y="9125436"/>
                  <a:pt x="7775003" y="9123718"/>
                </a:cubicBezTo>
                <a:lnTo>
                  <a:pt x="7771391" y="9150671"/>
                </a:lnTo>
                <a:cubicBezTo>
                  <a:pt x="7767701" y="9147567"/>
                  <a:pt x="7768453" y="9141951"/>
                  <a:pt x="7770279" y="9135989"/>
                </a:cubicBezTo>
                <a:cubicBezTo>
                  <a:pt x="7772106" y="9130027"/>
                  <a:pt x="7775005" y="9123717"/>
                  <a:pt x="7775607" y="9119226"/>
                </a:cubicBezTo>
                <a:cubicBezTo>
                  <a:pt x="7775607" y="9119226"/>
                  <a:pt x="7776209" y="9114732"/>
                  <a:pt x="7776209" y="9114732"/>
                </a:cubicBezTo>
                <a:cubicBezTo>
                  <a:pt x="7776811" y="9110241"/>
                  <a:pt x="7776811" y="9110241"/>
                  <a:pt x="7776811" y="9110241"/>
                </a:cubicBezTo>
                <a:close/>
                <a:moveTo>
                  <a:pt x="7796395" y="8914383"/>
                </a:moveTo>
                <a:cubicBezTo>
                  <a:pt x="7796395" y="8914383"/>
                  <a:pt x="7795741" y="8919257"/>
                  <a:pt x="7804249" y="8921088"/>
                </a:cubicBezTo>
                <a:cubicBezTo>
                  <a:pt x="7799669" y="8922607"/>
                  <a:pt x="7797543" y="8922150"/>
                  <a:pt x="7796560" y="8921312"/>
                </a:cubicBezTo>
                <a:cubicBezTo>
                  <a:pt x="7795579" y="8920474"/>
                  <a:pt x="7795741" y="8919257"/>
                  <a:pt x="7795741" y="8919257"/>
                </a:cubicBezTo>
                <a:cubicBezTo>
                  <a:pt x="7795741" y="8919257"/>
                  <a:pt x="7795741" y="8919257"/>
                  <a:pt x="7796395" y="8914383"/>
                </a:cubicBezTo>
                <a:close/>
                <a:moveTo>
                  <a:pt x="7797579" y="8832775"/>
                </a:moveTo>
                <a:cubicBezTo>
                  <a:pt x="7804359" y="8843477"/>
                  <a:pt x="7795169" y="8850745"/>
                  <a:pt x="7795169" y="8850745"/>
                </a:cubicBezTo>
                <a:close/>
                <a:moveTo>
                  <a:pt x="7806768" y="8825509"/>
                </a:moveTo>
                <a:cubicBezTo>
                  <a:pt x="7806768" y="8825509"/>
                  <a:pt x="7806166" y="8830002"/>
                  <a:pt x="7806166" y="8830002"/>
                </a:cubicBezTo>
                <a:cubicBezTo>
                  <a:pt x="7805564" y="8834492"/>
                  <a:pt x="7797579" y="8832775"/>
                  <a:pt x="7797579" y="8832775"/>
                </a:cubicBezTo>
                <a:cubicBezTo>
                  <a:pt x="7797579" y="8832775"/>
                  <a:pt x="7798181" y="8828283"/>
                  <a:pt x="7798181" y="8828283"/>
                </a:cubicBezTo>
                <a:cubicBezTo>
                  <a:pt x="7806768" y="8825509"/>
                  <a:pt x="7806768" y="8825509"/>
                  <a:pt x="7806768" y="8825509"/>
                </a:cubicBezTo>
                <a:close/>
                <a:moveTo>
                  <a:pt x="7745147" y="8733676"/>
                </a:moveTo>
                <a:cubicBezTo>
                  <a:pt x="7753131" y="8735394"/>
                  <a:pt x="7752529" y="8739887"/>
                  <a:pt x="7752529" y="8739887"/>
                </a:cubicBezTo>
                <a:lnTo>
                  <a:pt x="7751926" y="8744377"/>
                </a:lnTo>
                <a:cubicBezTo>
                  <a:pt x="7744545" y="8738168"/>
                  <a:pt x="7744545" y="8738168"/>
                  <a:pt x="7744545" y="8738168"/>
                </a:cubicBezTo>
                <a:cubicBezTo>
                  <a:pt x="7745147" y="8733676"/>
                  <a:pt x="7745147" y="8733676"/>
                  <a:pt x="7745147" y="8733676"/>
                </a:cubicBezTo>
                <a:close/>
                <a:moveTo>
                  <a:pt x="7759637" y="8519424"/>
                </a:moveTo>
                <a:cubicBezTo>
                  <a:pt x="7759035" y="8523916"/>
                  <a:pt x="7759637" y="8519424"/>
                  <a:pt x="7767622" y="8521142"/>
                </a:cubicBezTo>
                <a:cubicBezTo>
                  <a:pt x="7767020" y="8525635"/>
                  <a:pt x="7766417" y="8530126"/>
                  <a:pt x="7765815" y="8534619"/>
                </a:cubicBezTo>
                <a:cubicBezTo>
                  <a:pt x="7765815" y="8534619"/>
                  <a:pt x="7765815" y="8534619"/>
                  <a:pt x="7765213" y="8539110"/>
                </a:cubicBezTo>
                <a:cubicBezTo>
                  <a:pt x="7766417" y="8530126"/>
                  <a:pt x="7759035" y="8523916"/>
                  <a:pt x="7759637" y="8519424"/>
                </a:cubicBezTo>
                <a:close/>
                <a:moveTo>
                  <a:pt x="7776811" y="8513874"/>
                </a:moveTo>
                <a:cubicBezTo>
                  <a:pt x="7776811" y="8513874"/>
                  <a:pt x="7776811" y="8513874"/>
                  <a:pt x="7784795" y="8515593"/>
                </a:cubicBezTo>
                <a:cubicBezTo>
                  <a:pt x="7784193" y="8520085"/>
                  <a:pt x="7784193" y="8520085"/>
                  <a:pt x="7784193" y="8520085"/>
                </a:cubicBezTo>
                <a:cubicBezTo>
                  <a:pt x="7783591" y="8524577"/>
                  <a:pt x="7782987" y="8529070"/>
                  <a:pt x="7775003" y="8527352"/>
                </a:cubicBezTo>
                <a:lnTo>
                  <a:pt x="7771390" y="8554306"/>
                </a:lnTo>
                <a:cubicBezTo>
                  <a:pt x="7767700" y="8551200"/>
                  <a:pt x="7768452" y="8545586"/>
                  <a:pt x="7770279" y="8539622"/>
                </a:cubicBezTo>
                <a:cubicBezTo>
                  <a:pt x="7772105" y="8533660"/>
                  <a:pt x="7775003" y="8527350"/>
                  <a:pt x="7775605" y="8522860"/>
                </a:cubicBezTo>
                <a:cubicBezTo>
                  <a:pt x="7775605" y="8522860"/>
                  <a:pt x="7776207" y="8518367"/>
                  <a:pt x="7776207" y="8518367"/>
                </a:cubicBezTo>
                <a:cubicBezTo>
                  <a:pt x="7776811" y="8513874"/>
                  <a:pt x="7776811" y="8513874"/>
                  <a:pt x="7776811" y="8513874"/>
                </a:cubicBezTo>
                <a:close/>
                <a:moveTo>
                  <a:pt x="7796395" y="8318016"/>
                </a:moveTo>
                <a:cubicBezTo>
                  <a:pt x="7796395" y="8318016"/>
                  <a:pt x="7795741" y="8322890"/>
                  <a:pt x="7804248" y="8324721"/>
                </a:cubicBezTo>
                <a:cubicBezTo>
                  <a:pt x="7799668" y="8326242"/>
                  <a:pt x="7797541" y="8325785"/>
                  <a:pt x="7796559" y="8324946"/>
                </a:cubicBezTo>
                <a:cubicBezTo>
                  <a:pt x="7795577" y="8324108"/>
                  <a:pt x="7795741" y="8322890"/>
                  <a:pt x="7795741" y="8322890"/>
                </a:cubicBezTo>
                <a:cubicBezTo>
                  <a:pt x="7795741" y="8322890"/>
                  <a:pt x="7795741" y="8322890"/>
                  <a:pt x="7796395" y="8318016"/>
                </a:cubicBezTo>
                <a:close/>
                <a:moveTo>
                  <a:pt x="7797577" y="8236409"/>
                </a:moveTo>
                <a:cubicBezTo>
                  <a:pt x="7804358" y="8247111"/>
                  <a:pt x="7795169" y="8254379"/>
                  <a:pt x="7795169" y="8254379"/>
                </a:cubicBezTo>
                <a:close/>
                <a:moveTo>
                  <a:pt x="7806767" y="8229142"/>
                </a:moveTo>
                <a:cubicBezTo>
                  <a:pt x="7806767" y="8229142"/>
                  <a:pt x="7806165" y="8233635"/>
                  <a:pt x="7806165" y="8233635"/>
                </a:cubicBezTo>
                <a:cubicBezTo>
                  <a:pt x="7805563" y="8238127"/>
                  <a:pt x="7797577" y="8236409"/>
                  <a:pt x="7797577" y="8236409"/>
                </a:cubicBezTo>
                <a:cubicBezTo>
                  <a:pt x="7797577" y="8236409"/>
                  <a:pt x="7798180" y="8231917"/>
                  <a:pt x="7798180" y="8231917"/>
                </a:cubicBezTo>
                <a:cubicBezTo>
                  <a:pt x="7806767" y="8229142"/>
                  <a:pt x="7806767" y="8229142"/>
                  <a:pt x="7806767" y="8229142"/>
                </a:cubicBezTo>
                <a:close/>
                <a:moveTo>
                  <a:pt x="7745146" y="8137311"/>
                </a:moveTo>
                <a:cubicBezTo>
                  <a:pt x="7753130" y="8139029"/>
                  <a:pt x="7752528" y="8143521"/>
                  <a:pt x="7752528" y="8143521"/>
                </a:cubicBezTo>
                <a:lnTo>
                  <a:pt x="7751925" y="8148012"/>
                </a:lnTo>
                <a:cubicBezTo>
                  <a:pt x="7744545" y="8141803"/>
                  <a:pt x="7744545" y="8141803"/>
                  <a:pt x="7744545" y="8141803"/>
                </a:cubicBezTo>
                <a:cubicBezTo>
                  <a:pt x="7745146" y="8137311"/>
                  <a:pt x="7745146" y="8137311"/>
                  <a:pt x="7745146" y="8137311"/>
                </a:cubicBezTo>
                <a:close/>
                <a:moveTo>
                  <a:pt x="7745749" y="8132817"/>
                </a:moveTo>
                <a:cubicBezTo>
                  <a:pt x="7745749" y="8132817"/>
                  <a:pt x="7745749" y="8132817"/>
                  <a:pt x="7745146" y="8137311"/>
                </a:cubicBezTo>
                <a:lnTo>
                  <a:pt x="7742153" y="8136665"/>
                </a:lnTo>
                <a:lnTo>
                  <a:pt x="7742887" y="8133743"/>
                </a:lnTo>
                <a:close/>
                <a:moveTo>
                  <a:pt x="7597971" y="8009632"/>
                </a:moveTo>
                <a:lnTo>
                  <a:pt x="7597958" y="8009733"/>
                </a:lnTo>
                <a:lnTo>
                  <a:pt x="7597959" y="8009720"/>
                </a:lnTo>
                <a:close/>
                <a:moveTo>
                  <a:pt x="7598041" y="8009109"/>
                </a:moveTo>
                <a:lnTo>
                  <a:pt x="7597971" y="8009632"/>
                </a:lnTo>
                <a:lnTo>
                  <a:pt x="7597983" y="8009539"/>
                </a:lnTo>
                <a:close/>
                <a:moveTo>
                  <a:pt x="7599915" y="7995131"/>
                </a:moveTo>
                <a:cubicBezTo>
                  <a:pt x="7599313" y="7999625"/>
                  <a:pt x="7598710" y="8004118"/>
                  <a:pt x="7598710" y="8004118"/>
                </a:cubicBezTo>
                <a:cubicBezTo>
                  <a:pt x="7598410" y="8006362"/>
                  <a:pt x="7598223" y="8007768"/>
                  <a:pt x="7598108" y="8008609"/>
                </a:cubicBezTo>
                <a:lnTo>
                  <a:pt x="7597983" y="8009539"/>
                </a:lnTo>
                <a:lnTo>
                  <a:pt x="7597959" y="8009720"/>
                </a:lnTo>
                <a:lnTo>
                  <a:pt x="7597581" y="8012539"/>
                </a:lnTo>
                <a:cubicBezTo>
                  <a:pt x="7597506" y="8013101"/>
                  <a:pt x="7597506" y="8013101"/>
                  <a:pt x="7597506" y="8013101"/>
                </a:cubicBezTo>
                <a:cubicBezTo>
                  <a:pt x="7593815" y="8009996"/>
                  <a:pt x="7594116" y="8007751"/>
                  <a:pt x="7595490" y="8005157"/>
                </a:cubicBezTo>
                <a:cubicBezTo>
                  <a:pt x="7596865" y="8002564"/>
                  <a:pt x="7599313" y="7999625"/>
                  <a:pt x="7599915" y="7995131"/>
                </a:cubicBezTo>
                <a:close/>
                <a:moveTo>
                  <a:pt x="7601119" y="7986146"/>
                </a:moveTo>
                <a:lnTo>
                  <a:pt x="7601008" y="7986982"/>
                </a:lnTo>
                <a:lnTo>
                  <a:pt x="7601078" y="7987011"/>
                </a:lnTo>
                <a:close/>
                <a:moveTo>
                  <a:pt x="7604131" y="7963686"/>
                </a:moveTo>
                <a:cubicBezTo>
                  <a:pt x="7603529" y="7968178"/>
                  <a:pt x="7611511" y="7969896"/>
                  <a:pt x="7611511" y="7969896"/>
                </a:cubicBezTo>
                <a:cubicBezTo>
                  <a:pt x="7611211" y="7972142"/>
                  <a:pt x="7609065" y="7972836"/>
                  <a:pt x="7607069" y="7972406"/>
                </a:cubicBezTo>
                <a:cubicBezTo>
                  <a:pt x="7605073" y="7971978"/>
                  <a:pt x="7603227" y="7970424"/>
                  <a:pt x="7603529" y="7968178"/>
                </a:cubicBezTo>
                <a:close/>
                <a:moveTo>
                  <a:pt x="7602398" y="7842638"/>
                </a:moveTo>
                <a:cubicBezTo>
                  <a:pt x="7602398" y="7842638"/>
                  <a:pt x="7602398" y="7842638"/>
                  <a:pt x="7609958" y="7844265"/>
                </a:cubicBezTo>
                <a:cubicBezTo>
                  <a:pt x="7608149" y="7857760"/>
                  <a:pt x="7604531" y="7884749"/>
                  <a:pt x="7602721" y="7898243"/>
                </a:cubicBezTo>
                <a:cubicBezTo>
                  <a:pt x="7595162" y="7896617"/>
                  <a:pt x="7595162" y="7896617"/>
                  <a:pt x="7594559" y="7901115"/>
                </a:cubicBezTo>
                <a:cubicBezTo>
                  <a:pt x="7595764" y="7892119"/>
                  <a:pt x="7597575" y="7878623"/>
                  <a:pt x="7599383" y="7865129"/>
                </a:cubicBezTo>
                <a:cubicBezTo>
                  <a:pt x="7600589" y="7856133"/>
                  <a:pt x="7601795" y="7847137"/>
                  <a:pt x="7602398" y="7842638"/>
                </a:cubicBezTo>
                <a:close/>
                <a:moveTo>
                  <a:pt x="7583033" y="7821034"/>
                </a:moveTo>
                <a:lnTo>
                  <a:pt x="7581977" y="7838126"/>
                </a:lnTo>
                <a:lnTo>
                  <a:pt x="7573244" y="7878786"/>
                </a:lnTo>
                <a:lnTo>
                  <a:pt x="7578635" y="7838574"/>
                </a:lnTo>
                <a:close/>
                <a:moveTo>
                  <a:pt x="7583743" y="7809551"/>
                </a:moveTo>
                <a:lnTo>
                  <a:pt x="7583921" y="7817496"/>
                </a:lnTo>
                <a:lnTo>
                  <a:pt x="7583033" y="7821034"/>
                </a:lnTo>
                <a:close/>
                <a:moveTo>
                  <a:pt x="7605979" y="7798518"/>
                </a:moveTo>
                <a:lnTo>
                  <a:pt x="7604763" y="7803231"/>
                </a:lnTo>
                <a:cubicBezTo>
                  <a:pt x="7603801" y="7806784"/>
                  <a:pt x="7603093" y="7810247"/>
                  <a:pt x="7602987" y="7813768"/>
                </a:cubicBezTo>
                <a:lnTo>
                  <a:pt x="7604811" y="7824646"/>
                </a:lnTo>
                <a:lnTo>
                  <a:pt x="7604885" y="7824083"/>
                </a:lnTo>
                <a:cubicBezTo>
                  <a:pt x="7605111" y="7822397"/>
                  <a:pt x="7605413" y="7820148"/>
                  <a:pt x="7605413" y="7820148"/>
                </a:cubicBezTo>
                <a:cubicBezTo>
                  <a:pt x="7612369" y="7826272"/>
                  <a:pt x="7611767" y="7830770"/>
                  <a:pt x="7610561" y="7839766"/>
                </a:cubicBezTo>
                <a:cubicBezTo>
                  <a:pt x="7609958" y="7844265"/>
                  <a:pt x="7609958" y="7844265"/>
                  <a:pt x="7602398" y="7842638"/>
                </a:cubicBezTo>
                <a:cubicBezTo>
                  <a:pt x="7602398" y="7842638"/>
                  <a:pt x="7603001" y="7838139"/>
                  <a:pt x="7603001" y="7838139"/>
                </a:cubicBezTo>
                <a:cubicBezTo>
                  <a:pt x="7594837" y="7841012"/>
                  <a:pt x="7592426" y="7859005"/>
                  <a:pt x="7591823" y="7863503"/>
                </a:cubicBezTo>
                <a:cubicBezTo>
                  <a:pt x="7591823" y="7863503"/>
                  <a:pt x="7592426" y="7859005"/>
                  <a:pt x="7584863" y="7857377"/>
                </a:cubicBezTo>
                <a:cubicBezTo>
                  <a:pt x="7593631" y="7850008"/>
                  <a:pt x="7587276" y="7839385"/>
                  <a:pt x="7588483" y="7830389"/>
                </a:cubicBezTo>
                <a:cubicBezTo>
                  <a:pt x="7597250" y="7823018"/>
                  <a:pt x="7598455" y="7814022"/>
                  <a:pt x="7600265" y="7800529"/>
                </a:cubicBezTo>
                <a:close/>
                <a:moveTo>
                  <a:pt x="7584785" y="7792697"/>
                </a:moveTo>
                <a:lnTo>
                  <a:pt x="7583743" y="7809551"/>
                </a:lnTo>
                <a:lnTo>
                  <a:pt x="7583569" y="7801759"/>
                </a:lnTo>
                <a:cubicBezTo>
                  <a:pt x="7584177" y="7797228"/>
                  <a:pt x="7584785" y="7792697"/>
                  <a:pt x="7584785" y="7792697"/>
                </a:cubicBezTo>
                <a:close/>
                <a:moveTo>
                  <a:pt x="7610841" y="7779665"/>
                </a:moveTo>
                <a:lnTo>
                  <a:pt x="7608428" y="7797657"/>
                </a:lnTo>
                <a:lnTo>
                  <a:pt x="7605979" y="7798518"/>
                </a:lnTo>
                <a:close/>
                <a:moveTo>
                  <a:pt x="7663033" y="7767906"/>
                </a:moveTo>
                <a:cubicBezTo>
                  <a:pt x="7663033" y="7767906"/>
                  <a:pt x="7671539" y="7769736"/>
                  <a:pt x="7671539" y="7769736"/>
                </a:cubicBezTo>
                <a:cubicBezTo>
                  <a:pt x="7671539" y="7769736"/>
                  <a:pt x="7670451" y="7777858"/>
                  <a:pt x="7662489" y="7771967"/>
                </a:cubicBezTo>
                <a:cubicBezTo>
                  <a:pt x="7662489" y="7771967"/>
                  <a:pt x="7663033" y="7767906"/>
                  <a:pt x="7663033" y="7767906"/>
                </a:cubicBezTo>
                <a:close/>
                <a:moveTo>
                  <a:pt x="7606296" y="7755546"/>
                </a:moveTo>
                <a:cubicBezTo>
                  <a:pt x="7606296" y="7755546"/>
                  <a:pt x="7606296" y="7755546"/>
                  <a:pt x="7613855" y="7757173"/>
                </a:cubicBezTo>
                <a:cubicBezTo>
                  <a:pt x="7613251" y="7761672"/>
                  <a:pt x="7612650" y="7766169"/>
                  <a:pt x="7612650" y="7766169"/>
                </a:cubicBezTo>
                <a:cubicBezTo>
                  <a:pt x="7612047" y="7770667"/>
                  <a:pt x="7612047" y="7770667"/>
                  <a:pt x="7611444" y="7775166"/>
                </a:cubicBezTo>
                <a:cubicBezTo>
                  <a:pt x="7611444" y="7775166"/>
                  <a:pt x="7604487" y="7769041"/>
                  <a:pt x="7604487" y="7769041"/>
                </a:cubicBezTo>
                <a:cubicBezTo>
                  <a:pt x="7605089" y="7764543"/>
                  <a:pt x="7605693" y="7760044"/>
                  <a:pt x="7606296" y="7755546"/>
                </a:cubicBezTo>
                <a:close/>
                <a:moveTo>
                  <a:pt x="7610069" y="7734632"/>
                </a:moveTo>
                <a:cubicBezTo>
                  <a:pt x="7610069" y="7734632"/>
                  <a:pt x="7610069" y="7734632"/>
                  <a:pt x="7615740" y="7735853"/>
                </a:cubicBezTo>
                <a:cubicBezTo>
                  <a:pt x="7610069" y="7734632"/>
                  <a:pt x="7609525" y="7738694"/>
                  <a:pt x="7608981" y="7742755"/>
                </a:cubicBezTo>
                <a:cubicBezTo>
                  <a:pt x="7609525" y="7738694"/>
                  <a:pt x="7609525" y="7738694"/>
                  <a:pt x="7610069" y="7734632"/>
                </a:cubicBezTo>
                <a:close/>
                <a:moveTo>
                  <a:pt x="7634713" y="7724896"/>
                </a:moveTo>
                <a:cubicBezTo>
                  <a:pt x="7633478" y="7734100"/>
                  <a:pt x="7628543" y="7770917"/>
                  <a:pt x="7627309" y="7780123"/>
                </a:cubicBezTo>
                <a:cubicBezTo>
                  <a:pt x="7628543" y="7770917"/>
                  <a:pt x="7630394" y="7757111"/>
                  <a:pt x="7621887" y="7755280"/>
                </a:cubicBezTo>
                <a:cubicBezTo>
                  <a:pt x="7623738" y="7741474"/>
                  <a:pt x="7632861" y="7738703"/>
                  <a:pt x="7634713" y="7724896"/>
                </a:cubicBezTo>
                <a:close/>
                <a:moveTo>
                  <a:pt x="7589826" y="7688052"/>
                </a:moveTo>
                <a:cubicBezTo>
                  <a:pt x="7597209" y="7694264"/>
                  <a:pt x="7586815" y="7710515"/>
                  <a:pt x="7585611" y="7719499"/>
                </a:cubicBezTo>
                <a:cubicBezTo>
                  <a:pt x="7586815" y="7710515"/>
                  <a:pt x="7588621" y="7697038"/>
                  <a:pt x="7589826" y="7688052"/>
                </a:cubicBezTo>
                <a:close/>
                <a:moveTo>
                  <a:pt x="7616155" y="7623972"/>
                </a:moveTo>
                <a:cubicBezTo>
                  <a:pt x="7624053" y="7630327"/>
                  <a:pt x="7614940" y="7633022"/>
                  <a:pt x="7613728" y="7642071"/>
                </a:cubicBezTo>
                <a:cubicBezTo>
                  <a:pt x="7611907" y="7655647"/>
                  <a:pt x="7609482" y="7673747"/>
                  <a:pt x="7607661" y="7687321"/>
                </a:cubicBezTo>
                <a:cubicBezTo>
                  <a:pt x="7600368" y="7676441"/>
                  <a:pt x="7603401" y="7653816"/>
                  <a:pt x="7605221" y="7640241"/>
                </a:cubicBezTo>
                <a:cubicBezTo>
                  <a:pt x="7613728" y="7642071"/>
                  <a:pt x="7616155" y="7623972"/>
                  <a:pt x="7616155" y="7623972"/>
                </a:cubicBezTo>
                <a:close/>
                <a:moveTo>
                  <a:pt x="7600957" y="7606775"/>
                </a:moveTo>
                <a:cubicBezTo>
                  <a:pt x="7600377" y="7611108"/>
                  <a:pt x="7610045" y="7604274"/>
                  <a:pt x="7609465" y="7608606"/>
                </a:cubicBezTo>
                <a:cubicBezTo>
                  <a:pt x="7609465" y="7608606"/>
                  <a:pt x="7608883" y="7612938"/>
                  <a:pt x="7608302" y="7617270"/>
                </a:cubicBezTo>
                <a:cubicBezTo>
                  <a:pt x="7608302" y="7617270"/>
                  <a:pt x="7606175" y="7616812"/>
                  <a:pt x="7604122" y="7615813"/>
                </a:cubicBezTo>
                <a:cubicBezTo>
                  <a:pt x="7602068" y="7614813"/>
                  <a:pt x="7600086" y="7613274"/>
                  <a:pt x="7600377" y="7611108"/>
                </a:cubicBezTo>
                <a:cubicBezTo>
                  <a:pt x="7600957" y="7606775"/>
                  <a:pt x="7600377" y="7611108"/>
                  <a:pt x="7600957" y="7606775"/>
                </a:cubicBezTo>
                <a:close/>
                <a:moveTo>
                  <a:pt x="7664933" y="6821435"/>
                </a:moveTo>
                <a:cubicBezTo>
                  <a:pt x="7664631" y="6823681"/>
                  <a:pt x="7664331" y="6825928"/>
                  <a:pt x="7663107" y="6827397"/>
                </a:cubicBezTo>
                <a:lnTo>
                  <a:pt x="7661273" y="6827722"/>
                </a:lnTo>
                <a:lnTo>
                  <a:pt x="7660605" y="6832710"/>
                </a:lnTo>
                <a:cubicBezTo>
                  <a:pt x="7660303" y="6834956"/>
                  <a:pt x="7660153" y="6836080"/>
                  <a:pt x="7659079" y="6836427"/>
                </a:cubicBezTo>
                <a:lnTo>
                  <a:pt x="7652591" y="6835561"/>
                </a:lnTo>
                <a:lnTo>
                  <a:pt x="7651769" y="6837351"/>
                </a:lnTo>
                <a:lnTo>
                  <a:pt x="7651417" y="6839978"/>
                </a:lnTo>
                <a:cubicBezTo>
                  <a:pt x="7655107" y="6843083"/>
                  <a:pt x="7656501" y="6848004"/>
                  <a:pt x="7656897" y="6852711"/>
                </a:cubicBezTo>
                <a:lnTo>
                  <a:pt x="7656435" y="6863129"/>
                </a:lnTo>
                <a:lnTo>
                  <a:pt x="7660115" y="6857373"/>
                </a:lnTo>
                <a:cubicBezTo>
                  <a:pt x="7661319" y="6848390"/>
                  <a:pt x="7663729" y="6830420"/>
                  <a:pt x="7664933" y="6821435"/>
                </a:cubicBezTo>
                <a:close/>
                <a:moveTo>
                  <a:pt x="7708171" y="6752628"/>
                </a:moveTo>
                <a:lnTo>
                  <a:pt x="7711997" y="6755541"/>
                </a:lnTo>
                <a:cubicBezTo>
                  <a:pt x="7714509" y="6759757"/>
                  <a:pt x="7713607" y="6766482"/>
                  <a:pt x="7714057" y="6763119"/>
                </a:cubicBezTo>
                <a:cubicBezTo>
                  <a:pt x="7712856" y="6772087"/>
                  <a:pt x="7709850" y="6794501"/>
                  <a:pt x="7701561" y="6801942"/>
                </a:cubicBezTo>
                <a:cubicBezTo>
                  <a:pt x="7700358" y="6810908"/>
                  <a:pt x="7699157" y="6819874"/>
                  <a:pt x="7699157" y="6819874"/>
                </a:cubicBezTo>
                <a:cubicBezTo>
                  <a:pt x="7699157" y="6819874"/>
                  <a:pt x="7699157" y="6819874"/>
                  <a:pt x="7698555" y="6824360"/>
                </a:cubicBezTo>
                <a:cubicBezTo>
                  <a:pt x="7697955" y="6828842"/>
                  <a:pt x="7697353" y="6833325"/>
                  <a:pt x="7696751" y="6837808"/>
                </a:cubicBezTo>
                <a:cubicBezTo>
                  <a:pt x="7695550" y="6846774"/>
                  <a:pt x="7687861" y="6849732"/>
                  <a:pt x="7687260" y="6854215"/>
                </a:cubicBezTo>
                <a:cubicBezTo>
                  <a:pt x="7687861" y="6849732"/>
                  <a:pt x="7688461" y="6845249"/>
                  <a:pt x="7689663" y="6836283"/>
                </a:cubicBezTo>
                <a:cubicBezTo>
                  <a:pt x="7690265" y="6831799"/>
                  <a:pt x="7691466" y="6822833"/>
                  <a:pt x="7692067" y="6818349"/>
                </a:cubicBezTo>
                <a:cubicBezTo>
                  <a:pt x="7692668" y="6813866"/>
                  <a:pt x="7692668" y="6813866"/>
                  <a:pt x="7693269" y="6809383"/>
                </a:cubicBezTo>
                <a:cubicBezTo>
                  <a:pt x="7702161" y="6797459"/>
                  <a:pt x="7705165" y="6775043"/>
                  <a:pt x="7707570" y="6757111"/>
                </a:cubicBezTo>
                <a:close/>
                <a:moveTo>
                  <a:pt x="7675773" y="6740574"/>
                </a:moveTo>
                <a:lnTo>
                  <a:pt x="7674569" y="6749559"/>
                </a:lnTo>
                <a:cubicBezTo>
                  <a:pt x="7675171" y="6745066"/>
                  <a:pt x="7683153" y="6746784"/>
                  <a:pt x="7675773" y="6740574"/>
                </a:cubicBezTo>
                <a:close/>
                <a:moveTo>
                  <a:pt x="7711155" y="6665098"/>
                </a:moveTo>
                <a:cubicBezTo>
                  <a:pt x="7710557" y="6669565"/>
                  <a:pt x="7709958" y="6674032"/>
                  <a:pt x="7717047" y="6675557"/>
                </a:cubicBezTo>
                <a:cubicBezTo>
                  <a:pt x="7709359" y="6678499"/>
                  <a:pt x="7707561" y="6691900"/>
                  <a:pt x="7706363" y="6700834"/>
                </a:cubicBezTo>
                <a:cubicBezTo>
                  <a:pt x="7699874" y="6694843"/>
                  <a:pt x="7704568" y="6714235"/>
                  <a:pt x="7696881" y="6717175"/>
                </a:cubicBezTo>
                <a:cubicBezTo>
                  <a:pt x="7699276" y="6699307"/>
                  <a:pt x="7700473" y="6690374"/>
                  <a:pt x="7702869" y="6672505"/>
                </a:cubicBezTo>
                <a:cubicBezTo>
                  <a:pt x="7702869" y="6672505"/>
                  <a:pt x="7710557" y="6669565"/>
                  <a:pt x="7711155" y="6665098"/>
                </a:cubicBezTo>
                <a:close/>
                <a:moveTo>
                  <a:pt x="7705593" y="6640687"/>
                </a:moveTo>
                <a:lnTo>
                  <a:pt x="7701499" y="6649595"/>
                </a:lnTo>
                <a:lnTo>
                  <a:pt x="7701393" y="6649028"/>
                </a:lnTo>
                <a:cubicBezTo>
                  <a:pt x="7702993" y="6644751"/>
                  <a:pt x="7705593" y="6640687"/>
                  <a:pt x="7705593" y="6640687"/>
                </a:cubicBezTo>
                <a:close/>
                <a:moveTo>
                  <a:pt x="7708012" y="6622647"/>
                </a:moveTo>
                <a:lnTo>
                  <a:pt x="7708003" y="6622719"/>
                </a:lnTo>
                <a:lnTo>
                  <a:pt x="7708010" y="6622666"/>
                </a:lnTo>
                <a:close/>
                <a:moveTo>
                  <a:pt x="7708013" y="6622641"/>
                </a:moveTo>
                <a:lnTo>
                  <a:pt x="7708012" y="6622647"/>
                </a:lnTo>
                <a:lnTo>
                  <a:pt x="7708012" y="6622646"/>
                </a:lnTo>
                <a:close/>
                <a:moveTo>
                  <a:pt x="7708019" y="6622594"/>
                </a:moveTo>
                <a:lnTo>
                  <a:pt x="7708013" y="6622641"/>
                </a:lnTo>
                <a:lnTo>
                  <a:pt x="7708013" y="6622636"/>
                </a:lnTo>
                <a:close/>
                <a:moveTo>
                  <a:pt x="7709652" y="6549124"/>
                </a:moveTo>
                <a:cubicBezTo>
                  <a:pt x="7709652" y="6549124"/>
                  <a:pt x="7709652" y="6549124"/>
                  <a:pt x="7717036" y="6555334"/>
                </a:cubicBezTo>
                <a:cubicBezTo>
                  <a:pt x="7717036" y="6555334"/>
                  <a:pt x="7709051" y="6553617"/>
                  <a:pt x="7709051" y="6553617"/>
                </a:cubicBezTo>
                <a:cubicBezTo>
                  <a:pt x="7709051" y="6553617"/>
                  <a:pt x="7709652" y="6549124"/>
                  <a:pt x="7709652" y="6549124"/>
                </a:cubicBezTo>
                <a:close/>
                <a:moveTo>
                  <a:pt x="7759638" y="6176265"/>
                </a:moveTo>
                <a:cubicBezTo>
                  <a:pt x="7759036" y="6180756"/>
                  <a:pt x="7759638" y="6176265"/>
                  <a:pt x="7767623" y="6177982"/>
                </a:cubicBezTo>
                <a:cubicBezTo>
                  <a:pt x="7767021" y="6182475"/>
                  <a:pt x="7766419" y="6186966"/>
                  <a:pt x="7765816" y="6191458"/>
                </a:cubicBezTo>
                <a:cubicBezTo>
                  <a:pt x="7765816" y="6191458"/>
                  <a:pt x="7765816" y="6191458"/>
                  <a:pt x="7765215" y="6195952"/>
                </a:cubicBezTo>
                <a:cubicBezTo>
                  <a:pt x="7766419" y="6186966"/>
                  <a:pt x="7759036" y="6180756"/>
                  <a:pt x="7759638" y="6176265"/>
                </a:cubicBezTo>
                <a:close/>
                <a:moveTo>
                  <a:pt x="7776811" y="6170715"/>
                </a:moveTo>
                <a:cubicBezTo>
                  <a:pt x="7776811" y="6170715"/>
                  <a:pt x="7776811" y="6170715"/>
                  <a:pt x="7784795" y="6172433"/>
                </a:cubicBezTo>
                <a:cubicBezTo>
                  <a:pt x="7784194" y="6176925"/>
                  <a:pt x="7784194" y="6176925"/>
                  <a:pt x="7784194" y="6176925"/>
                </a:cubicBezTo>
                <a:cubicBezTo>
                  <a:pt x="7783591" y="6181418"/>
                  <a:pt x="7782989" y="6185911"/>
                  <a:pt x="7775003" y="6184193"/>
                </a:cubicBezTo>
                <a:lnTo>
                  <a:pt x="7771391" y="6211146"/>
                </a:lnTo>
                <a:cubicBezTo>
                  <a:pt x="7767701" y="6208041"/>
                  <a:pt x="7768453" y="6202426"/>
                  <a:pt x="7770279" y="6196463"/>
                </a:cubicBezTo>
                <a:cubicBezTo>
                  <a:pt x="7772106" y="6190502"/>
                  <a:pt x="7775003" y="6184192"/>
                  <a:pt x="7775605" y="6179700"/>
                </a:cubicBezTo>
                <a:cubicBezTo>
                  <a:pt x="7775605" y="6179700"/>
                  <a:pt x="7776209" y="6175208"/>
                  <a:pt x="7776209" y="6175208"/>
                </a:cubicBezTo>
                <a:cubicBezTo>
                  <a:pt x="7776811" y="6170715"/>
                  <a:pt x="7776811" y="6170715"/>
                  <a:pt x="7776811" y="6170715"/>
                </a:cubicBezTo>
                <a:close/>
                <a:moveTo>
                  <a:pt x="7796395" y="5974856"/>
                </a:moveTo>
                <a:cubicBezTo>
                  <a:pt x="7796395" y="5974856"/>
                  <a:pt x="7795741" y="5979731"/>
                  <a:pt x="7804249" y="5981562"/>
                </a:cubicBezTo>
                <a:cubicBezTo>
                  <a:pt x="7799669" y="5983082"/>
                  <a:pt x="7797542" y="5982625"/>
                  <a:pt x="7796560" y="5981787"/>
                </a:cubicBezTo>
                <a:cubicBezTo>
                  <a:pt x="7795579" y="5980948"/>
                  <a:pt x="7795741" y="5979731"/>
                  <a:pt x="7795741" y="5979731"/>
                </a:cubicBezTo>
                <a:cubicBezTo>
                  <a:pt x="7795741" y="5979731"/>
                  <a:pt x="7795741" y="5979731"/>
                  <a:pt x="7796395" y="5974856"/>
                </a:cubicBezTo>
                <a:close/>
                <a:moveTo>
                  <a:pt x="7797579" y="5893249"/>
                </a:moveTo>
                <a:cubicBezTo>
                  <a:pt x="7804359" y="5903952"/>
                  <a:pt x="7795169" y="5911218"/>
                  <a:pt x="7795169" y="5911218"/>
                </a:cubicBezTo>
                <a:close/>
                <a:moveTo>
                  <a:pt x="7806768" y="5885984"/>
                </a:moveTo>
                <a:cubicBezTo>
                  <a:pt x="7806768" y="5885984"/>
                  <a:pt x="7806166" y="5890476"/>
                  <a:pt x="7806166" y="5890476"/>
                </a:cubicBezTo>
                <a:cubicBezTo>
                  <a:pt x="7805564" y="5894967"/>
                  <a:pt x="7797579" y="5893249"/>
                  <a:pt x="7797579" y="5893249"/>
                </a:cubicBezTo>
                <a:cubicBezTo>
                  <a:pt x="7797579" y="5893249"/>
                  <a:pt x="7798181" y="5888757"/>
                  <a:pt x="7798181" y="5888757"/>
                </a:cubicBezTo>
                <a:cubicBezTo>
                  <a:pt x="7806768" y="5885984"/>
                  <a:pt x="7806768" y="5885984"/>
                  <a:pt x="7806768" y="5885984"/>
                </a:cubicBezTo>
                <a:close/>
                <a:moveTo>
                  <a:pt x="7774835" y="5817800"/>
                </a:moveTo>
                <a:lnTo>
                  <a:pt x="7774675" y="5818993"/>
                </a:lnTo>
                <a:lnTo>
                  <a:pt x="7774674" y="5818995"/>
                </a:lnTo>
                <a:cubicBezTo>
                  <a:pt x="7774826" y="5817871"/>
                  <a:pt x="7774863" y="5817589"/>
                  <a:pt x="7774835" y="5817800"/>
                </a:cubicBezTo>
                <a:close/>
                <a:moveTo>
                  <a:pt x="7745147" y="5794151"/>
                </a:moveTo>
                <a:cubicBezTo>
                  <a:pt x="7753131" y="5795869"/>
                  <a:pt x="7752529" y="5800361"/>
                  <a:pt x="7752529" y="5800361"/>
                </a:cubicBezTo>
                <a:lnTo>
                  <a:pt x="7751927" y="5804853"/>
                </a:lnTo>
                <a:cubicBezTo>
                  <a:pt x="7744545" y="5798644"/>
                  <a:pt x="7744545" y="5798644"/>
                  <a:pt x="7744545" y="5798644"/>
                </a:cubicBezTo>
                <a:cubicBezTo>
                  <a:pt x="7745147" y="5794151"/>
                  <a:pt x="7745147" y="5794151"/>
                  <a:pt x="7745147" y="5794151"/>
                </a:cubicBezTo>
                <a:close/>
                <a:moveTo>
                  <a:pt x="7745751" y="5789658"/>
                </a:moveTo>
                <a:cubicBezTo>
                  <a:pt x="7745751" y="5789658"/>
                  <a:pt x="7745751" y="5789658"/>
                  <a:pt x="7745147" y="5794151"/>
                </a:cubicBezTo>
                <a:lnTo>
                  <a:pt x="7742153" y="5793506"/>
                </a:lnTo>
                <a:lnTo>
                  <a:pt x="7742888" y="5790584"/>
                </a:lnTo>
                <a:close/>
                <a:moveTo>
                  <a:pt x="7688143" y="5616338"/>
                </a:moveTo>
                <a:cubicBezTo>
                  <a:pt x="7686918" y="5617806"/>
                  <a:pt x="7684471" y="5620747"/>
                  <a:pt x="7679876" y="5624380"/>
                </a:cubicBezTo>
                <a:lnTo>
                  <a:pt x="7680755" y="5629875"/>
                </a:lnTo>
                <a:lnTo>
                  <a:pt x="7685781" y="5624233"/>
                </a:lnTo>
                <a:lnTo>
                  <a:pt x="7688045" y="5624719"/>
                </a:lnTo>
                <a:lnTo>
                  <a:pt x="7688463" y="5621606"/>
                </a:lnTo>
                <a:cubicBezTo>
                  <a:pt x="7688463" y="5621606"/>
                  <a:pt x="7688463" y="5621606"/>
                  <a:pt x="7689065" y="5617115"/>
                </a:cubicBezTo>
                <a:cubicBezTo>
                  <a:pt x="7689367" y="5614867"/>
                  <a:pt x="7689367" y="5614867"/>
                  <a:pt x="7688143" y="5616338"/>
                </a:cubicBezTo>
                <a:close/>
                <a:moveTo>
                  <a:pt x="7686501" y="5574966"/>
                </a:moveTo>
                <a:cubicBezTo>
                  <a:pt x="7693281" y="5585668"/>
                  <a:pt x="7684091" y="5592934"/>
                  <a:pt x="7684091" y="5592934"/>
                </a:cubicBezTo>
                <a:close/>
                <a:moveTo>
                  <a:pt x="7695690" y="5567699"/>
                </a:moveTo>
                <a:cubicBezTo>
                  <a:pt x="7695690" y="5567699"/>
                  <a:pt x="7695088" y="5572192"/>
                  <a:pt x="7695088" y="5572192"/>
                </a:cubicBezTo>
                <a:cubicBezTo>
                  <a:pt x="7694486" y="5576683"/>
                  <a:pt x="7686501" y="5574966"/>
                  <a:pt x="7686501" y="5574966"/>
                </a:cubicBezTo>
                <a:cubicBezTo>
                  <a:pt x="7686501" y="5574966"/>
                  <a:pt x="7687103" y="5570473"/>
                  <a:pt x="7687103" y="5570473"/>
                </a:cubicBezTo>
                <a:cubicBezTo>
                  <a:pt x="7695690" y="5567699"/>
                  <a:pt x="7695690" y="5567699"/>
                  <a:pt x="7695690" y="5567699"/>
                </a:cubicBezTo>
                <a:close/>
                <a:moveTo>
                  <a:pt x="7710729" y="5470096"/>
                </a:moveTo>
                <a:cubicBezTo>
                  <a:pt x="7719235" y="5471928"/>
                  <a:pt x="7710184" y="5474157"/>
                  <a:pt x="7709639" y="5478218"/>
                </a:cubicBezTo>
                <a:cubicBezTo>
                  <a:pt x="7710184" y="5474157"/>
                  <a:pt x="7710184" y="5474157"/>
                  <a:pt x="7710729" y="5470096"/>
                </a:cubicBezTo>
                <a:close/>
                <a:moveTo>
                  <a:pt x="7663033" y="5424748"/>
                </a:moveTo>
                <a:cubicBezTo>
                  <a:pt x="7663033" y="5424748"/>
                  <a:pt x="7671540" y="5426577"/>
                  <a:pt x="7671540" y="5426577"/>
                </a:cubicBezTo>
                <a:cubicBezTo>
                  <a:pt x="7671540" y="5426577"/>
                  <a:pt x="7670451" y="5434700"/>
                  <a:pt x="7662490" y="5428808"/>
                </a:cubicBezTo>
                <a:cubicBezTo>
                  <a:pt x="7662490" y="5428808"/>
                  <a:pt x="7663033" y="5424748"/>
                  <a:pt x="7663033" y="5424748"/>
                </a:cubicBezTo>
                <a:close/>
                <a:moveTo>
                  <a:pt x="7684321" y="5362471"/>
                </a:moveTo>
                <a:lnTo>
                  <a:pt x="7685091" y="5381205"/>
                </a:lnTo>
                <a:cubicBezTo>
                  <a:pt x="7683119" y="5387744"/>
                  <a:pt x="7680087" y="5394056"/>
                  <a:pt x="7679481" y="5398567"/>
                </a:cubicBezTo>
                <a:cubicBezTo>
                  <a:pt x="7674927" y="5399908"/>
                  <a:pt x="7675985" y="5392012"/>
                  <a:pt x="7678258" y="5383216"/>
                </a:cubicBezTo>
                <a:cubicBezTo>
                  <a:pt x="7680529" y="5374421"/>
                  <a:pt x="7684018" y="5364728"/>
                  <a:pt x="7684321" y="5362471"/>
                </a:cubicBezTo>
                <a:close/>
                <a:moveTo>
                  <a:pt x="7713475" y="5326323"/>
                </a:moveTo>
                <a:cubicBezTo>
                  <a:pt x="7713475" y="5326323"/>
                  <a:pt x="7713475" y="5326323"/>
                  <a:pt x="7721035" y="5327949"/>
                </a:cubicBezTo>
                <a:cubicBezTo>
                  <a:pt x="7719225" y="5341445"/>
                  <a:pt x="7715608" y="5368432"/>
                  <a:pt x="7713799" y="5381928"/>
                </a:cubicBezTo>
                <a:cubicBezTo>
                  <a:pt x="7706238" y="5380302"/>
                  <a:pt x="7706238" y="5380302"/>
                  <a:pt x="7705635" y="5384800"/>
                </a:cubicBezTo>
                <a:cubicBezTo>
                  <a:pt x="7706841" y="5375802"/>
                  <a:pt x="7708651" y="5362309"/>
                  <a:pt x="7710460" y="5348814"/>
                </a:cubicBezTo>
                <a:cubicBezTo>
                  <a:pt x="7711665" y="5339818"/>
                  <a:pt x="7712872" y="5330821"/>
                  <a:pt x="7713475" y="5326323"/>
                </a:cubicBezTo>
                <a:close/>
                <a:moveTo>
                  <a:pt x="7694110" y="5304721"/>
                </a:moveTo>
                <a:lnTo>
                  <a:pt x="7693053" y="5321811"/>
                </a:lnTo>
                <a:lnTo>
                  <a:pt x="7684321" y="5362471"/>
                </a:lnTo>
                <a:lnTo>
                  <a:pt x="7689711" y="5322258"/>
                </a:lnTo>
                <a:close/>
                <a:moveTo>
                  <a:pt x="7694820" y="5293233"/>
                </a:moveTo>
                <a:lnTo>
                  <a:pt x="7694998" y="5301181"/>
                </a:lnTo>
                <a:lnTo>
                  <a:pt x="7694110" y="5304721"/>
                </a:lnTo>
                <a:close/>
                <a:moveTo>
                  <a:pt x="7717055" y="5282202"/>
                </a:moveTo>
                <a:lnTo>
                  <a:pt x="7715839" y="5286916"/>
                </a:lnTo>
                <a:cubicBezTo>
                  <a:pt x="7714877" y="5290468"/>
                  <a:pt x="7714170" y="5293932"/>
                  <a:pt x="7714063" y="5297454"/>
                </a:cubicBezTo>
                <a:lnTo>
                  <a:pt x="7715887" y="5308330"/>
                </a:lnTo>
                <a:lnTo>
                  <a:pt x="7715962" y="5307767"/>
                </a:lnTo>
                <a:cubicBezTo>
                  <a:pt x="7716188" y="5306081"/>
                  <a:pt x="7716491" y="5303831"/>
                  <a:pt x="7716491" y="5303831"/>
                </a:cubicBezTo>
                <a:cubicBezTo>
                  <a:pt x="7723446" y="5309958"/>
                  <a:pt x="7722844" y="5314454"/>
                  <a:pt x="7721638" y="5323452"/>
                </a:cubicBezTo>
                <a:cubicBezTo>
                  <a:pt x="7721035" y="5327949"/>
                  <a:pt x="7721035" y="5327949"/>
                  <a:pt x="7713475" y="5326323"/>
                </a:cubicBezTo>
                <a:cubicBezTo>
                  <a:pt x="7713475" y="5326323"/>
                  <a:pt x="7714078" y="5321825"/>
                  <a:pt x="7714078" y="5321825"/>
                </a:cubicBezTo>
                <a:cubicBezTo>
                  <a:pt x="7705915" y="5324695"/>
                  <a:pt x="7703501" y="5342689"/>
                  <a:pt x="7702899" y="5347187"/>
                </a:cubicBezTo>
                <a:cubicBezTo>
                  <a:pt x="7702899" y="5347187"/>
                  <a:pt x="7703501" y="5342689"/>
                  <a:pt x="7695941" y="5341062"/>
                </a:cubicBezTo>
                <a:cubicBezTo>
                  <a:pt x="7704708" y="5333692"/>
                  <a:pt x="7698353" y="5323071"/>
                  <a:pt x="7699559" y="5314073"/>
                </a:cubicBezTo>
                <a:cubicBezTo>
                  <a:pt x="7708327" y="5306704"/>
                  <a:pt x="7709532" y="5297706"/>
                  <a:pt x="7711342" y="5284215"/>
                </a:cubicBezTo>
                <a:close/>
                <a:moveTo>
                  <a:pt x="7695862" y="5276382"/>
                </a:moveTo>
                <a:lnTo>
                  <a:pt x="7694820" y="5293233"/>
                </a:lnTo>
                <a:lnTo>
                  <a:pt x="7694646" y="5285444"/>
                </a:lnTo>
                <a:cubicBezTo>
                  <a:pt x="7695254" y="5280914"/>
                  <a:pt x="7695862" y="5276382"/>
                  <a:pt x="7695862" y="5276382"/>
                </a:cubicBezTo>
                <a:close/>
                <a:moveTo>
                  <a:pt x="7721917" y="5263351"/>
                </a:moveTo>
                <a:lnTo>
                  <a:pt x="7719505" y="5281341"/>
                </a:lnTo>
                <a:lnTo>
                  <a:pt x="7717055" y="5282202"/>
                </a:lnTo>
                <a:close/>
                <a:moveTo>
                  <a:pt x="7717373" y="5239232"/>
                </a:moveTo>
                <a:cubicBezTo>
                  <a:pt x="7717373" y="5239232"/>
                  <a:pt x="7717373" y="5239232"/>
                  <a:pt x="7724932" y="5240858"/>
                </a:cubicBezTo>
                <a:cubicBezTo>
                  <a:pt x="7724329" y="5245355"/>
                  <a:pt x="7723726" y="5249854"/>
                  <a:pt x="7723726" y="5249854"/>
                </a:cubicBezTo>
                <a:cubicBezTo>
                  <a:pt x="7723124" y="5254352"/>
                  <a:pt x="7723124" y="5254352"/>
                  <a:pt x="7722519" y="5258850"/>
                </a:cubicBezTo>
                <a:cubicBezTo>
                  <a:pt x="7722519" y="5258850"/>
                  <a:pt x="7715563" y="5252727"/>
                  <a:pt x="7715563" y="5252727"/>
                </a:cubicBezTo>
                <a:cubicBezTo>
                  <a:pt x="7716165" y="5248228"/>
                  <a:pt x="7716769" y="5243730"/>
                  <a:pt x="7717373" y="5239232"/>
                </a:cubicBezTo>
                <a:close/>
                <a:moveTo>
                  <a:pt x="7721147" y="5218317"/>
                </a:moveTo>
                <a:cubicBezTo>
                  <a:pt x="7721147" y="5218317"/>
                  <a:pt x="7721147" y="5218317"/>
                  <a:pt x="7726817" y="5219538"/>
                </a:cubicBezTo>
                <a:cubicBezTo>
                  <a:pt x="7721147" y="5218317"/>
                  <a:pt x="7720602" y="5222378"/>
                  <a:pt x="7720057" y="5226439"/>
                </a:cubicBezTo>
                <a:cubicBezTo>
                  <a:pt x="7720602" y="5222378"/>
                  <a:pt x="7720602" y="5222378"/>
                  <a:pt x="7721147" y="5218317"/>
                </a:cubicBezTo>
                <a:close/>
                <a:moveTo>
                  <a:pt x="7745789" y="5208581"/>
                </a:moveTo>
                <a:cubicBezTo>
                  <a:pt x="7744555" y="5217785"/>
                  <a:pt x="7739619" y="5254602"/>
                  <a:pt x="7738385" y="5263807"/>
                </a:cubicBezTo>
                <a:cubicBezTo>
                  <a:pt x="7739619" y="5254602"/>
                  <a:pt x="7741471" y="5240798"/>
                  <a:pt x="7732963" y="5238966"/>
                </a:cubicBezTo>
                <a:cubicBezTo>
                  <a:pt x="7734815" y="5225159"/>
                  <a:pt x="7743938" y="5222387"/>
                  <a:pt x="7745789" y="5208581"/>
                </a:cubicBezTo>
                <a:close/>
                <a:moveTo>
                  <a:pt x="7700903" y="5171738"/>
                </a:moveTo>
                <a:cubicBezTo>
                  <a:pt x="7708285" y="5177948"/>
                  <a:pt x="7697891" y="5194199"/>
                  <a:pt x="7696687" y="5203184"/>
                </a:cubicBezTo>
                <a:cubicBezTo>
                  <a:pt x="7697891" y="5194199"/>
                  <a:pt x="7699698" y="5180723"/>
                  <a:pt x="7700903" y="5171738"/>
                </a:cubicBezTo>
                <a:close/>
                <a:moveTo>
                  <a:pt x="7727231" y="5107657"/>
                </a:moveTo>
                <a:cubicBezTo>
                  <a:pt x="7735129" y="5114011"/>
                  <a:pt x="7726017" y="5116709"/>
                  <a:pt x="7724804" y="5125757"/>
                </a:cubicBezTo>
                <a:cubicBezTo>
                  <a:pt x="7722984" y="5139331"/>
                  <a:pt x="7720559" y="5157433"/>
                  <a:pt x="7718737" y="5171006"/>
                </a:cubicBezTo>
                <a:cubicBezTo>
                  <a:pt x="7711445" y="5160126"/>
                  <a:pt x="7714477" y="5137500"/>
                  <a:pt x="7716297" y="5123926"/>
                </a:cubicBezTo>
                <a:cubicBezTo>
                  <a:pt x="7724804" y="5125757"/>
                  <a:pt x="7727231" y="5107657"/>
                  <a:pt x="7727231" y="5107657"/>
                </a:cubicBezTo>
                <a:close/>
                <a:moveTo>
                  <a:pt x="7712033" y="5090460"/>
                </a:moveTo>
                <a:cubicBezTo>
                  <a:pt x="7711453" y="5094792"/>
                  <a:pt x="7721121" y="5087960"/>
                  <a:pt x="7720540" y="5092292"/>
                </a:cubicBezTo>
                <a:cubicBezTo>
                  <a:pt x="7720540" y="5092292"/>
                  <a:pt x="7719960" y="5096623"/>
                  <a:pt x="7719379" y="5100955"/>
                </a:cubicBezTo>
                <a:cubicBezTo>
                  <a:pt x="7719379" y="5100955"/>
                  <a:pt x="7717251" y="5100496"/>
                  <a:pt x="7715199" y="5099498"/>
                </a:cubicBezTo>
                <a:cubicBezTo>
                  <a:pt x="7713145" y="5098498"/>
                  <a:pt x="7711163" y="5096958"/>
                  <a:pt x="7711453" y="5094792"/>
                </a:cubicBezTo>
                <a:cubicBezTo>
                  <a:pt x="7712033" y="5090460"/>
                  <a:pt x="7711453" y="5094792"/>
                  <a:pt x="7712033" y="5090460"/>
                </a:cubicBezTo>
                <a:close/>
                <a:moveTo>
                  <a:pt x="7776009" y="4305119"/>
                </a:moveTo>
                <a:cubicBezTo>
                  <a:pt x="7775707" y="4307366"/>
                  <a:pt x="7775407" y="4309611"/>
                  <a:pt x="7774183" y="4311081"/>
                </a:cubicBezTo>
                <a:lnTo>
                  <a:pt x="7773135" y="4311268"/>
                </a:lnTo>
                <a:lnTo>
                  <a:pt x="7768599" y="4345112"/>
                </a:lnTo>
                <a:lnTo>
                  <a:pt x="7771193" y="4341057"/>
                </a:lnTo>
                <a:cubicBezTo>
                  <a:pt x="7772396" y="4332074"/>
                  <a:pt x="7774805" y="4314105"/>
                  <a:pt x="7776009" y="4305119"/>
                </a:cubicBezTo>
                <a:close/>
                <a:moveTo>
                  <a:pt x="7783051" y="4298584"/>
                </a:moveTo>
                <a:lnTo>
                  <a:pt x="7781771" y="4302534"/>
                </a:lnTo>
                <a:lnTo>
                  <a:pt x="7782367" y="4303689"/>
                </a:lnTo>
                <a:close/>
                <a:moveTo>
                  <a:pt x="7819247" y="4236312"/>
                </a:moveTo>
                <a:lnTo>
                  <a:pt x="7823073" y="4239227"/>
                </a:lnTo>
                <a:cubicBezTo>
                  <a:pt x="7825585" y="4243441"/>
                  <a:pt x="7824683" y="4250168"/>
                  <a:pt x="7825134" y="4246805"/>
                </a:cubicBezTo>
                <a:cubicBezTo>
                  <a:pt x="7823933" y="4255770"/>
                  <a:pt x="7820927" y="4278185"/>
                  <a:pt x="7812637" y="4285626"/>
                </a:cubicBezTo>
                <a:cubicBezTo>
                  <a:pt x="7811434" y="4294592"/>
                  <a:pt x="7810233" y="4303560"/>
                  <a:pt x="7810233" y="4303560"/>
                </a:cubicBezTo>
                <a:cubicBezTo>
                  <a:pt x="7810233" y="4303560"/>
                  <a:pt x="7810233" y="4303560"/>
                  <a:pt x="7809631" y="4308043"/>
                </a:cubicBezTo>
                <a:cubicBezTo>
                  <a:pt x="7809031" y="4312526"/>
                  <a:pt x="7808429" y="4317010"/>
                  <a:pt x="7807827" y="4321491"/>
                </a:cubicBezTo>
                <a:cubicBezTo>
                  <a:pt x="7806627" y="4330458"/>
                  <a:pt x="7798937" y="4333417"/>
                  <a:pt x="7798335" y="4337900"/>
                </a:cubicBezTo>
                <a:cubicBezTo>
                  <a:pt x="7798937" y="4333417"/>
                  <a:pt x="7799539" y="4328933"/>
                  <a:pt x="7800739" y="4319967"/>
                </a:cubicBezTo>
                <a:cubicBezTo>
                  <a:pt x="7801341" y="4315485"/>
                  <a:pt x="7802542" y="4306517"/>
                  <a:pt x="7803144" y="4302034"/>
                </a:cubicBezTo>
                <a:cubicBezTo>
                  <a:pt x="7803745" y="4297552"/>
                  <a:pt x="7803745" y="4297552"/>
                  <a:pt x="7804346" y="4293068"/>
                </a:cubicBezTo>
                <a:cubicBezTo>
                  <a:pt x="7813238" y="4281147"/>
                  <a:pt x="7816242" y="4258729"/>
                  <a:pt x="7818647" y="4240795"/>
                </a:cubicBezTo>
                <a:close/>
                <a:moveTo>
                  <a:pt x="7786849" y="4224258"/>
                </a:moveTo>
                <a:lnTo>
                  <a:pt x="7785645" y="4233242"/>
                </a:lnTo>
                <a:cubicBezTo>
                  <a:pt x="7786247" y="4228752"/>
                  <a:pt x="7794231" y="4230469"/>
                  <a:pt x="7786849" y="4224258"/>
                </a:cubicBezTo>
                <a:close/>
                <a:moveTo>
                  <a:pt x="7812453" y="4155818"/>
                </a:moveTo>
                <a:cubicBezTo>
                  <a:pt x="7811249" y="4164802"/>
                  <a:pt x="7808840" y="4182771"/>
                  <a:pt x="7807034" y="4196249"/>
                </a:cubicBezTo>
                <a:cubicBezTo>
                  <a:pt x="7807034" y="4196249"/>
                  <a:pt x="7806431" y="4200742"/>
                  <a:pt x="7806431" y="4200742"/>
                </a:cubicBezTo>
                <a:cubicBezTo>
                  <a:pt x="7805829" y="4205232"/>
                  <a:pt x="7805829" y="4205232"/>
                  <a:pt x="7805829" y="4205232"/>
                </a:cubicBezTo>
                <a:cubicBezTo>
                  <a:pt x="7805227" y="4209726"/>
                  <a:pt x="7805227" y="4209726"/>
                  <a:pt x="7797241" y="4208009"/>
                </a:cubicBezTo>
                <a:cubicBezTo>
                  <a:pt x="7797241" y="4208009"/>
                  <a:pt x="7797241" y="4208009"/>
                  <a:pt x="7797844" y="4203514"/>
                </a:cubicBezTo>
                <a:cubicBezTo>
                  <a:pt x="7797844" y="4203514"/>
                  <a:pt x="7797844" y="4203514"/>
                  <a:pt x="7798446" y="4199022"/>
                </a:cubicBezTo>
                <a:cubicBezTo>
                  <a:pt x="7798446" y="4199022"/>
                  <a:pt x="7799049" y="4194531"/>
                  <a:pt x="7799049" y="4194531"/>
                </a:cubicBezTo>
                <a:cubicBezTo>
                  <a:pt x="7809443" y="4178279"/>
                  <a:pt x="7803265" y="4163086"/>
                  <a:pt x="7812453" y="4155818"/>
                </a:cubicBezTo>
                <a:close/>
                <a:moveTo>
                  <a:pt x="7822232" y="4148783"/>
                </a:moveTo>
                <a:cubicBezTo>
                  <a:pt x="7821633" y="4153249"/>
                  <a:pt x="7821035" y="4157716"/>
                  <a:pt x="7828123" y="4159242"/>
                </a:cubicBezTo>
                <a:cubicBezTo>
                  <a:pt x="7820435" y="4162183"/>
                  <a:pt x="7818638" y="4175584"/>
                  <a:pt x="7817441" y="4184518"/>
                </a:cubicBezTo>
                <a:cubicBezTo>
                  <a:pt x="7810951" y="4178527"/>
                  <a:pt x="7815645" y="4197918"/>
                  <a:pt x="7807957" y="4200861"/>
                </a:cubicBezTo>
                <a:cubicBezTo>
                  <a:pt x="7810353" y="4182993"/>
                  <a:pt x="7811550" y="4174060"/>
                  <a:pt x="7813945" y="4156192"/>
                </a:cubicBezTo>
                <a:cubicBezTo>
                  <a:pt x="7813945" y="4156192"/>
                  <a:pt x="7821633" y="4153249"/>
                  <a:pt x="7822232" y="4148783"/>
                </a:cubicBezTo>
                <a:close/>
                <a:moveTo>
                  <a:pt x="7812576" y="4133279"/>
                </a:moveTo>
                <a:lnTo>
                  <a:pt x="7814261" y="4142342"/>
                </a:lnTo>
                <a:cubicBezTo>
                  <a:pt x="7814261" y="4142342"/>
                  <a:pt x="7813659" y="4146833"/>
                  <a:pt x="7813659" y="4146833"/>
                </a:cubicBezTo>
                <a:cubicBezTo>
                  <a:pt x="7813055" y="4151325"/>
                  <a:pt x="7813055" y="4151325"/>
                  <a:pt x="7812453" y="4155818"/>
                </a:cubicBezTo>
                <a:cubicBezTo>
                  <a:pt x="7812453" y="4155818"/>
                  <a:pt x="7805071" y="4149607"/>
                  <a:pt x="7805071" y="4149607"/>
                </a:cubicBezTo>
                <a:close/>
                <a:moveTo>
                  <a:pt x="7816669" y="4124373"/>
                </a:moveTo>
                <a:lnTo>
                  <a:pt x="7812576" y="4133279"/>
                </a:lnTo>
                <a:lnTo>
                  <a:pt x="7812469" y="4132714"/>
                </a:lnTo>
                <a:cubicBezTo>
                  <a:pt x="7814070" y="4128436"/>
                  <a:pt x="7816669" y="4124373"/>
                  <a:pt x="7816669" y="4124373"/>
                </a:cubicBezTo>
                <a:close/>
                <a:moveTo>
                  <a:pt x="7798409" y="4122749"/>
                </a:moveTo>
                <a:lnTo>
                  <a:pt x="7796107" y="4124569"/>
                </a:lnTo>
                <a:lnTo>
                  <a:pt x="7796082" y="4124589"/>
                </a:lnTo>
                <a:lnTo>
                  <a:pt x="7797028" y="4125384"/>
                </a:lnTo>
                <a:cubicBezTo>
                  <a:pt x="7797951" y="4126160"/>
                  <a:pt x="7797951" y="4126160"/>
                  <a:pt x="7797951" y="4126160"/>
                </a:cubicBezTo>
                <a:close/>
                <a:moveTo>
                  <a:pt x="7800701" y="4120936"/>
                </a:moveTo>
                <a:lnTo>
                  <a:pt x="7799513" y="4121875"/>
                </a:lnTo>
                <a:lnTo>
                  <a:pt x="7800547" y="4122097"/>
                </a:lnTo>
                <a:close/>
                <a:moveTo>
                  <a:pt x="7819145" y="4105914"/>
                </a:moveTo>
                <a:lnTo>
                  <a:pt x="7819089" y="4106330"/>
                </a:lnTo>
                <a:lnTo>
                  <a:pt x="7819095" y="4106279"/>
                </a:lnTo>
                <a:close/>
                <a:moveTo>
                  <a:pt x="7820729" y="4032808"/>
                </a:moveTo>
                <a:cubicBezTo>
                  <a:pt x="7820729" y="4032808"/>
                  <a:pt x="7820729" y="4032808"/>
                  <a:pt x="7828113" y="4039020"/>
                </a:cubicBezTo>
                <a:cubicBezTo>
                  <a:pt x="7828113" y="4039020"/>
                  <a:pt x="7820127" y="4037300"/>
                  <a:pt x="7820127" y="4037300"/>
                </a:cubicBezTo>
                <a:cubicBezTo>
                  <a:pt x="7820127" y="4037300"/>
                  <a:pt x="7820729" y="4032808"/>
                  <a:pt x="7820729" y="4032808"/>
                </a:cubicBezTo>
                <a:close/>
                <a:moveTo>
                  <a:pt x="7890127" y="3748956"/>
                </a:moveTo>
                <a:cubicBezTo>
                  <a:pt x="7898634" y="3750789"/>
                  <a:pt x="7889583" y="3753018"/>
                  <a:pt x="7889038" y="3757081"/>
                </a:cubicBezTo>
                <a:cubicBezTo>
                  <a:pt x="7889583" y="3753018"/>
                  <a:pt x="7889583" y="3753018"/>
                  <a:pt x="7890127" y="3748956"/>
                </a:cubicBezTo>
                <a:close/>
                <a:moveTo>
                  <a:pt x="7892873" y="3605183"/>
                </a:moveTo>
                <a:cubicBezTo>
                  <a:pt x="7892873" y="3605183"/>
                  <a:pt x="7892873" y="3605183"/>
                  <a:pt x="7900433" y="3606810"/>
                </a:cubicBezTo>
                <a:lnTo>
                  <a:pt x="7893881" y="3655688"/>
                </a:lnTo>
                <a:lnTo>
                  <a:pt x="7895871" y="3656119"/>
                </a:lnTo>
                <a:cubicBezTo>
                  <a:pt x="7895271" y="3660610"/>
                  <a:pt x="7895271" y="3660610"/>
                  <a:pt x="7895271" y="3660610"/>
                </a:cubicBezTo>
                <a:cubicBezTo>
                  <a:pt x="7894667" y="3665103"/>
                  <a:pt x="7894065" y="3669595"/>
                  <a:pt x="7886080" y="3667877"/>
                </a:cubicBezTo>
                <a:lnTo>
                  <a:pt x="7882467" y="3694830"/>
                </a:lnTo>
                <a:cubicBezTo>
                  <a:pt x="7878777" y="3691725"/>
                  <a:pt x="7879529" y="3686110"/>
                  <a:pt x="7881356" y="3680148"/>
                </a:cubicBezTo>
                <a:cubicBezTo>
                  <a:pt x="7883183" y="3674186"/>
                  <a:pt x="7886080" y="3667877"/>
                  <a:pt x="7886683" y="3663385"/>
                </a:cubicBezTo>
                <a:lnTo>
                  <a:pt x="7887135" y="3660009"/>
                </a:lnTo>
                <a:lnTo>
                  <a:pt x="7886507" y="3659926"/>
                </a:lnTo>
                <a:cubicBezTo>
                  <a:pt x="7885486" y="3660285"/>
                  <a:pt x="7885335" y="3661411"/>
                  <a:pt x="7885035" y="3663660"/>
                </a:cubicBezTo>
                <a:cubicBezTo>
                  <a:pt x="7886240" y="3654663"/>
                  <a:pt x="7888049" y="3641169"/>
                  <a:pt x="7889858" y="3627674"/>
                </a:cubicBezTo>
                <a:cubicBezTo>
                  <a:pt x="7891064" y="3618677"/>
                  <a:pt x="7892271" y="3609682"/>
                  <a:pt x="7892873" y="3605183"/>
                </a:cubicBezTo>
                <a:close/>
                <a:moveTo>
                  <a:pt x="7874173" y="3572876"/>
                </a:moveTo>
                <a:cubicBezTo>
                  <a:pt x="7874173" y="3572876"/>
                  <a:pt x="7873571" y="3577368"/>
                  <a:pt x="7873571" y="3577368"/>
                </a:cubicBezTo>
                <a:lnTo>
                  <a:pt x="7874379" y="3579243"/>
                </a:lnTo>
                <a:lnTo>
                  <a:pt x="7874237" y="3572885"/>
                </a:lnTo>
                <a:close/>
                <a:moveTo>
                  <a:pt x="7901315" y="3542208"/>
                </a:moveTo>
                <a:lnTo>
                  <a:pt x="7898903" y="3560201"/>
                </a:lnTo>
                <a:lnTo>
                  <a:pt x="7896454" y="3561062"/>
                </a:lnTo>
                <a:close/>
                <a:moveTo>
                  <a:pt x="7896771" y="3518092"/>
                </a:moveTo>
                <a:cubicBezTo>
                  <a:pt x="7896771" y="3518092"/>
                  <a:pt x="7896771" y="3518092"/>
                  <a:pt x="7904331" y="3519719"/>
                </a:cubicBezTo>
                <a:cubicBezTo>
                  <a:pt x="7903727" y="3524215"/>
                  <a:pt x="7903125" y="3528716"/>
                  <a:pt x="7903125" y="3528716"/>
                </a:cubicBezTo>
                <a:cubicBezTo>
                  <a:pt x="7902521" y="3533214"/>
                  <a:pt x="7902521" y="3533214"/>
                  <a:pt x="7901919" y="3537711"/>
                </a:cubicBezTo>
                <a:cubicBezTo>
                  <a:pt x="7901919" y="3537711"/>
                  <a:pt x="7894961" y="3531587"/>
                  <a:pt x="7894961" y="3531587"/>
                </a:cubicBezTo>
                <a:cubicBezTo>
                  <a:pt x="7895564" y="3527088"/>
                  <a:pt x="7896168" y="3522589"/>
                  <a:pt x="7896771" y="3518092"/>
                </a:cubicBezTo>
                <a:close/>
                <a:moveTo>
                  <a:pt x="7900545" y="3497177"/>
                </a:moveTo>
                <a:cubicBezTo>
                  <a:pt x="7900545" y="3497177"/>
                  <a:pt x="7900545" y="3497177"/>
                  <a:pt x="7906215" y="3498397"/>
                </a:cubicBezTo>
                <a:cubicBezTo>
                  <a:pt x="7900545" y="3497177"/>
                  <a:pt x="7900001" y="3501239"/>
                  <a:pt x="7899455" y="3505301"/>
                </a:cubicBezTo>
                <a:cubicBezTo>
                  <a:pt x="7900001" y="3501239"/>
                  <a:pt x="7900001" y="3501239"/>
                  <a:pt x="7900545" y="3497177"/>
                </a:cubicBezTo>
                <a:close/>
                <a:moveTo>
                  <a:pt x="7925187" y="3487440"/>
                </a:moveTo>
                <a:cubicBezTo>
                  <a:pt x="7923953" y="3496646"/>
                  <a:pt x="7919018" y="3533463"/>
                  <a:pt x="7917784" y="3542667"/>
                </a:cubicBezTo>
                <a:cubicBezTo>
                  <a:pt x="7919018" y="3533463"/>
                  <a:pt x="7920869" y="3519657"/>
                  <a:pt x="7912362" y="3517826"/>
                </a:cubicBezTo>
                <a:cubicBezTo>
                  <a:pt x="7914213" y="3504019"/>
                  <a:pt x="7923337" y="3501247"/>
                  <a:pt x="7925187" y="3487440"/>
                </a:cubicBezTo>
                <a:close/>
                <a:moveTo>
                  <a:pt x="7909121" y="3419450"/>
                </a:moveTo>
                <a:lnTo>
                  <a:pt x="7902031" y="3426348"/>
                </a:lnTo>
                <a:cubicBezTo>
                  <a:pt x="7905119" y="3433946"/>
                  <a:pt x="7906213" y="3441115"/>
                  <a:pt x="7905385" y="3447293"/>
                </a:cubicBezTo>
                <a:lnTo>
                  <a:pt x="7899573" y="3457956"/>
                </a:lnTo>
                <a:lnTo>
                  <a:pt x="7903652" y="3460245"/>
                </a:lnTo>
                <a:close/>
                <a:moveTo>
                  <a:pt x="7916953" y="3369956"/>
                </a:moveTo>
                <a:lnTo>
                  <a:pt x="7916980" y="3374339"/>
                </a:lnTo>
                <a:lnTo>
                  <a:pt x="7912723" y="3377233"/>
                </a:lnTo>
                <a:cubicBezTo>
                  <a:pt x="7910652" y="3377366"/>
                  <a:pt x="7908655" y="3376936"/>
                  <a:pt x="7908655" y="3376936"/>
                </a:cubicBezTo>
                <a:cubicBezTo>
                  <a:pt x="7908655" y="3376936"/>
                  <a:pt x="7909257" y="3372441"/>
                  <a:pt x="7909257" y="3372441"/>
                </a:cubicBezTo>
                <a:cubicBezTo>
                  <a:pt x="7913551" y="3371054"/>
                  <a:pt x="7915698" y="3370362"/>
                  <a:pt x="7916772" y="3370014"/>
                </a:cubicBezTo>
                <a:close/>
                <a:moveTo>
                  <a:pt x="7920515" y="3334461"/>
                </a:moveTo>
                <a:cubicBezTo>
                  <a:pt x="7918708" y="3347939"/>
                  <a:pt x="7909521" y="3355203"/>
                  <a:pt x="7908316" y="3364187"/>
                </a:cubicBezTo>
                <a:cubicBezTo>
                  <a:pt x="7908919" y="3359697"/>
                  <a:pt x="7910123" y="3350712"/>
                  <a:pt x="7901535" y="3353486"/>
                </a:cubicBezTo>
                <a:cubicBezTo>
                  <a:pt x="7902139" y="3348993"/>
                  <a:pt x="7902139" y="3348993"/>
                  <a:pt x="7902741" y="3344502"/>
                </a:cubicBezTo>
                <a:cubicBezTo>
                  <a:pt x="7902741" y="3344502"/>
                  <a:pt x="7902439" y="3346749"/>
                  <a:pt x="7901065" y="3349342"/>
                </a:cubicBezTo>
                <a:lnTo>
                  <a:pt x="7896202" y="3353486"/>
                </a:lnTo>
                <a:lnTo>
                  <a:pt x="7896319" y="3354061"/>
                </a:lnTo>
                <a:cubicBezTo>
                  <a:pt x="7896941" y="3357082"/>
                  <a:pt x="7898485" y="3360880"/>
                  <a:pt x="7902478" y="3361739"/>
                </a:cubicBezTo>
                <a:lnTo>
                  <a:pt x="7900070" y="3379706"/>
                </a:lnTo>
                <a:cubicBezTo>
                  <a:pt x="7900070" y="3379706"/>
                  <a:pt x="7899467" y="3384200"/>
                  <a:pt x="7899467" y="3384200"/>
                </a:cubicBezTo>
                <a:lnTo>
                  <a:pt x="7898865" y="3388695"/>
                </a:lnTo>
                <a:cubicBezTo>
                  <a:pt x="7898865" y="3388695"/>
                  <a:pt x="7898263" y="3393185"/>
                  <a:pt x="7898263" y="3393185"/>
                </a:cubicBezTo>
                <a:lnTo>
                  <a:pt x="7897857" y="3400927"/>
                </a:lnTo>
                <a:lnTo>
                  <a:pt x="7904353" y="3395338"/>
                </a:lnTo>
                <a:cubicBezTo>
                  <a:pt x="7906023" y="3391041"/>
                  <a:pt x="7906629" y="3386519"/>
                  <a:pt x="7906629" y="3386519"/>
                </a:cubicBezTo>
                <a:lnTo>
                  <a:pt x="7907257" y="3387367"/>
                </a:lnTo>
                <a:lnTo>
                  <a:pt x="7908655" y="3376936"/>
                </a:lnTo>
                <a:cubicBezTo>
                  <a:pt x="7912045" y="3382286"/>
                  <a:pt x="7911443" y="3386777"/>
                  <a:pt x="7909993" y="3389932"/>
                </a:cubicBezTo>
                <a:lnTo>
                  <a:pt x="7909565" y="3390500"/>
                </a:lnTo>
                <a:lnTo>
                  <a:pt x="7909753" y="3390754"/>
                </a:lnTo>
                <a:cubicBezTo>
                  <a:pt x="7910465" y="3394616"/>
                  <a:pt x="7905113" y="3397830"/>
                  <a:pt x="7904203" y="3404616"/>
                </a:cubicBezTo>
                <a:lnTo>
                  <a:pt x="7903195" y="3412137"/>
                </a:lnTo>
                <a:lnTo>
                  <a:pt x="7903837" y="3412872"/>
                </a:lnTo>
                <a:lnTo>
                  <a:pt x="7905041" y="3403887"/>
                </a:lnTo>
                <a:lnTo>
                  <a:pt x="7910583" y="3408549"/>
                </a:lnTo>
                <a:lnTo>
                  <a:pt x="7912083" y="3397353"/>
                </a:lnTo>
                <a:cubicBezTo>
                  <a:pt x="7912385" y="3395106"/>
                  <a:pt x="7915134" y="3389922"/>
                  <a:pt x="7917035" y="3383398"/>
                </a:cubicBezTo>
                <a:lnTo>
                  <a:pt x="7916980" y="3374339"/>
                </a:lnTo>
                <a:lnTo>
                  <a:pt x="7917243" y="3374161"/>
                </a:lnTo>
                <a:cubicBezTo>
                  <a:pt x="7917243" y="3374161"/>
                  <a:pt x="7917845" y="3369668"/>
                  <a:pt x="7917845" y="3369668"/>
                </a:cubicBezTo>
                <a:lnTo>
                  <a:pt x="7916953" y="3369956"/>
                </a:lnTo>
                <a:lnTo>
                  <a:pt x="7916901" y="3361414"/>
                </a:lnTo>
                <a:close/>
                <a:moveTo>
                  <a:pt x="7939439" y="2580543"/>
                </a:moveTo>
                <a:cubicBezTo>
                  <a:pt x="7938837" y="2585035"/>
                  <a:pt x="7946219" y="2591246"/>
                  <a:pt x="7946219" y="2591246"/>
                </a:cubicBezTo>
                <a:cubicBezTo>
                  <a:pt x="7945014" y="2600231"/>
                  <a:pt x="7935826" y="2607497"/>
                  <a:pt x="7934622" y="2616481"/>
                </a:cubicBezTo>
                <a:cubicBezTo>
                  <a:pt x="7942002" y="2622692"/>
                  <a:pt x="7941400" y="2627184"/>
                  <a:pt x="7940798" y="2631677"/>
                </a:cubicBezTo>
                <a:cubicBezTo>
                  <a:pt x="7940798" y="2631677"/>
                  <a:pt x="7941400" y="2627184"/>
                  <a:pt x="7942002" y="2622692"/>
                </a:cubicBezTo>
                <a:cubicBezTo>
                  <a:pt x="7940798" y="2631677"/>
                  <a:pt x="7949386" y="2628901"/>
                  <a:pt x="7950591" y="2619917"/>
                </a:cubicBezTo>
                <a:cubicBezTo>
                  <a:pt x="7951795" y="2610934"/>
                  <a:pt x="7954203" y="2592965"/>
                  <a:pt x="7955408" y="2583979"/>
                </a:cubicBezTo>
                <a:cubicBezTo>
                  <a:pt x="7954805" y="2588470"/>
                  <a:pt x="7954203" y="2592965"/>
                  <a:pt x="7946219" y="2591246"/>
                </a:cubicBezTo>
                <a:lnTo>
                  <a:pt x="7947423" y="2582261"/>
                </a:lnTo>
                <a:cubicBezTo>
                  <a:pt x="7947423" y="2582261"/>
                  <a:pt x="7939439" y="2580543"/>
                  <a:pt x="7939439" y="2580543"/>
                </a:cubicBezTo>
                <a:close/>
                <a:moveTo>
                  <a:pt x="7998645" y="2515172"/>
                </a:moveTo>
                <a:lnTo>
                  <a:pt x="8002471" y="2518086"/>
                </a:lnTo>
                <a:cubicBezTo>
                  <a:pt x="8004983" y="2522301"/>
                  <a:pt x="8004083" y="2529027"/>
                  <a:pt x="8004533" y="2525663"/>
                </a:cubicBezTo>
                <a:cubicBezTo>
                  <a:pt x="8003331" y="2534630"/>
                  <a:pt x="8000325" y="2557045"/>
                  <a:pt x="7992036" y="2564486"/>
                </a:cubicBezTo>
                <a:cubicBezTo>
                  <a:pt x="7990833" y="2573453"/>
                  <a:pt x="7989631" y="2582418"/>
                  <a:pt x="7989631" y="2582418"/>
                </a:cubicBezTo>
                <a:cubicBezTo>
                  <a:pt x="7989631" y="2582418"/>
                  <a:pt x="7989631" y="2582418"/>
                  <a:pt x="7989030" y="2586903"/>
                </a:cubicBezTo>
                <a:cubicBezTo>
                  <a:pt x="7988429" y="2591385"/>
                  <a:pt x="7987828" y="2595869"/>
                  <a:pt x="7987226" y="2600351"/>
                </a:cubicBezTo>
                <a:cubicBezTo>
                  <a:pt x="7986025" y="2609318"/>
                  <a:pt x="7978335" y="2612277"/>
                  <a:pt x="7977735" y="2616759"/>
                </a:cubicBezTo>
                <a:cubicBezTo>
                  <a:pt x="7978335" y="2612277"/>
                  <a:pt x="7978936" y="2607793"/>
                  <a:pt x="7980139" y="2598826"/>
                </a:cubicBezTo>
                <a:cubicBezTo>
                  <a:pt x="7980739" y="2594343"/>
                  <a:pt x="7981941" y="2585377"/>
                  <a:pt x="7982541" y="2580894"/>
                </a:cubicBezTo>
                <a:cubicBezTo>
                  <a:pt x="7983144" y="2576411"/>
                  <a:pt x="7983144" y="2576411"/>
                  <a:pt x="7983745" y="2571927"/>
                </a:cubicBezTo>
                <a:cubicBezTo>
                  <a:pt x="7992637" y="2560004"/>
                  <a:pt x="7995641" y="2537588"/>
                  <a:pt x="7998045" y="2519655"/>
                </a:cubicBezTo>
                <a:close/>
                <a:moveTo>
                  <a:pt x="7966248" y="2503118"/>
                </a:moveTo>
                <a:lnTo>
                  <a:pt x="7965043" y="2512102"/>
                </a:lnTo>
                <a:cubicBezTo>
                  <a:pt x="7965646" y="2507611"/>
                  <a:pt x="7973629" y="2509329"/>
                  <a:pt x="7966248" y="2503118"/>
                </a:cubicBezTo>
                <a:close/>
                <a:moveTo>
                  <a:pt x="7991852" y="2434678"/>
                </a:moveTo>
                <a:cubicBezTo>
                  <a:pt x="7990648" y="2443662"/>
                  <a:pt x="7988239" y="2461632"/>
                  <a:pt x="7986433" y="2475108"/>
                </a:cubicBezTo>
                <a:cubicBezTo>
                  <a:pt x="7986433" y="2475108"/>
                  <a:pt x="7985831" y="2479601"/>
                  <a:pt x="7985831" y="2479601"/>
                </a:cubicBezTo>
                <a:cubicBezTo>
                  <a:pt x="7985227" y="2484092"/>
                  <a:pt x="7985227" y="2484092"/>
                  <a:pt x="7985227" y="2484092"/>
                </a:cubicBezTo>
                <a:cubicBezTo>
                  <a:pt x="7984625" y="2488586"/>
                  <a:pt x="7984625" y="2488586"/>
                  <a:pt x="7976640" y="2486868"/>
                </a:cubicBezTo>
                <a:cubicBezTo>
                  <a:pt x="7976640" y="2486868"/>
                  <a:pt x="7976640" y="2486868"/>
                  <a:pt x="7977242" y="2482375"/>
                </a:cubicBezTo>
                <a:cubicBezTo>
                  <a:pt x="7977242" y="2482375"/>
                  <a:pt x="7977242" y="2482375"/>
                  <a:pt x="7977845" y="2477881"/>
                </a:cubicBezTo>
                <a:cubicBezTo>
                  <a:pt x="7977845" y="2477881"/>
                  <a:pt x="7978447" y="2473390"/>
                  <a:pt x="7978447" y="2473390"/>
                </a:cubicBezTo>
                <a:cubicBezTo>
                  <a:pt x="7988842" y="2457138"/>
                  <a:pt x="7982663" y="2441944"/>
                  <a:pt x="7991852" y="2434678"/>
                </a:cubicBezTo>
                <a:close/>
                <a:moveTo>
                  <a:pt x="8001631" y="2427643"/>
                </a:moveTo>
                <a:cubicBezTo>
                  <a:pt x="8001031" y="2432109"/>
                  <a:pt x="8000432" y="2436576"/>
                  <a:pt x="8007521" y="2438101"/>
                </a:cubicBezTo>
                <a:cubicBezTo>
                  <a:pt x="7999834" y="2441043"/>
                  <a:pt x="7998037" y="2454444"/>
                  <a:pt x="7996839" y="2463377"/>
                </a:cubicBezTo>
                <a:cubicBezTo>
                  <a:pt x="7990349" y="2457386"/>
                  <a:pt x="7995043" y="2476778"/>
                  <a:pt x="7987356" y="2479719"/>
                </a:cubicBezTo>
                <a:cubicBezTo>
                  <a:pt x="7989751" y="2461852"/>
                  <a:pt x="7990949" y="2452918"/>
                  <a:pt x="7993344" y="2435050"/>
                </a:cubicBezTo>
                <a:cubicBezTo>
                  <a:pt x="7993344" y="2435050"/>
                  <a:pt x="8001031" y="2432109"/>
                  <a:pt x="8001631" y="2427643"/>
                </a:cubicBezTo>
                <a:close/>
                <a:moveTo>
                  <a:pt x="7991975" y="2412139"/>
                </a:moveTo>
                <a:lnTo>
                  <a:pt x="7993659" y="2421202"/>
                </a:lnTo>
                <a:cubicBezTo>
                  <a:pt x="7993659" y="2421202"/>
                  <a:pt x="7993056" y="2425694"/>
                  <a:pt x="7993056" y="2425694"/>
                </a:cubicBezTo>
                <a:cubicBezTo>
                  <a:pt x="7992454" y="2430185"/>
                  <a:pt x="7992454" y="2430185"/>
                  <a:pt x="7991852" y="2434678"/>
                </a:cubicBezTo>
                <a:cubicBezTo>
                  <a:pt x="7991852" y="2434678"/>
                  <a:pt x="7984469" y="2428467"/>
                  <a:pt x="7984469" y="2428467"/>
                </a:cubicBezTo>
                <a:close/>
                <a:moveTo>
                  <a:pt x="7996068" y="2403232"/>
                </a:moveTo>
                <a:lnTo>
                  <a:pt x="7991975" y="2412139"/>
                </a:lnTo>
                <a:lnTo>
                  <a:pt x="7991868" y="2411572"/>
                </a:lnTo>
                <a:cubicBezTo>
                  <a:pt x="7993468" y="2407296"/>
                  <a:pt x="7996068" y="2403232"/>
                  <a:pt x="7996068" y="2403232"/>
                </a:cubicBezTo>
                <a:close/>
                <a:moveTo>
                  <a:pt x="7998494" y="2385139"/>
                </a:moveTo>
                <a:lnTo>
                  <a:pt x="7998483" y="2385222"/>
                </a:lnTo>
                <a:lnTo>
                  <a:pt x="7998483" y="2385217"/>
                </a:lnTo>
                <a:close/>
                <a:moveTo>
                  <a:pt x="8000127" y="2311668"/>
                </a:moveTo>
                <a:cubicBezTo>
                  <a:pt x="8000127" y="2311668"/>
                  <a:pt x="8000127" y="2311668"/>
                  <a:pt x="8007510" y="2317879"/>
                </a:cubicBezTo>
                <a:cubicBezTo>
                  <a:pt x="8007510" y="2317879"/>
                  <a:pt x="7999525" y="2316160"/>
                  <a:pt x="7999525" y="2316160"/>
                </a:cubicBezTo>
                <a:cubicBezTo>
                  <a:pt x="7999525" y="2316160"/>
                  <a:pt x="8000127" y="2311668"/>
                  <a:pt x="8000127" y="2311668"/>
                </a:cubicBezTo>
                <a:close/>
                <a:moveTo>
                  <a:pt x="8050113" y="1938808"/>
                </a:moveTo>
                <a:cubicBezTo>
                  <a:pt x="8049510" y="1943300"/>
                  <a:pt x="8050113" y="1938808"/>
                  <a:pt x="8058097" y="1940526"/>
                </a:cubicBezTo>
                <a:cubicBezTo>
                  <a:pt x="8057495" y="1945018"/>
                  <a:pt x="8056893" y="1949511"/>
                  <a:pt x="8056291" y="1954003"/>
                </a:cubicBezTo>
                <a:cubicBezTo>
                  <a:pt x="8056291" y="1954003"/>
                  <a:pt x="8056291" y="1954003"/>
                  <a:pt x="8055689" y="1958496"/>
                </a:cubicBezTo>
                <a:cubicBezTo>
                  <a:pt x="8056893" y="1949511"/>
                  <a:pt x="8049510" y="1943300"/>
                  <a:pt x="8050113" y="1938808"/>
                </a:cubicBezTo>
                <a:close/>
                <a:moveTo>
                  <a:pt x="8067285" y="1933259"/>
                </a:moveTo>
                <a:cubicBezTo>
                  <a:pt x="8067285" y="1933259"/>
                  <a:pt x="8067285" y="1933259"/>
                  <a:pt x="8075271" y="1934978"/>
                </a:cubicBezTo>
                <a:cubicBezTo>
                  <a:pt x="8074669" y="1939469"/>
                  <a:pt x="8074669" y="1939469"/>
                  <a:pt x="8074669" y="1939469"/>
                </a:cubicBezTo>
                <a:cubicBezTo>
                  <a:pt x="8074066" y="1943963"/>
                  <a:pt x="8073463" y="1948455"/>
                  <a:pt x="8065479" y="1946736"/>
                </a:cubicBezTo>
                <a:lnTo>
                  <a:pt x="8061865" y="1973690"/>
                </a:lnTo>
                <a:cubicBezTo>
                  <a:pt x="8058175" y="1970585"/>
                  <a:pt x="8058927" y="1964970"/>
                  <a:pt x="8060754" y="1959007"/>
                </a:cubicBezTo>
                <a:cubicBezTo>
                  <a:pt x="8062581" y="1953045"/>
                  <a:pt x="8065479" y="1946735"/>
                  <a:pt x="8066081" y="1942244"/>
                </a:cubicBezTo>
                <a:cubicBezTo>
                  <a:pt x="8066081" y="1942244"/>
                  <a:pt x="8066683" y="1937751"/>
                  <a:pt x="8066683" y="1937751"/>
                </a:cubicBezTo>
                <a:cubicBezTo>
                  <a:pt x="8067285" y="1933259"/>
                  <a:pt x="8067285" y="1933259"/>
                  <a:pt x="8067285" y="1933259"/>
                </a:cubicBezTo>
                <a:close/>
                <a:moveTo>
                  <a:pt x="8086871" y="1737401"/>
                </a:moveTo>
                <a:cubicBezTo>
                  <a:pt x="8086871" y="1737401"/>
                  <a:pt x="8086217" y="1742275"/>
                  <a:pt x="8094723" y="1744106"/>
                </a:cubicBezTo>
                <a:cubicBezTo>
                  <a:pt x="8090144" y="1745626"/>
                  <a:pt x="8088017" y="1745169"/>
                  <a:pt x="8087035" y="1744331"/>
                </a:cubicBezTo>
                <a:cubicBezTo>
                  <a:pt x="8086055" y="1743493"/>
                  <a:pt x="8086217" y="1742275"/>
                  <a:pt x="8086217" y="1742275"/>
                </a:cubicBezTo>
                <a:cubicBezTo>
                  <a:pt x="8086217" y="1742275"/>
                  <a:pt x="8086217" y="1742275"/>
                  <a:pt x="8086871" y="1737401"/>
                </a:cubicBezTo>
                <a:close/>
                <a:moveTo>
                  <a:pt x="8088053" y="1655795"/>
                </a:moveTo>
                <a:cubicBezTo>
                  <a:pt x="8094834" y="1666496"/>
                  <a:pt x="8085644" y="1673762"/>
                  <a:pt x="8085644" y="1673762"/>
                </a:cubicBezTo>
                <a:close/>
                <a:moveTo>
                  <a:pt x="8097243" y="1648527"/>
                </a:moveTo>
                <a:cubicBezTo>
                  <a:pt x="8097243" y="1648527"/>
                  <a:pt x="8096641" y="1653020"/>
                  <a:pt x="8096641" y="1653020"/>
                </a:cubicBezTo>
                <a:cubicBezTo>
                  <a:pt x="8096038" y="1657512"/>
                  <a:pt x="8088053" y="1655795"/>
                  <a:pt x="8088053" y="1655795"/>
                </a:cubicBezTo>
                <a:cubicBezTo>
                  <a:pt x="8088053" y="1655795"/>
                  <a:pt x="8088655" y="1651302"/>
                  <a:pt x="8088655" y="1651302"/>
                </a:cubicBezTo>
                <a:cubicBezTo>
                  <a:pt x="8097243" y="1648527"/>
                  <a:pt x="8097243" y="1648527"/>
                  <a:pt x="8097243" y="1648527"/>
                </a:cubicBezTo>
                <a:close/>
                <a:moveTo>
                  <a:pt x="8065311" y="1580343"/>
                </a:moveTo>
                <a:lnTo>
                  <a:pt x="8065151" y="1581538"/>
                </a:lnTo>
                <a:lnTo>
                  <a:pt x="8065149" y="1581538"/>
                </a:lnTo>
                <a:cubicBezTo>
                  <a:pt x="8065301" y="1580414"/>
                  <a:pt x="8065338" y="1580133"/>
                  <a:pt x="8065311" y="1580343"/>
                </a:cubicBezTo>
                <a:close/>
                <a:moveTo>
                  <a:pt x="8035622" y="1556695"/>
                </a:moveTo>
                <a:cubicBezTo>
                  <a:pt x="8043605" y="1558413"/>
                  <a:pt x="8043004" y="1562905"/>
                  <a:pt x="8043004" y="1562905"/>
                </a:cubicBezTo>
                <a:lnTo>
                  <a:pt x="8042401" y="1567396"/>
                </a:lnTo>
                <a:cubicBezTo>
                  <a:pt x="8035021" y="1561187"/>
                  <a:pt x="8035021" y="1561187"/>
                  <a:pt x="8035021" y="1561187"/>
                </a:cubicBezTo>
                <a:cubicBezTo>
                  <a:pt x="8035622" y="1556695"/>
                  <a:pt x="8035622" y="1556695"/>
                  <a:pt x="8035622" y="1556695"/>
                </a:cubicBezTo>
                <a:close/>
                <a:moveTo>
                  <a:pt x="8036225" y="1552203"/>
                </a:moveTo>
                <a:cubicBezTo>
                  <a:pt x="8036225" y="1552203"/>
                  <a:pt x="8036225" y="1552203"/>
                  <a:pt x="8035622" y="1556695"/>
                </a:cubicBezTo>
                <a:lnTo>
                  <a:pt x="8032628" y="1556050"/>
                </a:lnTo>
                <a:lnTo>
                  <a:pt x="8033363" y="1553128"/>
                </a:lnTo>
                <a:close/>
                <a:moveTo>
                  <a:pt x="7996068" y="1363730"/>
                </a:moveTo>
                <a:lnTo>
                  <a:pt x="7991975" y="1372637"/>
                </a:lnTo>
                <a:lnTo>
                  <a:pt x="7991868" y="1372070"/>
                </a:lnTo>
                <a:cubicBezTo>
                  <a:pt x="7993469" y="1367794"/>
                  <a:pt x="7996068" y="1363730"/>
                  <a:pt x="7996068" y="1363730"/>
                </a:cubicBezTo>
                <a:close/>
                <a:moveTo>
                  <a:pt x="7998479" y="1345748"/>
                </a:moveTo>
                <a:lnTo>
                  <a:pt x="7998477" y="1345761"/>
                </a:lnTo>
                <a:lnTo>
                  <a:pt x="7998478" y="1345752"/>
                </a:lnTo>
                <a:close/>
                <a:moveTo>
                  <a:pt x="7998485" y="1345705"/>
                </a:moveTo>
                <a:lnTo>
                  <a:pt x="7998481" y="1345731"/>
                </a:lnTo>
                <a:lnTo>
                  <a:pt x="7998483" y="1345713"/>
                </a:lnTo>
                <a:close/>
                <a:moveTo>
                  <a:pt x="7998486" y="1345697"/>
                </a:moveTo>
                <a:lnTo>
                  <a:pt x="7998485" y="1345705"/>
                </a:lnTo>
                <a:lnTo>
                  <a:pt x="7998485" y="1345702"/>
                </a:lnTo>
                <a:close/>
                <a:moveTo>
                  <a:pt x="7998487" y="1345689"/>
                </a:moveTo>
                <a:lnTo>
                  <a:pt x="7998486" y="1345697"/>
                </a:lnTo>
                <a:lnTo>
                  <a:pt x="7998486" y="1345693"/>
                </a:lnTo>
                <a:close/>
                <a:moveTo>
                  <a:pt x="7998489" y="1345673"/>
                </a:moveTo>
                <a:lnTo>
                  <a:pt x="7998487" y="1345689"/>
                </a:lnTo>
                <a:lnTo>
                  <a:pt x="7998487" y="1345685"/>
                </a:lnTo>
                <a:close/>
                <a:moveTo>
                  <a:pt x="7998494" y="1345637"/>
                </a:moveTo>
                <a:lnTo>
                  <a:pt x="7998489" y="1345673"/>
                </a:lnTo>
                <a:lnTo>
                  <a:pt x="7998489" y="1345670"/>
                </a:lnTo>
                <a:close/>
                <a:moveTo>
                  <a:pt x="7998532" y="1345353"/>
                </a:moveTo>
                <a:lnTo>
                  <a:pt x="7998494" y="1345637"/>
                </a:lnTo>
                <a:lnTo>
                  <a:pt x="7998503" y="1345569"/>
                </a:lnTo>
                <a:close/>
                <a:moveTo>
                  <a:pt x="8000127" y="1272166"/>
                </a:moveTo>
                <a:cubicBezTo>
                  <a:pt x="8000127" y="1272166"/>
                  <a:pt x="8000127" y="1272166"/>
                  <a:pt x="8007511" y="1278377"/>
                </a:cubicBezTo>
                <a:cubicBezTo>
                  <a:pt x="8007511" y="1278377"/>
                  <a:pt x="7999525" y="1276658"/>
                  <a:pt x="7999525" y="1276658"/>
                </a:cubicBezTo>
                <a:cubicBezTo>
                  <a:pt x="7999525" y="1276658"/>
                  <a:pt x="8000127" y="1272166"/>
                  <a:pt x="8000127" y="1272166"/>
                </a:cubicBezTo>
                <a:close/>
                <a:moveTo>
                  <a:pt x="8050113" y="899306"/>
                </a:moveTo>
                <a:cubicBezTo>
                  <a:pt x="8049510" y="903799"/>
                  <a:pt x="8050113" y="899306"/>
                  <a:pt x="8058097" y="901024"/>
                </a:cubicBezTo>
                <a:cubicBezTo>
                  <a:pt x="8057495" y="905517"/>
                  <a:pt x="8056893" y="910008"/>
                  <a:pt x="8056291" y="914501"/>
                </a:cubicBezTo>
                <a:cubicBezTo>
                  <a:pt x="8056291" y="914501"/>
                  <a:pt x="8056291" y="914501"/>
                  <a:pt x="8055689" y="918993"/>
                </a:cubicBezTo>
                <a:cubicBezTo>
                  <a:pt x="8056893" y="910008"/>
                  <a:pt x="8049510" y="903799"/>
                  <a:pt x="8050113" y="899306"/>
                </a:cubicBezTo>
                <a:close/>
                <a:moveTo>
                  <a:pt x="8067285" y="893757"/>
                </a:moveTo>
                <a:cubicBezTo>
                  <a:pt x="8067285" y="893757"/>
                  <a:pt x="8067285" y="893757"/>
                  <a:pt x="8075271" y="895476"/>
                </a:cubicBezTo>
                <a:cubicBezTo>
                  <a:pt x="8074669" y="899967"/>
                  <a:pt x="8074669" y="899967"/>
                  <a:pt x="8074669" y="899967"/>
                </a:cubicBezTo>
                <a:cubicBezTo>
                  <a:pt x="8074066" y="904460"/>
                  <a:pt x="8073464" y="908953"/>
                  <a:pt x="8065479" y="907234"/>
                </a:cubicBezTo>
                <a:lnTo>
                  <a:pt x="8061865" y="934188"/>
                </a:lnTo>
                <a:cubicBezTo>
                  <a:pt x="8058175" y="931083"/>
                  <a:pt x="8058927" y="925468"/>
                  <a:pt x="8060755" y="919505"/>
                </a:cubicBezTo>
                <a:cubicBezTo>
                  <a:pt x="8062581" y="913544"/>
                  <a:pt x="8065479" y="907233"/>
                  <a:pt x="8066081" y="902742"/>
                </a:cubicBezTo>
                <a:cubicBezTo>
                  <a:pt x="8066081" y="902742"/>
                  <a:pt x="8066683" y="898250"/>
                  <a:pt x="8066683" y="898250"/>
                </a:cubicBezTo>
                <a:cubicBezTo>
                  <a:pt x="8067285" y="893757"/>
                  <a:pt x="8067285" y="893757"/>
                  <a:pt x="8067285" y="893757"/>
                </a:cubicBezTo>
                <a:close/>
                <a:moveTo>
                  <a:pt x="7323698" y="843538"/>
                </a:moveTo>
                <a:lnTo>
                  <a:pt x="7321165" y="851450"/>
                </a:lnTo>
                <a:lnTo>
                  <a:pt x="7324807" y="861249"/>
                </a:lnTo>
                <a:lnTo>
                  <a:pt x="7325277" y="857745"/>
                </a:lnTo>
                <a:cubicBezTo>
                  <a:pt x="7325879" y="853252"/>
                  <a:pt x="7325879" y="853252"/>
                  <a:pt x="7325879" y="853252"/>
                </a:cubicBezTo>
                <a:cubicBezTo>
                  <a:pt x="7326481" y="848760"/>
                  <a:pt x="7326481" y="848760"/>
                  <a:pt x="7327085" y="844267"/>
                </a:cubicBezTo>
                <a:close/>
                <a:moveTo>
                  <a:pt x="7328130" y="836463"/>
                </a:moveTo>
                <a:lnTo>
                  <a:pt x="7325027" y="839421"/>
                </a:lnTo>
                <a:lnTo>
                  <a:pt x="7327686" y="839775"/>
                </a:lnTo>
                <a:close/>
                <a:moveTo>
                  <a:pt x="7292916" y="827560"/>
                </a:moveTo>
                <a:lnTo>
                  <a:pt x="7292916" y="856783"/>
                </a:lnTo>
                <a:lnTo>
                  <a:pt x="7293066" y="855669"/>
                </a:lnTo>
                <a:cubicBezTo>
                  <a:pt x="7297047" y="858614"/>
                  <a:pt x="7296774" y="860645"/>
                  <a:pt x="7295507" y="861939"/>
                </a:cubicBezTo>
                <a:lnTo>
                  <a:pt x="7292916" y="863298"/>
                </a:lnTo>
                <a:lnTo>
                  <a:pt x="7292916" y="880625"/>
                </a:lnTo>
                <a:lnTo>
                  <a:pt x="7297861" y="878420"/>
                </a:lnTo>
                <a:lnTo>
                  <a:pt x="7301093" y="879593"/>
                </a:lnTo>
                <a:lnTo>
                  <a:pt x="7303753" y="874665"/>
                </a:lnTo>
                <a:cubicBezTo>
                  <a:pt x="7298215" y="870109"/>
                  <a:pt x="7297184" y="865432"/>
                  <a:pt x="7297947" y="860314"/>
                </a:cubicBezTo>
                <a:lnTo>
                  <a:pt x="7301512" y="848076"/>
                </a:lnTo>
                <a:lnTo>
                  <a:pt x="7294789" y="847718"/>
                </a:lnTo>
                <a:cubicBezTo>
                  <a:pt x="7293792" y="847502"/>
                  <a:pt x="7293942" y="846380"/>
                  <a:pt x="7294545" y="841887"/>
                </a:cubicBezTo>
                <a:close/>
                <a:moveTo>
                  <a:pt x="7328683" y="822613"/>
                </a:moveTo>
                <a:lnTo>
                  <a:pt x="7328945" y="822915"/>
                </a:lnTo>
                <a:lnTo>
                  <a:pt x="7328946" y="822714"/>
                </a:lnTo>
                <a:close/>
                <a:moveTo>
                  <a:pt x="7292916" y="785127"/>
                </a:moveTo>
                <a:lnTo>
                  <a:pt x="7292916" y="789804"/>
                </a:lnTo>
                <a:lnTo>
                  <a:pt x="7293185" y="790753"/>
                </a:lnTo>
                <a:lnTo>
                  <a:pt x="7292916" y="792759"/>
                </a:lnTo>
                <a:lnTo>
                  <a:pt x="7292916" y="805524"/>
                </a:lnTo>
                <a:lnTo>
                  <a:pt x="7295069" y="807335"/>
                </a:lnTo>
                <a:lnTo>
                  <a:pt x="7295300" y="807529"/>
                </a:lnTo>
                <a:lnTo>
                  <a:pt x="7295343" y="798041"/>
                </a:lnTo>
                <a:close/>
                <a:moveTo>
                  <a:pt x="8086871" y="697900"/>
                </a:moveTo>
                <a:cubicBezTo>
                  <a:pt x="8086871" y="697900"/>
                  <a:pt x="8086217" y="702774"/>
                  <a:pt x="8094723" y="704604"/>
                </a:cubicBezTo>
                <a:cubicBezTo>
                  <a:pt x="8090144" y="706124"/>
                  <a:pt x="8088017" y="705667"/>
                  <a:pt x="8087036" y="704829"/>
                </a:cubicBezTo>
                <a:cubicBezTo>
                  <a:pt x="8086054" y="703991"/>
                  <a:pt x="8086217" y="702774"/>
                  <a:pt x="8086217" y="702774"/>
                </a:cubicBezTo>
                <a:cubicBezTo>
                  <a:pt x="8086217" y="702774"/>
                  <a:pt x="8086217" y="702774"/>
                  <a:pt x="8086871" y="697900"/>
                </a:cubicBezTo>
                <a:close/>
                <a:moveTo>
                  <a:pt x="7293193" y="675786"/>
                </a:moveTo>
                <a:lnTo>
                  <a:pt x="7292916" y="676461"/>
                </a:lnTo>
                <a:lnTo>
                  <a:pt x="7292916" y="677925"/>
                </a:lnTo>
                <a:lnTo>
                  <a:pt x="7295842" y="684563"/>
                </a:lnTo>
                <a:lnTo>
                  <a:pt x="7295983" y="682742"/>
                </a:lnTo>
                <a:cubicBezTo>
                  <a:pt x="7296659" y="680576"/>
                  <a:pt x="7297958" y="678545"/>
                  <a:pt x="7300255" y="676729"/>
                </a:cubicBezTo>
                <a:cubicBezTo>
                  <a:pt x="7296564" y="673623"/>
                  <a:pt x="7294417" y="674317"/>
                  <a:pt x="7293193" y="675786"/>
                </a:cubicBezTo>
                <a:close/>
                <a:moveTo>
                  <a:pt x="7294077" y="661533"/>
                </a:moveTo>
                <a:lnTo>
                  <a:pt x="7292916" y="663348"/>
                </a:lnTo>
                <a:lnTo>
                  <a:pt x="7292916" y="670193"/>
                </a:lnTo>
                <a:lnTo>
                  <a:pt x="7293099" y="668832"/>
                </a:lnTo>
                <a:cubicBezTo>
                  <a:pt x="7293625" y="664902"/>
                  <a:pt x="7294077" y="661533"/>
                  <a:pt x="7294077" y="661533"/>
                </a:cubicBezTo>
                <a:close/>
                <a:moveTo>
                  <a:pt x="8088053" y="616292"/>
                </a:moveTo>
                <a:cubicBezTo>
                  <a:pt x="8094834" y="626994"/>
                  <a:pt x="8085645" y="634261"/>
                  <a:pt x="8085645" y="634261"/>
                </a:cubicBezTo>
                <a:close/>
                <a:moveTo>
                  <a:pt x="8097243" y="609025"/>
                </a:moveTo>
                <a:cubicBezTo>
                  <a:pt x="8097243" y="609025"/>
                  <a:pt x="8096641" y="613518"/>
                  <a:pt x="8096641" y="613518"/>
                </a:cubicBezTo>
                <a:cubicBezTo>
                  <a:pt x="8096039" y="618009"/>
                  <a:pt x="8088053" y="616292"/>
                  <a:pt x="8088053" y="616292"/>
                </a:cubicBezTo>
                <a:cubicBezTo>
                  <a:pt x="8088053" y="616292"/>
                  <a:pt x="8088655" y="611800"/>
                  <a:pt x="8088655" y="611800"/>
                </a:cubicBezTo>
                <a:cubicBezTo>
                  <a:pt x="8097243" y="609025"/>
                  <a:pt x="8097243" y="609025"/>
                  <a:pt x="8097243" y="609025"/>
                </a:cubicBezTo>
                <a:close/>
                <a:moveTo>
                  <a:pt x="8065311" y="540841"/>
                </a:moveTo>
                <a:lnTo>
                  <a:pt x="8065151" y="542036"/>
                </a:lnTo>
                <a:lnTo>
                  <a:pt x="8065150" y="542035"/>
                </a:lnTo>
                <a:cubicBezTo>
                  <a:pt x="8065301" y="540912"/>
                  <a:pt x="8065338" y="540631"/>
                  <a:pt x="8065311" y="540841"/>
                </a:cubicBezTo>
                <a:close/>
                <a:moveTo>
                  <a:pt x="8035622" y="517193"/>
                </a:moveTo>
                <a:cubicBezTo>
                  <a:pt x="8043606" y="518912"/>
                  <a:pt x="8043004" y="523403"/>
                  <a:pt x="8043004" y="523403"/>
                </a:cubicBezTo>
                <a:lnTo>
                  <a:pt x="8042401" y="527894"/>
                </a:lnTo>
                <a:cubicBezTo>
                  <a:pt x="8035021" y="521685"/>
                  <a:pt x="8035021" y="521685"/>
                  <a:pt x="8035021" y="521685"/>
                </a:cubicBezTo>
                <a:cubicBezTo>
                  <a:pt x="8035622" y="517193"/>
                  <a:pt x="8035622" y="517193"/>
                  <a:pt x="8035622" y="517193"/>
                </a:cubicBezTo>
                <a:close/>
                <a:moveTo>
                  <a:pt x="8036225" y="512701"/>
                </a:moveTo>
                <a:cubicBezTo>
                  <a:pt x="8036225" y="512701"/>
                  <a:pt x="8036225" y="512701"/>
                  <a:pt x="8035622" y="517193"/>
                </a:cubicBezTo>
                <a:lnTo>
                  <a:pt x="8032628" y="516548"/>
                </a:lnTo>
                <a:lnTo>
                  <a:pt x="8033363" y="513626"/>
                </a:lnTo>
                <a:close/>
                <a:moveTo>
                  <a:pt x="7888441" y="389560"/>
                </a:moveTo>
                <a:lnTo>
                  <a:pt x="7888435" y="389602"/>
                </a:lnTo>
                <a:lnTo>
                  <a:pt x="7888437" y="389590"/>
                </a:lnTo>
                <a:close/>
                <a:moveTo>
                  <a:pt x="7888452" y="389478"/>
                </a:moveTo>
                <a:lnTo>
                  <a:pt x="7888441" y="389560"/>
                </a:lnTo>
                <a:lnTo>
                  <a:pt x="7888446" y="389519"/>
                </a:lnTo>
                <a:close/>
                <a:moveTo>
                  <a:pt x="7888517" y="388992"/>
                </a:moveTo>
                <a:lnTo>
                  <a:pt x="7888452" y="389478"/>
                </a:lnTo>
                <a:lnTo>
                  <a:pt x="7888459" y="389423"/>
                </a:lnTo>
                <a:close/>
                <a:moveTo>
                  <a:pt x="7888567" y="388623"/>
                </a:moveTo>
                <a:lnTo>
                  <a:pt x="7888517" y="388992"/>
                </a:lnTo>
                <a:lnTo>
                  <a:pt x="7888563" y="388648"/>
                </a:lnTo>
                <a:close/>
                <a:moveTo>
                  <a:pt x="7888584" y="388493"/>
                </a:moveTo>
                <a:lnTo>
                  <a:pt x="7888567" y="388623"/>
                </a:lnTo>
                <a:lnTo>
                  <a:pt x="7888569" y="388606"/>
                </a:lnTo>
                <a:close/>
                <a:moveTo>
                  <a:pt x="7890391" y="375015"/>
                </a:moveTo>
                <a:cubicBezTo>
                  <a:pt x="7889789" y="379508"/>
                  <a:pt x="7889187" y="384000"/>
                  <a:pt x="7889187" y="384000"/>
                </a:cubicBezTo>
                <a:cubicBezTo>
                  <a:pt x="7888885" y="386245"/>
                  <a:pt x="7888698" y="387650"/>
                  <a:pt x="7888584" y="388491"/>
                </a:cubicBezTo>
                <a:lnTo>
                  <a:pt x="7888569" y="388606"/>
                </a:lnTo>
                <a:lnTo>
                  <a:pt x="7888563" y="388648"/>
                </a:lnTo>
                <a:lnTo>
                  <a:pt x="7888459" y="389423"/>
                </a:lnTo>
                <a:lnTo>
                  <a:pt x="7888446" y="389519"/>
                </a:lnTo>
                <a:lnTo>
                  <a:pt x="7888437" y="389590"/>
                </a:lnTo>
                <a:lnTo>
                  <a:pt x="7888433" y="389615"/>
                </a:lnTo>
                <a:lnTo>
                  <a:pt x="7888435" y="389602"/>
                </a:lnTo>
                <a:lnTo>
                  <a:pt x="7888057" y="392423"/>
                </a:lnTo>
                <a:cubicBezTo>
                  <a:pt x="7887982" y="392984"/>
                  <a:pt x="7887982" y="392984"/>
                  <a:pt x="7887982" y="392984"/>
                </a:cubicBezTo>
                <a:cubicBezTo>
                  <a:pt x="7884291" y="389879"/>
                  <a:pt x="7884592" y="387633"/>
                  <a:pt x="7885966" y="385039"/>
                </a:cubicBezTo>
                <a:cubicBezTo>
                  <a:pt x="7887341" y="382446"/>
                  <a:pt x="7889789" y="379508"/>
                  <a:pt x="7890391" y="375015"/>
                </a:cubicBezTo>
                <a:close/>
                <a:moveTo>
                  <a:pt x="7894607" y="343568"/>
                </a:moveTo>
                <a:cubicBezTo>
                  <a:pt x="7894005" y="348061"/>
                  <a:pt x="7901987" y="349780"/>
                  <a:pt x="7901987" y="349780"/>
                </a:cubicBezTo>
                <a:cubicBezTo>
                  <a:pt x="7901687" y="352025"/>
                  <a:pt x="7899540" y="352719"/>
                  <a:pt x="7897545" y="352289"/>
                </a:cubicBezTo>
                <a:cubicBezTo>
                  <a:pt x="7895549" y="351860"/>
                  <a:pt x="7893703" y="350307"/>
                  <a:pt x="7894005" y="348061"/>
                </a:cubicBezTo>
                <a:close/>
                <a:moveTo>
                  <a:pt x="7292916" y="329676"/>
                </a:moveTo>
                <a:lnTo>
                  <a:pt x="7292916" y="363819"/>
                </a:lnTo>
                <a:lnTo>
                  <a:pt x="7293302" y="360944"/>
                </a:lnTo>
                <a:cubicBezTo>
                  <a:pt x="7294506" y="351959"/>
                  <a:pt x="7295109" y="347465"/>
                  <a:pt x="7296313" y="338482"/>
                </a:cubicBezTo>
                <a:cubicBezTo>
                  <a:pt x="7296313" y="338482"/>
                  <a:pt x="7296916" y="333989"/>
                  <a:pt x="7296916" y="333989"/>
                </a:cubicBezTo>
                <a:cubicBezTo>
                  <a:pt x="7297217" y="331743"/>
                  <a:pt x="7297217" y="331743"/>
                  <a:pt x="7296219" y="331528"/>
                </a:cubicBezTo>
                <a:close/>
                <a:moveTo>
                  <a:pt x="7870715" y="281834"/>
                </a:moveTo>
                <a:cubicBezTo>
                  <a:pt x="7870113" y="286327"/>
                  <a:pt x="7870715" y="281834"/>
                  <a:pt x="7878699" y="283552"/>
                </a:cubicBezTo>
                <a:cubicBezTo>
                  <a:pt x="7878097" y="288046"/>
                  <a:pt x="7877495" y="292538"/>
                  <a:pt x="7876893" y="297029"/>
                </a:cubicBezTo>
                <a:cubicBezTo>
                  <a:pt x="7876893" y="297029"/>
                  <a:pt x="7876893" y="297029"/>
                  <a:pt x="7876291" y="301522"/>
                </a:cubicBezTo>
                <a:cubicBezTo>
                  <a:pt x="7877495" y="292538"/>
                  <a:pt x="7870113" y="286327"/>
                  <a:pt x="7870715" y="281834"/>
                </a:cubicBezTo>
                <a:close/>
                <a:moveTo>
                  <a:pt x="7887887" y="276286"/>
                </a:moveTo>
                <a:cubicBezTo>
                  <a:pt x="7887887" y="276286"/>
                  <a:pt x="7887887" y="276286"/>
                  <a:pt x="7895871" y="278004"/>
                </a:cubicBezTo>
                <a:cubicBezTo>
                  <a:pt x="7895271" y="282496"/>
                  <a:pt x="7895271" y="282496"/>
                  <a:pt x="7895271" y="282496"/>
                </a:cubicBezTo>
                <a:cubicBezTo>
                  <a:pt x="7894667" y="286989"/>
                  <a:pt x="7894065" y="291482"/>
                  <a:pt x="7886080" y="289764"/>
                </a:cubicBezTo>
                <a:lnTo>
                  <a:pt x="7882467" y="316717"/>
                </a:lnTo>
                <a:cubicBezTo>
                  <a:pt x="7878777" y="313612"/>
                  <a:pt x="7879529" y="307997"/>
                  <a:pt x="7881356" y="302034"/>
                </a:cubicBezTo>
                <a:cubicBezTo>
                  <a:pt x="7883181" y="296073"/>
                  <a:pt x="7886080" y="289763"/>
                  <a:pt x="7886683" y="285271"/>
                </a:cubicBezTo>
                <a:cubicBezTo>
                  <a:pt x="7886683" y="285271"/>
                  <a:pt x="7887285" y="280778"/>
                  <a:pt x="7887285" y="280778"/>
                </a:cubicBezTo>
                <a:cubicBezTo>
                  <a:pt x="7887887" y="276286"/>
                  <a:pt x="7887887" y="276286"/>
                  <a:pt x="7887887" y="276286"/>
                </a:cubicBezTo>
                <a:close/>
                <a:moveTo>
                  <a:pt x="7953508" y="147789"/>
                </a:moveTo>
                <a:cubicBezTo>
                  <a:pt x="7953508" y="147789"/>
                  <a:pt x="7962015" y="149619"/>
                  <a:pt x="7962015" y="149619"/>
                </a:cubicBezTo>
                <a:cubicBezTo>
                  <a:pt x="7962015" y="149619"/>
                  <a:pt x="7960926" y="157741"/>
                  <a:pt x="7952964" y="151850"/>
                </a:cubicBezTo>
                <a:cubicBezTo>
                  <a:pt x="7952964" y="151850"/>
                  <a:pt x="7953508" y="147789"/>
                  <a:pt x="7953508" y="147789"/>
                </a:cubicBezTo>
                <a:close/>
                <a:moveTo>
                  <a:pt x="7302472" y="108712"/>
                </a:moveTo>
                <a:cubicBezTo>
                  <a:pt x="7298480" y="107854"/>
                  <a:pt x="7295882" y="111916"/>
                  <a:pt x="7293209" y="116541"/>
                </a:cubicBezTo>
                <a:lnTo>
                  <a:pt x="7292916" y="116877"/>
                </a:lnTo>
                <a:lnTo>
                  <a:pt x="7292916" y="165436"/>
                </a:lnTo>
                <a:lnTo>
                  <a:pt x="7295107" y="165907"/>
                </a:lnTo>
                <a:cubicBezTo>
                  <a:pt x="7295107" y="165907"/>
                  <a:pt x="7295107" y="165907"/>
                  <a:pt x="7294454" y="170779"/>
                </a:cubicBezTo>
                <a:lnTo>
                  <a:pt x="7292916" y="170448"/>
                </a:lnTo>
                <a:lnTo>
                  <a:pt x="7292916" y="191064"/>
                </a:lnTo>
                <a:lnTo>
                  <a:pt x="7298413" y="198372"/>
                </a:lnTo>
                <a:cubicBezTo>
                  <a:pt x="7299113" y="201308"/>
                  <a:pt x="7298678" y="204557"/>
                  <a:pt x="7298097" y="208888"/>
                </a:cubicBezTo>
                <a:cubicBezTo>
                  <a:pt x="7297516" y="213219"/>
                  <a:pt x="7296936" y="217549"/>
                  <a:pt x="7296355" y="221882"/>
                </a:cubicBezTo>
                <a:lnTo>
                  <a:pt x="7292916" y="223959"/>
                </a:lnTo>
                <a:lnTo>
                  <a:pt x="7292916" y="321396"/>
                </a:lnTo>
                <a:lnTo>
                  <a:pt x="7295030" y="317408"/>
                </a:lnTo>
                <a:lnTo>
                  <a:pt x="7300528" y="307037"/>
                </a:lnTo>
                <a:lnTo>
                  <a:pt x="7301130" y="302543"/>
                </a:lnTo>
                <a:cubicBezTo>
                  <a:pt x="7302336" y="293559"/>
                  <a:pt x="7294952" y="287348"/>
                  <a:pt x="7304745" y="275590"/>
                </a:cubicBezTo>
                <a:cubicBezTo>
                  <a:pt x="7298566" y="260394"/>
                  <a:pt x="7300975" y="242426"/>
                  <a:pt x="7302782" y="228949"/>
                </a:cubicBezTo>
                <a:cubicBezTo>
                  <a:pt x="7302782" y="228949"/>
                  <a:pt x="7302782" y="228949"/>
                  <a:pt x="7303384" y="224456"/>
                </a:cubicBezTo>
                <a:cubicBezTo>
                  <a:pt x="7304587" y="215471"/>
                  <a:pt x="7304587" y="215471"/>
                  <a:pt x="7304587" y="215471"/>
                </a:cubicBezTo>
                <a:cubicBezTo>
                  <a:pt x="7305793" y="206487"/>
                  <a:pt x="7305793" y="206487"/>
                  <a:pt x="7306395" y="201995"/>
                </a:cubicBezTo>
                <a:cubicBezTo>
                  <a:pt x="7313778" y="208205"/>
                  <a:pt x="7317391" y="181252"/>
                  <a:pt x="7309406" y="179534"/>
                </a:cubicBezTo>
                <a:lnTo>
                  <a:pt x="7311213" y="166057"/>
                </a:lnTo>
                <a:cubicBezTo>
                  <a:pt x="7303230" y="164339"/>
                  <a:pt x="7304434" y="155354"/>
                  <a:pt x="7305036" y="150862"/>
                </a:cubicBezTo>
                <a:cubicBezTo>
                  <a:pt x="7314224" y="143595"/>
                  <a:pt x="7317235" y="121134"/>
                  <a:pt x="7310456" y="110431"/>
                </a:cubicBezTo>
                <a:cubicBezTo>
                  <a:pt x="7309854" y="114924"/>
                  <a:pt x="7308649" y="123909"/>
                  <a:pt x="7301268" y="117698"/>
                </a:cubicBezTo>
                <a:close/>
                <a:moveTo>
                  <a:pt x="7907472" y="80428"/>
                </a:moveTo>
                <a:cubicBezTo>
                  <a:pt x="7907472" y="80428"/>
                  <a:pt x="7906819" y="85302"/>
                  <a:pt x="7915325" y="87133"/>
                </a:cubicBezTo>
                <a:cubicBezTo>
                  <a:pt x="7910745" y="88653"/>
                  <a:pt x="7908619" y="88196"/>
                  <a:pt x="7907637" y="87358"/>
                </a:cubicBezTo>
                <a:cubicBezTo>
                  <a:pt x="7906655" y="86520"/>
                  <a:pt x="7906819" y="85302"/>
                  <a:pt x="7906819" y="85302"/>
                </a:cubicBezTo>
                <a:cubicBezTo>
                  <a:pt x="7906819" y="85302"/>
                  <a:pt x="7906819" y="85302"/>
                  <a:pt x="7907472" y="80428"/>
                </a:cubicBezTo>
                <a:close/>
                <a:moveTo>
                  <a:pt x="7908497" y="0"/>
                </a:moveTo>
                <a:lnTo>
                  <a:pt x="7908776" y="0"/>
                </a:lnTo>
                <a:lnTo>
                  <a:pt x="7909992" y="11820"/>
                </a:lnTo>
                <a:cubicBezTo>
                  <a:pt x="7908542" y="14974"/>
                  <a:pt x="7906245" y="16790"/>
                  <a:pt x="7906245" y="16790"/>
                </a:cubicBezTo>
                <a:close/>
                <a:moveTo>
                  <a:pt x="0" y="0"/>
                </a:moveTo>
                <a:lnTo>
                  <a:pt x="5475325" y="0"/>
                </a:lnTo>
                <a:lnTo>
                  <a:pt x="5480857" y="0"/>
                </a:lnTo>
                <a:lnTo>
                  <a:pt x="5491582" y="0"/>
                </a:lnTo>
                <a:lnTo>
                  <a:pt x="5507283" y="0"/>
                </a:lnTo>
                <a:lnTo>
                  <a:pt x="5605448" y="0"/>
                </a:lnTo>
                <a:lnTo>
                  <a:pt x="5609406" y="0"/>
                </a:lnTo>
                <a:lnTo>
                  <a:pt x="5657289" y="0"/>
                </a:lnTo>
                <a:lnTo>
                  <a:pt x="5879591" y="0"/>
                </a:lnTo>
                <a:lnTo>
                  <a:pt x="5896105" y="0"/>
                </a:lnTo>
                <a:lnTo>
                  <a:pt x="5896411" y="0"/>
                </a:lnTo>
                <a:lnTo>
                  <a:pt x="5917889" y="0"/>
                </a:lnTo>
                <a:lnTo>
                  <a:pt x="5921195" y="0"/>
                </a:lnTo>
                <a:lnTo>
                  <a:pt x="5934765" y="0"/>
                </a:lnTo>
                <a:lnTo>
                  <a:pt x="5943268" y="0"/>
                </a:lnTo>
                <a:lnTo>
                  <a:pt x="5948426" y="0"/>
                </a:lnTo>
                <a:lnTo>
                  <a:pt x="5952782" y="0"/>
                </a:lnTo>
                <a:lnTo>
                  <a:pt x="5976448" y="0"/>
                </a:lnTo>
                <a:lnTo>
                  <a:pt x="5977513" y="0"/>
                </a:lnTo>
                <a:lnTo>
                  <a:pt x="6050923" y="0"/>
                </a:lnTo>
                <a:lnTo>
                  <a:pt x="6054998" y="0"/>
                </a:lnTo>
                <a:lnTo>
                  <a:pt x="6056407" y="0"/>
                </a:lnTo>
                <a:lnTo>
                  <a:pt x="6059943" y="0"/>
                </a:lnTo>
                <a:lnTo>
                  <a:pt x="6077702" y="0"/>
                </a:lnTo>
                <a:lnTo>
                  <a:pt x="6110337" y="0"/>
                </a:lnTo>
                <a:lnTo>
                  <a:pt x="6113089" y="0"/>
                </a:lnTo>
                <a:lnTo>
                  <a:pt x="6116381" y="0"/>
                </a:lnTo>
                <a:lnTo>
                  <a:pt x="6123539" y="0"/>
                </a:lnTo>
                <a:lnTo>
                  <a:pt x="6127947" y="0"/>
                </a:lnTo>
                <a:lnTo>
                  <a:pt x="6128602" y="0"/>
                </a:lnTo>
                <a:lnTo>
                  <a:pt x="6150705" y="0"/>
                </a:lnTo>
                <a:lnTo>
                  <a:pt x="6152157" y="0"/>
                </a:lnTo>
                <a:lnTo>
                  <a:pt x="6154803" y="0"/>
                </a:lnTo>
                <a:lnTo>
                  <a:pt x="6157990" y="0"/>
                </a:lnTo>
                <a:lnTo>
                  <a:pt x="6172343" y="0"/>
                </a:lnTo>
                <a:lnTo>
                  <a:pt x="6290559" y="0"/>
                </a:lnTo>
                <a:lnTo>
                  <a:pt x="6299827" y="0"/>
                </a:lnTo>
                <a:lnTo>
                  <a:pt x="6302933" y="0"/>
                </a:lnTo>
                <a:lnTo>
                  <a:pt x="6587387" y="0"/>
                </a:lnTo>
                <a:lnTo>
                  <a:pt x="7006881" y="0"/>
                </a:lnTo>
                <a:lnTo>
                  <a:pt x="7054053" y="0"/>
                </a:lnTo>
                <a:lnTo>
                  <a:pt x="7068162" y="0"/>
                </a:lnTo>
                <a:lnTo>
                  <a:pt x="7284188" y="0"/>
                </a:lnTo>
                <a:lnTo>
                  <a:pt x="7900283" y="0"/>
                </a:lnTo>
                <a:lnTo>
                  <a:pt x="7900069" y="1594"/>
                </a:lnTo>
                <a:cubicBezTo>
                  <a:pt x="7900069" y="1594"/>
                  <a:pt x="7899468" y="6087"/>
                  <a:pt x="7899468" y="6087"/>
                </a:cubicBezTo>
                <a:lnTo>
                  <a:pt x="7898865" y="10580"/>
                </a:lnTo>
                <a:cubicBezTo>
                  <a:pt x="7898865" y="10580"/>
                  <a:pt x="7898262" y="15071"/>
                  <a:pt x="7898262" y="15071"/>
                </a:cubicBezTo>
                <a:cubicBezTo>
                  <a:pt x="7897059" y="24056"/>
                  <a:pt x="7895854" y="33040"/>
                  <a:pt x="7903837" y="34759"/>
                </a:cubicBezTo>
                <a:lnTo>
                  <a:pt x="7905042" y="25775"/>
                </a:lnTo>
                <a:cubicBezTo>
                  <a:pt x="7911822" y="36477"/>
                  <a:pt x="7919805" y="38195"/>
                  <a:pt x="7921613" y="24718"/>
                </a:cubicBezTo>
                <a:lnTo>
                  <a:pt x="7918601" y="47179"/>
                </a:lnTo>
                <a:cubicBezTo>
                  <a:pt x="7917999" y="51671"/>
                  <a:pt x="7917999" y="51671"/>
                  <a:pt x="7917397" y="56164"/>
                </a:cubicBezTo>
                <a:cubicBezTo>
                  <a:pt x="7917397" y="56164"/>
                  <a:pt x="7916193" y="65149"/>
                  <a:pt x="7916193" y="65149"/>
                </a:cubicBezTo>
                <a:cubicBezTo>
                  <a:pt x="7916193" y="65149"/>
                  <a:pt x="7915590" y="69640"/>
                  <a:pt x="7915590" y="69640"/>
                </a:cubicBezTo>
                <a:cubicBezTo>
                  <a:pt x="7915590" y="69640"/>
                  <a:pt x="7907607" y="67923"/>
                  <a:pt x="7907607" y="67923"/>
                </a:cubicBezTo>
                <a:cubicBezTo>
                  <a:pt x="7907607" y="67923"/>
                  <a:pt x="7907607" y="67923"/>
                  <a:pt x="7908209" y="63430"/>
                </a:cubicBezTo>
                <a:cubicBezTo>
                  <a:pt x="7908811" y="58940"/>
                  <a:pt x="7908209" y="63430"/>
                  <a:pt x="7909413" y="54446"/>
                </a:cubicBezTo>
                <a:cubicBezTo>
                  <a:pt x="7910015" y="49953"/>
                  <a:pt x="7910015" y="49953"/>
                  <a:pt x="7910618" y="45461"/>
                </a:cubicBezTo>
                <a:cubicBezTo>
                  <a:pt x="7910618" y="45461"/>
                  <a:pt x="7910618" y="45461"/>
                  <a:pt x="7911220" y="40969"/>
                </a:cubicBezTo>
                <a:cubicBezTo>
                  <a:pt x="7911822" y="36477"/>
                  <a:pt x="7911220" y="40969"/>
                  <a:pt x="7902031" y="48235"/>
                </a:cubicBezTo>
                <a:cubicBezTo>
                  <a:pt x="7908209" y="63430"/>
                  <a:pt x="7906403" y="76907"/>
                  <a:pt x="7897213" y="84174"/>
                </a:cubicBezTo>
                <a:cubicBezTo>
                  <a:pt x="7895405" y="97651"/>
                  <a:pt x="7894202" y="106636"/>
                  <a:pt x="7892395" y="120112"/>
                </a:cubicBezTo>
                <a:cubicBezTo>
                  <a:pt x="7889986" y="138081"/>
                  <a:pt x="7886975" y="160542"/>
                  <a:pt x="7885167" y="174021"/>
                </a:cubicBezTo>
                <a:cubicBezTo>
                  <a:pt x="7884565" y="178512"/>
                  <a:pt x="7883361" y="187497"/>
                  <a:pt x="7882759" y="191988"/>
                </a:cubicBezTo>
                <a:cubicBezTo>
                  <a:pt x="7882157" y="196481"/>
                  <a:pt x="7882157" y="196481"/>
                  <a:pt x="7874173" y="194763"/>
                </a:cubicBezTo>
                <a:cubicBezTo>
                  <a:pt x="7874173" y="194763"/>
                  <a:pt x="7873571" y="199255"/>
                  <a:pt x="7873571" y="199255"/>
                </a:cubicBezTo>
                <a:cubicBezTo>
                  <a:pt x="7880953" y="205467"/>
                  <a:pt x="7879146" y="218942"/>
                  <a:pt x="7878544" y="223435"/>
                </a:cubicBezTo>
                <a:cubicBezTo>
                  <a:pt x="7878544" y="223435"/>
                  <a:pt x="7878544" y="223435"/>
                  <a:pt x="7877941" y="227927"/>
                </a:cubicBezTo>
                <a:cubicBezTo>
                  <a:pt x="7877339" y="232419"/>
                  <a:pt x="7876135" y="241404"/>
                  <a:pt x="7875532" y="245897"/>
                </a:cubicBezTo>
                <a:cubicBezTo>
                  <a:pt x="7874930" y="250388"/>
                  <a:pt x="7874930" y="250388"/>
                  <a:pt x="7874327" y="254880"/>
                </a:cubicBezTo>
                <a:cubicBezTo>
                  <a:pt x="7874779" y="251512"/>
                  <a:pt x="7879723" y="249109"/>
                  <a:pt x="7881913" y="250014"/>
                </a:cubicBezTo>
                <a:lnTo>
                  <a:pt x="7882915" y="252106"/>
                </a:lnTo>
                <a:lnTo>
                  <a:pt x="7882764" y="253229"/>
                </a:lnTo>
                <a:cubicBezTo>
                  <a:pt x="7882463" y="255476"/>
                  <a:pt x="7882013" y="258844"/>
                  <a:pt x="7881710" y="261092"/>
                </a:cubicBezTo>
                <a:cubicBezTo>
                  <a:pt x="7880506" y="270076"/>
                  <a:pt x="7873123" y="263866"/>
                  <a:pt x="7872521" y="268359"/>
                </a:cubicBezTo>
                <a:lnTo>
                  <a:pt x="7870715" y="281834"/>
                </a:lnTo>
                <a:lnTo>
                  <a:pt x="7867101" y="308788"/>
                </a:lnTo>
                <a:cubicBezTo>
                  <a:pt x="7867101" y="308788"/>
                  <a:pt x="7868305" y="299804"/>
                  <a:pt x="7876291" y="301522"/>
                </a:cubicBezTo>
                <a:lnTo>
                  <a:pt x="7873684" y="320968"/>
                </a:lnTo>
                <a:lnTo>
                  <a:pt x="7873985" y="321221"/>
                </a:lnTo>
                <a:lnTo>
                  <a:pt x="7879685" y="326016"/>
                </a:lnTo>
                <a:lnTo>
                  <a:pt x="7880264" y="325486"/>
                </a:lnTo>
                <a:cubicBezTo>
                  <a:pt x="7881713" y="322332"/>
                  <a:pt x="7882166" y="318963"/>
                  <a:pt x="7882467" y="316717"/>
                </a:cubicBezTo>
                <a:lnTo>
                  <a:pt x="7879455" y="339179"/>
                </a:lnTo>
                <a:lnTo>
                  <a:pt x="7877503" y="353754"/>
                </a:lnTo>
                <a:lnTo>
                  <a:pt x="7880823" y="354469"/>
                </a:lnTo>
                <a:cubicBezTo>
                  <a:pt x="7882819" y="354899"/>
                  <a:pt x="7884814" y="355327"/>
                  <a:pt x="7884814" y="355327"/>
                </a:cubicBezTo>
                <a:cubicBezTo>
                  <a:pt x="7884213" y="359819"/>
                  <a:pt x="7884213" y="359819"/>
                  <a:pt x="7884213" y="359819"/>
                </a:cubicBezTo>
                <a:cubicBezTo>
                  <a:pt x="7884213" y="359819"/>
                  <a:pt x="7883611" y="364311"/>
                  <a:pt x="7883611" y="364311"/>
                </a:cubicBezTo>
                <a:cubicBezTo>
                  <a:pt x="7883611" y="364311"/>
                  <a:pt x="7883611" y="364311"/>
                  <a:pt x="7883009" y="368804"/>
                </a:cubicBezTo>
                <a:cubicBezTo>
                  <a:pt x="7882406" y="373297"/>
                  <a:pt x="7878793" y="400251"/>
                  <a:pt x="7887379" y="397477"/>
                </a:cubicBezTo>
                <a:cubicBezTo>
                  <a:pt x="7887379" y="397477"/>
                  <a:pt x="7887379" y="397477"/>
                  <a:pt x="7894761" y="403686"/>
                </a:cubicBezTo>
                <a:cubicBezTo>
                  <a:pt x="7894761" y="403686"/>
                  <a:pt x="7894761" y="403686"/>
                  <a:pt x="7895363" y="399194"/>
                </a:cubicBezTo>
                <a:cubicBezTo>
                  <a:pt x="7895363" y="399194"/>
                  <a:pt x="7895965" y="394702"/>
                  <a:pt x="7895965" y="394702"/>
                </a:cubicBezTo>
                <a:cubicBezTo>
                  <a:pt x="7889187" y="384000"/>
                  <a:pt x="7890993" y="370523"/>
                  <a:pt x="7891596" y="366029"/>
                </a:cubicBezTo>
                <a:cubicBezTo>
                  <a:pt x="7890993" y="370523"/>
                  <a:pt x="7891596" y="366029"/>
                  <a:pt x="7890993" y="370523"/>
                </a:cubicBezTo>
                <a:cubicBezTo>
                  <a:pt x="7883009" y="368804"/>
                  <a:pt x="7883611" y="364311"/>
                  <a:pt x="7884814" y="355327"/>
                </a:cubicBezTo>
                <a:cubicBezTo>
                  <a:pt x="7892800" y="357046"/>
                  <a:pt x="7892197" y="361537"/>
                  <a:pt x="7892197" y="361537"/>
                </a:cubicBezTo>
                <a:cubicBezTo>
                  <a:pt x="7892800" y="357046"/>
                  <a:pt x="7892800" y="357046"/>
                  <a:pt x="7893402" y="352553"/>
                </a:cubicBezTo>
                <a:cubicBezTo>
                  <a:pt x="7892800" y="357046"/>
                  <a:pt x="7890993" y="370523"/>
                  <a:pt x="7899579" y="367747"/>
                </a:cubicBezTo>
                <a:lnTo>
                  <a:pt x="7898375" y="376733"/>
                </a:lnTo>
                <a:lnTo>
                  <a:pt x="7897773" y="381224"/>
                </a:lnTo>
                <a:lnTo>
                  <a:pt x="7896567" y="390210"/>
                </a:lnTo>
                <a:cubicBezTo>
                  <a:pt x="7897171" y="385717"/>
                  <a:pt x="7904552" y="391928"/>
                  <a:pt x="7903950" y="396420"/>
                </a:cubicBezTo>
                <a:cubicBezTo>
                  <a:pt x="7905155" y="387435"/>
                  <a:pt x="7901385" y="354271"/>
                  <a:pt x="7901987" y="349780"/>
                </a:cubicBezTo>
                <a:cubicBezTo>
                  <a:pt x="7904397" y="331811"/>
                  <a:pt x="7897016" y="325599"/>
                  <a:pt x="7898219" y="316615"/>
                </a:cubicBezTo>
                <a:lnTo>
                  <a:pt x="7898822" y="312123"/>
                </a:lnTo>
                <a:cubicBezTo>
                  <a:pt x="7906203" y="318333"/>
                  <a:pt x="7903793" y="336303"/>
                  <a:pt x="7911177" y="342512"/>
                </a:cubicBezTo>
                <a:cubicBezTo>
                  <a:pt x="7911177" y="342512"/>
                  <a:pt x="7911177" y="342512"/>
                  <a:pt x="7910575" y="347004"/>
                </a:cubicBezTo>
                <a:cubicBezTo>
                  <a:pt x="7909972" y="351498"/>
                  <a:pt x="7909972" y="351498"/>
                  <a:pt x="7909371" y="355989"/>
                </a:cubicBezTo>
                <a:cubicBezTo>
                  <a:pt x="7917353" y="357707"/>
                  <a:pt x="7918558" y="348723"/>
                  <a:pt x="7919763" y="339738"/>
                </a:cubicBezTo>
                <a:cubicBezTo>
                  <a:pt x="7921759" y="340167"/>
                  <a:pt x="7923181" y="341053"/>
                  <a:pt x="7924191" y="342135"/>
                </a:cubicBezTo>
                <a:lnTo>
                  <a:pt x="7925227" y="344041"/>
                </a:lnTo>
                <a:lnTo>
                  <a:pt x="7926544" y="350441"/>
                </a:lnTo>
                <a:cubicBezTo>
                  <a:pt x="7926544" y="350441"/>
                  <a:pt x="7926844" y="348195"/>
                  <a:pt x="7926147" y="345734"/>
                </a:cubicBezTo>
                <a:lnTo>
                  <a:pt x="7925227" y="344041"/>
                </a:lnTo>
                <a:lnTo>
                  <a:pt x="7922191" y="329285"/>
                </a:lnTo>
                <a:cubicBezTo>
                  <a:pt x="7922021" y="322893"/>
                  <a:pt x="7922775" y="317277"/>
                  <a:pt x="7923377" y="312784"/>
                </a:cubicBezTo>
                <a:cubicBezTo>
                  <a:pt x="7923979" y="308292"/>
                  <a:pt x="7915995" y="306574"/>
                  <a:pt x="7915995" y="306574"/>
                </a:cubicBezTo>
                <a:cubicBezTo>
                  <a:pt x="7916597" y="302083"/>
                  <a:pt x="7916597" y="302083"/>
                  <a:pt x="7916597" y="302083"/>
                </a:cubicBezTo>
                <a:cubicBezTo>
                  <a:pt x="7924581" y="303799"/>
                  <a:pt x="7923979" y="308292"/>
                  <a:pt x="7923979" y="308292"/>
                </a:cubicBezTo>
                <a:cubicBezTo>
                  <a:pt x="7923979" y="308292"/>
                  <a:pt x="7923377" y="312784"/>
                  <a:pt x="7931963" y="310011"/>
                </a:cubicBezTo>
                <a:cubicBezTo>
                  <a:pt x="7932565" y="305518"/>
                  <a:pt x="7933169" y="301027"/>
                  <a:pt x="7933771" y="296533"/>
                </a:cubicBezTo>
                <a:cubicBezTo>
                  <a:pt x="7925786" y="294815"/>
                  <a:pt x="7925183" y="299307"/>
                  <a:pt x="7925183" y="299307"/>
                </a:cubicBezTo>
                <a:lnTo>
                  <a:pt x="7926387" y="290323"/>
                </a:lnTo>
                <a:cubicBezTo>
                  <a:pt x="7934372" y="292042"/>
                  <a:pt x="7934372" y="292042"/>
                  <a:pt x="7934372" y="292042"/>
                </a:cubicBezTo>
                <a:lnTo>
                  <a:pt x="7934975" y="287549"/>
                </a:lnTo>
                <a:cubicBezTo>
                  <a:pt x="7933771" y="296533"/>
                  <a:pt x="7941755" y="298251"/>
                  <a:pt x="7940551" y="307237"/>
                </a:cubicBezTo>
                <a:cubicBezTo>
                  <a:pt x="7939949" y="311728"/>
                  <a:pt x="7939949" y="311728"/>
                  <a:pt x="7939346" y="316221"/>
                </a:cubicBezTo>
                <a:cubicBezTo>
                  <a:pt x="7938743" y="320713"/>
                  <a:pt x="7938743" y="320713"/>
                  <a:pt x="7938141" y="325206"/>
                </a:cubicBezTo>
                <a:cubicBezTo>
                  <a:pt x="7936937" y="334190"/>
                  <a:pt x="7935733" y="343176"/>
                  <a:pt x="7935130" y="347667"/>
                </a:cubicBezTo>
                <a:cubicBezTo>
                  <a:pt x="7943115" y="349385"/>
                  <a:pt x="7943715" y="344893"/>
                  <a:pt x="7944317" y="340401"/>
                </a:cubicBezTo>
                <a:cubicBezTo>
                  <a:pt x="7943715" y="344893"/>
                  <a:pt x="7943715" y="344893"/>
                  <a:pt x="7951701" y="346611"/>
                </a:cubicBezTo>
                <a:cubicBezTo>
                  <a:pt x="7950497" y="355595"/>
                  <a:pt x="7941307" y="362862"/>
                  <a:pt x="7941909" y="358369"/>
                </a:cubicBezTo>
                <a:cubicBezTo>
                  <a:pt x="7940705" y="367354"/>
                  <a:pt x="7940103" y="371847"/>
                  <a:pt x="7948690" y="369073"/>
                </a:cubicBezTo>
                <a:lnTo>
                  <a:pt x="7948087" y="373564"/>
                </a:lnTo>
                <a:lnTo>
                  <a:pt x="7946281" y="387042"/>
                </a:lnTo>
                <a:cubicBezTo>
                  <a:pt x="7953663" y="393253"/>
                  <a:pt x="7947485" y="378056"/>
                  <a:pt x="7948087" y="373564"/>
                </a:cubicBezTo>
                <a:cubicBezTo>
                  <a:pt x="7956071" y="375283"/>
                  <a:pt x="7956673" y="370791"/>
                  <a:pt x="7956673" y="370791"/>
                </a:cubicBezTo>
                <a:cubicBezTo>
                  <a:pt x="7957878" y="361807"/>
                  <a:pt x="7958480" y="357314"/>
                  <a:pt x="7959081" y="352822"/>
                </a:cubicBezTo>
                <a:cubicBezTo>
                  <a:pt x="7966465" y="359032"/>
                  <a:pt x="7975653" y="351765"/>
                  <a:pt x="7976255" y="347273"/>
                </a:cubicBezTo>
                <a:cubicBezTo>
                  <a:pt x="7984240" y="348992"/>
                  <a:pt x="7984240" y="348992"/>
                  <a:pt x="7984240" y="348992"/>
                </a:cubicBezTo>
                <a:cubicBezTo>
                  <a:pt x="7983036" y="357976"/>
                  <a:pt x="7975051" y="356258"/>
                  <a:pt x="7982433" y="362468"/>
                </a:cubicBezTo>
                <a:cubicBezTo>
                  <a:pt x="7982433" y="362468"/>
                  <a:pt x="7991019" y="359694"/>
                  <a:pt x="7991621" y="355202"/>
                </a:cubicBezTo>
                <a:cubicBezTo>
                  <a:pt x="8000209" y="352428"/>
                  <a:pt x="8001413" y="343443"/>
                  <a:pt x="8000209" y="352428"/>
                </a:cubicBezTo>
                <a:cubicBezTo>
                  <a:pt x="7999607" y="356920"/>
                  <a:pt x="7999003" y="361413"/>
                  <a:pt x="7998401" y="365904"/>
                </a:cubicBezTo>
                <a:cubicBezTo>
                  <a:pt x="7998401" y="365904"/>
                  <a:pt x="8008797" y="349654"/>
                  <a:pt x="8006387" y="367622"/>
                </a:cubicBezTo>
                <a:cubicBezTo>
                  <a:pt x="8005182" y="376607"/>
                  <a:pt x="7994788" y="392860"/>
                  <a:pt x="7986803" y="391140"/>
                </a:cubicBezTo>
                <a:cubicBezTo>
                  <a:pt x="7986201" y="395631"/>
                  <a:pt x="7985599" y="400124"/>
                  <a:pt x="7984997" y="404616"/>
                </a:cubicBezTo>
                <a:cubicBezTo>
                  <a:pt x="7977615" y="398407"/>
                  <a:pt x="7976411" y="407391"/>
                  <a:pt x="7975809" y="411883"/>
                </a:cubicBezTo>
                <a:cubicBezTo>
                  <a:pt x="7974605" y="420868"/>
                  <a:pt x="7973399" y="429853"/>
                  <a:pt x="7981985" y="427078"/>
                </a:cubicBezTo>
                <a:cubicBezTo>
                  <a:pt x="7981985" y="427078"/>
                  <a:pt x="7981383" y="431571"/>
                  <a:pt x="7981383" y="431571"/>
                </a:cubicBezTo>
                <a:cubicBezTo>
                  <a:pt x="7990573" y="424304"/>
                  <a:pt x="8009553" y="405279"/>
                  <a:pt x="8019345" y="393520"/>
                </a:cubicBezTo>
                <a:cubicBezTo>
                  <a:pt x="8018741" y="398013"/>
                  <a:pt x="8019345" y="393520"/>
                  <a:pt x="8026725" y="399730"/>
                </a:cubicBezTo>
                <a:cubicBezTo>
                  <a:pt x="8027327" y="395238"/>
                  <a:pt x="8027929" y="390746"/>
                  <a:pt x="8029133" y="381762"/>
                </a:cubicBezTo>
                <a:cubicBezTo>
                  <a:pt x="8028531" y="386255"/>
                  <a:pt x="8029133" y="381762"/>
                  <a:pt x="8037722" y="378988"/>
                </a:cubicBezTo>
                <a:lnTo>
                  <a:pt x="8037119" y="383480"/>
                </a:lnTo>
                <a:lnTo>
                  <a:pt x="8036517" y="387973"/>
                </a:lnTo>
                <a:lnTo>
                  <a:pt x="8035914" y="392465"/>
                </a:lnTo>
                <a:cubicBezTo>
                  <a:pt x="8035914" y="392465"/>
                  <a:pt x="8043898" y="394183"/>
                  <a:pt x="8043898" y="394183"/>
                </a:cubicBezTo>
                <a:cubicBezTo>
                  <a:pt x="8043898" y="394183"/>
                  <a:pt x="8043898" y="394183"/>
                  <a:pt x="8043296" y="398675"/>
                </a:cubicBezTo>
                <a:lnTo>
                  <a:pt x="8040396" y="404984"/>
                </a:lnTo>
                <a:lnTo>
                  <a:pt x="8033505" y="410435"/>
                </a:lnTo>
                <a:cubicBezTo>
                  <a:pt x="8033505" y="410435"/>
                  <a:pt x="8032904" y="414927"/>
                  <a:pt x="8032904" y="414927"/>
                </a:cubicBezTo>
                <a:cubicBezTo>
                  <a:pt x="8032904" y="414927"/>
                  <a:pt x="8031699" y="423911"/>
                  <a:pt x="8031699" y="423911"/>
                </a:cubicBezTo>
                <a:lnTo>
                  <a:pt x="8040396" y="404984"/>
                </a:lnTo>
                <a:lnTo>
                  <a:pt x="8042693" y="403168"/>
                </a:lnTo>
                <a:lnTo>
                  <a:pt x="8042091" y="407659"/>
                </a:lnTo>
                <a:cubicBezTo>
                  <a:pt x="8050077" y="409378"/>
                  <a:pt x="8050679" y="404885"/>
                  <a:pt x="8051281" y="400393"/>
                </a:cubicBezTo>
                <a:cubicBezTo>
                  <a:pt x="8058059" y="411094"/>
                  <a:pt x="8059265" y="402110"/>
                  <a:pt x="8059265" y="402110"/>
                </a:cubicBezTo>
                <a:cubicBezTo>
                  <a:pt x="8058663" y="406604"/>
                  <a:pt x="8057457" y="415588"/>
                  <a:pt x="8056855" y="420080"/>
                </a:cubicBezTo>
                <a:cubicBezTo>
                  <a:pt x="8056855" y="420080"/>
                  <a:pt x="8064839" y="421799"/>
                  <a:pt x="8064839" y="421799"/>
                </a:cubicBezTo>
                <a:cubicBezTo>
                  <a:pt x="8061829" y="444260"/>
                  <a:pt x="8063033" y="435276"/>
                  <a:pt x="8070416" y="441486"/>
                </a:cubicBezTo>
                <a:lnTo>
                  <a:pt x="8069815" y="445978"/>
                </a:lnTo>
                <a:cubicBezTo>
                  <a:pt x="8061829" y="444260"/>
                  <a:pt x="8061227" y="448752"/>
                  <a:pt x="8061227" y="448752"/>
                </a:cubicBezTo>
                <a:cubicBezTo>
                  <a:pt x="8058819" y="466721"/>
                  <a:pt x="8057011" y="480198"/>
                  <a:pt x="8054601" y="498168"/>
                </a:cubicBezTo>
                <a:cubicBezTo>
                  <a:pt x="8047219" y="491957"/>
                  <a:pt x="8047821" y="487464"/>
                  <a:pt x="8048424" y="482972"/>
                </a:cubicBezTo>
                <a:cubicBezTo>
                  <a:pt x="8047821" y="487464"/>
                  <a:pt x="8046617" y="496450"/>
                  <a:pt x="8046015" y="500942"/>
                </a:cubicBezTo>
                <a:cubicBezTo>
                  <a:pt x="8038031" y="499225"/>
                  <a:pt x="8039237" y="490239"/>
                  <a:pt x="8039237" y="490239"/>
                </a:cubicBezTo>
                <a:lnTo>
                  <a:pt x="8033363" y="513626"/>
                </a:lnTo>
                <a:lnTo>
                  <a:pt x="8027637" y="515474"/>
                </a:lnTo>
                <a:lnTo>
                  <a:pt x="8032628" y="516548"/>
                </a:lnTo>
                <a:lnTo>
                  <a:pt x="8021615" y="560397"/>
                </a:lnTo>
                <a:cubicBezTo>
                  <a:pt x="8021013" y="564889"/>
                  <a:pt x="8022217" y="555906"/>
                  <a:pt x="8029600" y="562115"/>
                </a:cubicBezTo>
                <a:lnTo>
                  <a:pt x="8031407" y="548640"/>
                </a:lnTo>
                <a:cubicBezTo>
                  <a:pt x="8031407" y="548640"/>
                  <a:pt x="8039389" y="550357"/>
                  <a:pt x="8038788" y="554849"/>
                </a:cubicBezTo>
                <a:cubicBezTo>
                  <a:pt x="8037584" y="563834"/>
                  <a:pt x="8037584" y="563834"/>
                  <a:pt x="8036380" y="572819"/>
                </a:cubicBezTo>
                <a:cubicBezTo>
                  <a:pt x="8036380" y="572819"/>
                  <a:pt x="8035175" y="581803"/>
                  <a:pt x="8034573" y="586296"/>
                </a:cubicBezTo>
                <a:cubicBezTo>
                  <a:pt x="8033971" y="590786"/>
                  <a:pt x="8033369" y="595280"/>
                  <a:pt x="8032765" y="599773"/>
                </a:cubicBezTo>
                <a:cubicBezTo>
                  <a:pt x="8032765" y="599773"/>
                  <a:pt x="8041353" y="596999"/>
                  <a:pt x="8040750" y="601492"/>
                </a:cubicBezTo>
                <a:cubicBezTo>
                  <a:pt x="8040750" y="601492"/>
                  <a:pt x="8041955" y="592505"/>
                  <a:pt x="8042557" y="588014"/>
                </a:cubicBezTo>
                <a:cubicBezTo>
                  <a:pt x="8049939" y="594224"/>
                  <a:pt x="8043763" y="579027"/>
                  <a:pt x="8051145" y="585240"/>
                </a:cubicBezTo>
                <a:lnTo>
                  <a:pt x="8051747" y="580747"/>
                </a:lnTo>
                <a:cubicBezTo>
                  <a:pt x="8052952" y="571762"/>
                  <a:pt x="8052350" y="576255"/>
                  <a:pt x="8053553" y="567271"/>
                </a:cubicBezTo>
                <a:cubicBezTo>
                  <a:pt x="8054156" y="562779"/>
                  <a:pt x="8054156" y="562779"/>
                  <a:pt x="8055361" y="553794"/>
                </a:cubicBezTo>
                <a:cubicBezTo>
                  <a:pt x="8053553" y="567271"/>
                  <a:pt x="8055361" y="553794"/>
                  <a:pt x="8063344" y="555511"/>
                </a:cubicBezTo>
                <a:lnTo>
                  <a:pt x="8063946" y="551019"/>
                </a:lnTo>
                <a:cubicBezTo>
                  <a:pt x="8063946" y="551019"/>
                  <a:pt x="8063946" y="551019"/>
                  <a:pt x="8064548" y="546528"/>
                </a:cubicBezTo>
                <a:cubicBezTo>
                  <a:pt x="8064548" y="546528"/>
                  <a:pt x="8064849" y="544281"/>
                  <a:pt x="8065075" y="542596"/>
                </a:cubicBezTo>
                <a:lnTo>
                  <a:pt x="8065151" y="542036"/>
                </a:lnTo>
                <a:lnTo>
                  <a:pt x="8073945" y="530061"/>
                </a:lnTo>
                <a:cubicBezTo>
                  <a:pt x="8075544" y="525784"/>
                  <a:pt x="8076147" y="521292"/>
                  <a:pt x="8076748" y="516800"/>
                </a:cubicBezTo>
                <a:cubicBezTo>
                  <a:pt x="8077351" y="512306"/>
                  <a:pt x="8078555" y="503323"/>
                  <a:pt x="8079158" y="498829"/>
                </a:cubicBezTo>
                <a:cubicBezTo>
                  <a:pt x="8079761" y="494338"/>
                  <a:pt x="8080363" y="489845"/>
                  <a:pt x="8072377" y="488127"/>
                </a:cubicBezTo>
                <a:cubicBezTo>
                  <a:pt x="8072979" y="483635"/>
                  <a:pt x="8081566" y="480861"/>
                  <a:pt x="8082168" y="476368"/>
                </a:cubicBezTo>
                <a:cubicBezTo>
                  <a:pt x="8082168" y="476368"/>
                  <a:pt x="8093765" y="451132"/>
                  <a:pt x="8091959" y="464610"/>
                </a:cubicBezTo>
                <a:cubicBezTo>
                  <a:pt x="8090755" y="473594"/>
                  <a:pt x="8091357" y="469101"/>
                  <a:pt x="8090153" y="478086"/>
                </a:cubicBezTo>
                <a:cubicBezTo>
                  <a:pt x="8087743" y="496056"/>
                  <a:pt x="8085334" y="514024"/>
                  <a:pt x="8074942" y="530275"/>
                </a:cubicBezTo>
                <a:cubicBezTo>
                  <a:pt x="8074339" y="534767"/>
                  <a:pt x="8082324" y="536485"/>
                  <a:pt x="8081721" y="540978"/>
                </a:cubicBezTo>
                <a:cubicBezTo>
                  <a:pt x="8081119" y="545471"/>
                  <a:pt x="8080517" y="549963"/>
                  <a:pt x="8080517" y="549963"/>
                </a:cubicBezTo>
                <a:cubicBezTo>
                  <a:pt x="8077505" y="572424"/>
                  <a:pt x="8068919" y="575200"/>
                  <a:pt x="8075096" y="590394"/>
                </a:cubicBezTo>
                <a:cubicBezTo>
                  <a:pt x="8075699" y="585901"/>
                  <a:pt x="8073892" y="599378"/>
                  <a:pt x="8081877" y="601097"/>
                </a:cubicBezTo>
                <a:lnTo>
                  <a:pt x="8079469" y="619065"/>
                </a:lnTo>
                <a:cubicBezTo>
                  <a:pt x="8079469" y="619065"/>
                  <a:pt x="8078865" y="623558"/>
                  <a:pt x="8078865" y="623558"/>
                </a:cubicBezTo>
                <a:lnTo>
                  <a:pt x="8078264" y="628051"/>
                </a:lnTo>
                <a:cubicBezTo>
                  <a:pt x="8078264" y="628051"/>
                  <a:pt x="8077661" y="632542"/>
                  <a:pt x="8077661" y="632542"/>
                </a:cubicBezTo>
                <a:cubicBezTo>
                  <a:pt x="8076457" y="641527"/>
                  <a:pt x="8075252" y="650512"/>
                  <a:pt x="8083235" y="652229"/>
                </a:cubicBezTo>
                <a:lnTo>
                  <a:pt x="8084440" y="643246"/>
                </a:lnTo>
                <a:cubicBezTo>
                  <a:pt x="8091221" y="653947"/>
                  <a:pt x="8099203" y="655666"/>
                  <a:pt x="8101011" y="642190"/>
                </a:cubicBezTo>
                <a:lnTo>
                  <a:pt x="8098000" y="664650"/>
                </a:lnTo>
                <a:cubicBezTo>
                  <a:pt x="8097398" y="669143"/>
                  <a:pt x="8097398" y="669143"/>
                  <a:pt x="8096795" y="673634"/>
                </a:cubicBezTo>
                <a:cubicBezTo>
                  <a:pt x="8096795" y="673634"/>
                  <a:pt x="8095591" y="682620"/>
                  <a:pt x="8095591" y="682620"/>
                </a:cubicBezTo>
                <a:cubicBezTo>
                  <a:pt x="8095591" y="682620"/>
                  <a:pt x="8094989" y="687110"/>
                  <a:pt x="8094989" y="687110"/>
                </a:cubicBezTo>
                <a:cubicBezTo>
                  <a:pt x="8094989" y="687110"/>
                  <a:pt x="8087005" y="685394"/>
                  <a:pt x="8087005" y="685394"/>
                </a:cubicBezTo>
                <a:cubicBezTo>
                  <a:pt x="8087005" y="685394"/>
                  <a:pt x="8087005" y="685394"/>
                  <a:pt x="8087607" y="680901"/>
                </a:cubicBezTo>
                <a:cubicBezTo>
                  <a:pt x="8088209" y="676410"/>
                  <a:pt x="8087607" y="680901"/>
                  <a:pt x="8088811" y="671917"/>
                </a:cubicBezTo>
                <a:cubicBezTo>
                  <a:pt x="8089414" y="667423"/>
                  <a:pt x="8089414" y="667423"/>
                  <a:pt x="8090016" y="662933"/>
                </a:cubicBezTo>
                <a:cubicBezTo>
                  <a:pt x="8090016" y="662933"/>
                  <a:pt x="8090016" y="662933"/>
                  <a:pt x="8090619" y="658441"/>
                </a:cubicBezTo>
                <a:cubicBezTo>
                  <a:pt x="8091221" y="653947"/>
                  <a:pt x="8090619" y="658441"/>
                  <a:pt x="8081428" y="665706"/>
                </a:cubicBezTo>
                <a:cubicBezTo>
                  <a:pt x="8087607" y="680901"/>
                  <a:pt x="8085801" y="694378"/>
                  <a:pt x="8076611" y="701644"/>
                </a:cubicBezTo>
                <a:cubicBezTo>
                  <a:pt x="8074803" y="715121"/>
                  <a:pt x="8073601" y="724106"/>
                  <a:pt x="8071794" y="737584"/>
                </a:cubicBezTo>
                <a:cubicBezTo>
                  <a:pt x="8069385" y="755552"/>
                  <a:pt x="8066373" y="778014"/>
                  <a:pt x="8064566" y="791492"/>
                </a:cubicBezTo>
                <a:cubicBezTo>
                  <a:pt x="8063964" y="795983"/>
                  <a:pt x="8062759" y="804968"/>
                  <a:pt x="8062158" y="809459"/>
                </a:cubicBezTo>
                <a:cubicBezTo>
                  <a:pt x="8061555" y="813952"/>
                  <a:pt x="8061555" y="813952"/>
                  <a:pt x="8053572" y="812234"/>
                </a:cubicBezTo>
                <a:cubicBezTo>
                  <a:pt x="8053572" y="812234"/>
                  <a:pt x="8052970" y="816726"/>
                  <a:pt x="8052970" y="816726"/>
                </a:cubicBezTo>
                <a:cubicBezTo>
                  <a:pt x="8060351" y="822937"/>
                  <a:pt x="8058543" y="836414"/>
                  <a:pt x="8057941" y="840907"/>
                </a:cubicBezTo>
                <a:cubicBezTo>
                  <a:pt x="8057941" y="840907"/>
                  <a:pt x="8057941" y="840907"/>
                  <a:pt x="8057339" y="845398"/>
                </a:cubicBezTo>
                <a:cubicBezTo>
                  <a:pt x="8056737" y="849891"/>
                  <a:pt x="8055533" y="858874"/>
                  <a:pt x="8054931" y="863368"/>
                </a:cubicBezTo>
                <a:cubicBezTo>
                  <a:pt x="8054328" y="867860"/>
                  <a:pt x="8054328" y="867860"/>
                  <a:pt x="8053726" y="872350"/>
                </a:cubicBezTo>
                <a:cubicBezTo>
                  <a:pt x="8054178" y="868982"/>
                  <a:pt x="8059121" y="866580"/>
                  <a:pt x="8061312" y="867484"/>
                </a:cubicBezTo>
                <a:lnTo>
                  <a:pt x="8062313" y="869578"/>
                </a:lnTo>
                <a:lnTo>
                  <a:pt x="8062163" y="870700"/>
                </a:lnTo>
                <a:cubicBezTo>
                  <a:pt x="8061862" y="872946"/>
                  <a:pt x="8061411" y="876316"/>
                  <a:pt x="8061109" y="878562"/>
                </a:cubicBezTo>
                <a:cubicBezTo>
                  <a:pt x="8059905" y="887546"/>
                  <a:pt x="8052522" y="881336"/>
                  <a:pt x="8051920" y="885829"/>
                </a:cubicBezTo>
                <a:lnTo>
                  <a:pt x="8050113" y="899306"/>
                </a:lnTo>
                <a:lnTo>
                  <a:pt x="8046499" y="926259"/>
                </a:lnTo>
                <a:cubicBezTo>
                  <a:pt x="8046499" y="926259"/>
                  <a:pt x="8047704" y="917275"/>
                  <a:pt x="8055689" y="918993"/>
                </a:cubicBezTo>
                <a:cubicBezTo>
                  <a:pt x="8053883" y="932470"/>
                  <a:pt x="8052678" y="941454"/>
                  <a:pt x="8051474" y="950439"/>
                </a:cubicBezTo>
                <a:cubicBezTo>
                  <a:pt x="8060059" y="947663"/>
                  <a:pt x="8061263" y="938679"/>
                  <a:pt x="8061865" y="934188"/>
                </a:cubicBezTo>
                <a:lnTo>
                  <a:pt x="8058854" y="956650"/>
                </a:lnTo>
                <a:cubicBezTo>
                  <a:pt x="8056445" y="974618"/>
                  <a:pt x="8054639" y="988095"/>
                  <a:pt x="8052231" y="1006065"/>
                </a:cubicBezTo>
                <a:cubicBezTo>
                  <a:pt x="8051627" y="1010557"/>
                  <a:pt x="8051025" y="1015049"/>
                  <a:pt x="8050423" y="1019541"/>
                </a:cubicBezTo>
                <a:cubicBezTo>
                  <a:pt x="8049821" y="1024033"/>
                  <a:pt x="8049821" y="1024033"/>
                  <a:pt x="8049821" y="1024033"/>
                </a:cubicBezTo>
                <a:cubicBezTo>
                  <a:pt x="8049219" y="1028526"/>
                  <a:pt x="8049219" y="1028526"/>
                  <a:pt x="8048616" y="1033019"/>
                </a:cubicBezTo>
                <a:lnTo>
                  <a:pt x="8048015" y="1037511"/>
                </a:lnTo>
                <a:lnTo>
                  <a:pt x="8047412" y="1042003"/>
                </a:lnTo>
                <a:lnTo>
                  <a:pt x="8046810" y="1046497"/>
                </a:lnTo>
                <a:cubicBezTo>
                  <a:pt x="8046208" y="1050989"/>
                  <a:pt x="8046208" y="1050989"/>
                  <a:pt x="8045606" y="1055480"/>
                </a:cubicBezTo>
                <a:cubicBezTo>
                  <a:pt x="8043196" y="1073448"/>
                  <a:pt x="8041390" y="1086926"/>
                  <a:pt x="8038981" y="1104894"/>
                </a:cubicBezTo>
                <a:cubicBezTo>
                  <a:pt x="8038981" y="1104894"/>
                  <a:pt x="8037777" y="1113879"/>
                  <a:pt x="8029793" y="1112161"/>
                </a:cubicBezTo>
                <a:cubicBezTo>
                  <a:pt x="8030395" y="1107668"/>
                  <a:pt x="8031599" y="1098685"/>
                  <a:pt x="8031599" y="1098685"/>
                </a:cubicBezTo>
                <a:cubicBezTo>
                  <a:pt x="8032201" y="1094191"/>
                  <a:pt x="8032201" y="1094191"/>
                  <a:pt x="8032201" y="1094191"/>
                </a:cubicBezTo>
                <a:cubicBezTo>
                  <a:pt x="8032201" y="1094191"/>
                  <a:pt x="8032803" y="1089701"/>
                  <a:pt x="8025421" y="1083489"/>
                </a:cubicBezTo>
                <a:cubicBezTo>
                  <a:pt x="8024819" y="1087982"/>
                  <a:pt x="8023615" y="1096967"/>
                  <a:pt x="8015029" y="1099741"/>
                </a:cubicBezTo>
                <a:cubicBezTo>
                  <a:pt x="8014427" y="1104233"/>
                  <a:pt x="8014427" y="1104233"/>
                  <a:pt x="8013223" y="1113217"/>
                </a:cubicBezTo>
                <a:cubicBezTo>
                  <a:pt x="8012620" y="1117710"/>
                  <a:pt x="8013223" y="1113217"/>
                  <a:pt x="8012620" y="1117710"/>
                </a:cubicBezTo>
                <a:cubicBezTo>
                  <a:pt x="8012620" y="1117710"/>
                  <a:pt x="8011416" y="1126695"/>
                  <a:pt x="8010813" y="1131186"/>
                </a:cubicBezTo>
                <a:cubicBezTo>
                  <a:pt x="8018797" y="1132904"/>
                  <a:pt x="8018193" y="1137397"/>
                  <a:pt x="8018193" y="1137397"/>
                </a:cubicBezTo>
                <a:cubicBezTo>
                  <a:pt x="8018193" y="1137397"/>
                  <a:pt x="8018797" y="1132904"/>
                  <a:pt x="8018797" y="1132904"/>
                </a:cubicBezTo>
                <a:cubicBezTo>
                  <a:pt x="8018797" y="1132904"/>
                  <a:pt x="8019399" y="1128413"/>
                  <a:pt x="8019399" y="1128413"/>
                </a:cubicBezTo>
                <a:cubicBezTo>
                  <a:pt x="8020001" y="1123920"/>
                  <a:pt x="8020001" y="1123920"/>
                  <a:pt x="8020603" y="1119428"/>
                </a:cubicBezTo>
                <a:lnTo>
                  <a:pt x="8021206" y="1114936"/>
                </a:lnTo>
                <a:cubicBezTo>
                  <a:pt x="8020001" y="1123920"/>
                  <a:pt x="8026179" y="1139115"/>
                  <a:pt x="8024373" y="1152593"/>
                </a:cubicBezTo>
                <a:cubicBezTo>
                  <a:pt x="8016389" y="1150873"/>
                  <a:pt x="8016989" y="1146382"/>
                  <a:pt x="8016989" y="1146382"/>
                </a:cubicBezTo>
                <a:lnTo>
                  <a:pt x="8008675" y="1159382"/>
                </a:lnTo>
                <a:lnTo>
                  <a:pt x="8008123" y="1158918"/>
                </a:lnTo>
                <a:lnTo>
                  <a:pt x="8011173" y="1151485"/>
                </a:lnTo>
                <a:cubicBezTo>
                  <a:pt x="8012697" y="1147768"/>
                  <a:pt x="8013299" y="1143276"/>
                  <a:pt x="8010211" y="1135679"/>
                </a:cubicBezTo>
                <a:lnTo>
                  <a:pt x="8009007" y="1144664"/>
                </a:lnTo>
                <a:cubicBezTo>
                  <a:pt x="8001021" y="1142946"/>
                  <a:pt x="8007803" y="1153649"/>
                  <a:pt x="7999817" y="1151931"/>
                </a:cubicBezTo>
                <a:cubicBezTo>
                  <a:pt x="7999817" y="1151931"/>
                  <a:pt x="7999817" y="1151931"/>
                  <a:pt x="7999215" y="1156422"/>
                </a:cubicBezTo>
                <a:cubicBezTo>
                  <a:pt x="7999215" y="1156422"/>
                  <a:pt x="8007201" y="1158141"/>
                  <a:pt x="8007201" y="1158141"/>
                </a:cubicBezTo>
                <a:lnTo>
                  <a:pt x="8008123" y="1158918"/>
                </a:lnTo>
                <a:lnTo>
                  <a:pt x="8006599" y="1162633"/>
                </a:lnTo>
                <a:lnTo>
                  <a:pt x="8008675" y="1159382"/>
                </a:lnTo>
                <a:lnTo>
                  <a:pt x="8014581" y="1164350"/>
                </a:lnTo>
                <a:cubicBezTo>
                  <a:pt x="8012173" y="1182320"/>
                  <a:pt x="8009161" y="1204781"/>
                  <a:pt x="8006150" y="1227243"/>
                </a:cubicBezTo>
                <a:cubicBezTo>
                  <a:pt x="8005548" y="1231736"/>
                  <a:pt x="8004945" y="1236228"/>
                  <a:pt x="8004343" y="1240720"/>
                </a:cubicBezTo>
                <a:cubicBezTo>
                  <a:pt x="8003741" y="1245212"/>
                  <a:pt x="8009919" y="1260408"/>
                  <a:pt x="8000729" y="1267674"/>
                </a:cubicBezTo>
                <a:lnTo>
                  <a:pt x="8003741" y="1245212"/>
                </a:lnTo>
                <a:cubicBezTo>
                  <a:pt x="8004343" y="1240720"/>
                  <a:pt x="7996962" y="1234509"/>
                  <a:pt x="7998167" y="1225525"/>
                </a:cubicBezTo>
                <a:cubicBezTo>
                  <a:pt x="7996359" y="1239002"/>
                  <a:pt x="8002537" y="1254196"/>
                  <a:pt x="7992747" y="1265956"/>
                </a:cubicBezTo>
                <a:cubicBezTo>
                  <a:pt x="7992143" y="1270448"/>
                  <a:pt x="7990939" y="1279433"/>
                  <a:pt x="7990337" y="1283925"/>
                </a:cubicBezTo>
                <a:cubicBezTo>
                  <a:pt x="7997117" y="1294628"/>
                  <a:pt x="7998923" y="1281152"/>
                  <a:pt x="7997719" y="1290136"/>
                </a:cubicBezTo>
                <a:cubicBezTo>
                  <a:pt x="8005704" y="1291853"/>
                  <a:pt x="8005704" y="1291853"/>
                  <a:pt x="8006306" y="1287362"/>
                </a:cubicBezTo>
                <a:cubicBezTo>
                  <a:pt x="8004500" y="1300838"/>
                  <a:pt x="7995311" y="1308104"/>
                  <a:pt x="8002091" y="1318808"/>
                </a:cubicBezTo>
                <a:cubicBezTo>
                  <a:pt x="8002091" y="1318808"/>
                  <a:pt x="8002091" y="1318808"/>
                  <a:pt x="7994105" y="1317089"/>
                </a:cubicBezTo>
                <a:cubicBezTo>
                  <a:pt x="8001487" y="1323300"/>
                  <a:pt x="8001487" y="1323300"/>
                  <a:pt x="8000885" y="1327792"/>
                </a:cubicBezTo>
                <a:cubicBezTo>
                  <a:pt x="8000885" y="1327792"/>
                  <a:pt x="8000885" y="1327792"/>
                  <a:pt x="8000283" y="1332284"/>
                </a:cubicBezTo>
                <a:lnTo>
                  <a:pt x="7998532" y="1345353"/>
                </a:lnTo>
                <a:lnTo>
                  <a:pt x="7998543" y="1345269"/>
                </a:lnTo>
                <a:lnTo>
                  <a:pt x="7998503" y="1345569"/>
                </a:lnTo>
                <a:lnTo>
                  <a:pt x="7998489" y="1345670"/>
                </a:lnTo>
                <a:lnTo>
                  <a:pt x="7998487" y="1345685"/>
                </a:lnTo>
                <a:lnTo>
                  <a:pt x="7998486" y="1345693"/>
                </a:lnTo>
                <a:lnTo>
                  <a:pt x="7998485" y="1345702"/>
                </a:lnTo>
                <a:lnTo>
                  <a:pt x="7998483" y="1345713"/>
                </a:lnTo>
                <a:lnTo>
                  <a:pt x="7998481" y="1345733"/>
                </a:lnTo>
                <a:lnTo>
                  <a:pt x="7998481" y="1345731"/>
                </a:lnTo>
                <a:lnTo>
                  <a:pt x="7998481" y="1345734"/>
                </a:lnTo>
                <a:lnTo>
                  <a:pt x="7998479" y="1345741"/>
                </a:lnTo>
                <a:lnTo>
                  <a:pt x="7998481" y="1345735"/>
                </a:lnTo>
                <a:lnTo>
                  <a:pt x="7998479" y="1345742"/>
                </a:lnTo>
                <a:lnTo>
                  <a:pt x="7998479" y="1345743"/>
                </a:lnTo>
                <a:lnTo>
                  <a:pt x="7998478" y="1345752"/>
                </a:lnTo>
                <a:lnTo>
                  <a:pt x="7998101" y="1348568"/>
                </a:lnTo>
                <a:cubicBezTo>
                  <a:pt x="7997725" y="1351376"/>
                  <a:pt x="7997273" y="1354745"/>
                  <a:pt x="7997273" y="1354745"/>
                </a:cubicBezTo>
                <a:cubicBezTo>
                  <a:pt x="7988685" y="1357519"/>
                  <a:pt x="7989287" y="1353027"/>
                  <a:pt x="7989889" y="1348534"/>
                </a:cubicBezTo>
                <a:cubicBezTo>
                  <a:pt x="7989287" y="1353027"/>
                  <a:pt x="7988083" y="1362011"/>
                  <a:pt x="7979498" y="1364787"/>
                </a:cubicBezTo>
                <a:lnTo>
                  <a:pt x="7980100" y="1360293"/>
                </a:lnTo>
                <a:cubicBezTo>
                  <a:pt x="7979498" y="1364787"/>
                  <a:pt x="7971513" y="1363068"/>
                  <a:pt x="7970910" y="1367560"/>
                </a:cubicBezTo>
                <a:cubicBezTo>
                  <a:pt x="7973999" y="1375158"/>
                  <a:pt x="7973247" y="1380772"/>
                  <a:pt x="7971495" y="1386173"/>
                </a:cubicBezTo>
                <a:lnTo>
                  <a:pt x="7969225" y="1393452"/>
                </a:lnTo>
                <a:lnTo>
                  <a:pt x="7970211" y="1393562"/>
                </a:lnTo>
                <a:cubicBezTo>
                  <a:pt x="7973507" y="1391961"/>
                  <a:pt x="7975953" y="1389021"/>
                  <a:pt x="7976255" y="1386775"/>
                </a:cubicBezTo>
                <a:cubicBezTo>
                  <a:pt x="7984240" y="1388494"/>
                  <a:pt x="7984240" y="1388494"/>
                  <a:pt x="7984240" y="1388494"/>
                </a:cubicBezTo>
                <a:cubicBezTo>
                  <a:pt x="7983036" y="1397478"/>
                  <a:pt x="7975051" y="1395760"/>
                  <a:pt x="7982433" y="1401970"/>
                </a:cubicBezTo>
                <a:cubicBezTo>
                  <a:pt x="7982433" y="1401970"/>
                  <a:pt x="7984579" y="1401277"/>
                  <a:pt x="7986801" y="1400021"/>
                </a:cubicBezTo>
                <a:lnTo>
                  <a:pt x="7991478" y="1394861"/>
                </a:lnTo>
                <a:lnTo>
                  <a:pt x="7988161" y="1392070"/>
                </a:lnTo>
                <a:cubicBezTo>
                  <a:pt x="7986315" y="1390518"/>
                  <a:pt x="7984469" y="1388966"/>
                  <a:pt x="7984469" y="1388966"/>
                </a:cubicBezTo>
                <a:lnTo>
                  <a:pt x="7991975" y="1372637"/>
                </a:lnTo>
                <a:lnTo>
                  <a:pt x="7993659" y="1381701"/>
                </a:lnTo>
                <a:cubicBezTo>
                  <a:pt x="7993659" y="1381701"/>
                  <a:pt x="7993056" y="1386192"/>
                  <a:pt x="7993056" y="1386192"/>
                </a:cubicBezTo>
                <a:lnTo>
                  <a:pt x="7991947" y="1394466"/>
                </a:lnTo>
                <a:lnTo>
                  <a:pt x="7999587" y="1388907"/>
                </a:lnTo>
                <a:lnTo>
                  <a:pt x="7999874" y="1390303"/>
                </a:lnTo>
                <a:lnTo>
                  <a:pt x="8001631" y="1388141"/>
                </a:lnTo>
                <a:cubicBezTo>
                  <a:pt x="8001031" y="1392607"/>
                  <a:pt x="8000432" y="1397074"/>
                  <a:pt x="8007521" y="1398600"/>
                </a:cubicBezTo>
                <a:lnTo>
                  <a:pt x="8004541" y="1402583"/>
                </a:lnTo>
                <a:lnTo>
                  <a:pt x="8006387" y="1407124"/>
                </a:lnTo>
                <a:cubicBezTo>
                  <a:pt x="8005785" y="1411617"/>
                  <a:pt x="8002885" y="1417926"/>
                  <a:pt x="7999137" y="1422897"/>
                </a:cubicBezTo>
                <a:lnTo>
                  <a:pt x="7995899" y="1424930"/>
                </a:lnTo>
                <a:lnTo>
                  <a:pt x="7992547" y="1428696"/>
                </a:lnTo>
                <a:cubicBezTo>
                  <a:pt x="7991947" y="1433163"/>
                  <a:pt x="7991200" y="1438746"/>
                  <a:pt x="7987356" y="1440217"/>
                </a:cubicBezTo>
                <a:lnTo>
                  <a:pt x="7988809" y="1429383"/>
                </a:lnTo>
                <a:lnTo>
                  <a:pt x="7987125" y="1430440"/>
                </a:lnTo>
                <a:lnTo>
                  <a:pt x="7986433" y="1435606"/>
                </a:lnTo>
                <a:cubicBezTo>
                  <a:pt x="7986433" y="1435606"/>
                  <a:pt x="7985831" y="1440099"/>
                  <a:pt x="7985831" y="1440099"/>
                </a:cubicBezTo>
                <a:cubicBezTo>
                  <a:pt x="7985227" y="1444590"/>
                  <a:pt x="7985227" y="1444590"/>
                  <a:pt x="7985227" y="1444590"/>
                </a:cubicBezTo>
                <a:cubicBezTo>
                  <a:pt x="7984926" y="1446837"/>
                  <a:pt x="7984775" y="1447961"/>
                  <a:pt x="7983703" y="1448308"/>
                </a:cubicBezTo>
                <a:lnTo>
                  <a:pt x="7976879" y="1447397"/>
                </a:lnTo>
                <a:lnTo>
                  <a:pt x="7975809" y="1451385"/>
                </a:lnTo>
                <a:cubicBezTo>
                  <a:pt x="7974605" y="1460370"/>
                  <a:pt x="7973399" y="1469354"/>
                  <a:pt x="7981985" y="1466580"/>
                </a:cubicBezTo>
                <a:cubicBezTo>
                  <a:pt x="7981985" y="1466580"/>
                  <a:pt x="7981383" y="1471073"/>
                  <a:pt x="7981383" y="1471073"/>
                </a:cubicBezTo>
                <a:cubicBezTo>
                  <a:pt x="7990573" y="1463806"/>
                  <a:pt x="8009553" y="1444781"/>
                  <a:pt x="8019345" y="1433022"/>
                </a:cubicBezTo>
                <a:cubicBezTo>
                  <a:pt x="8018743" y="1437515"/>
                  <a:pt x="8019345" y="1433022"/>
                  <a:pt x="8026725" y="1439232"/>
                </a:cubicBezTo>
                <a:cubicBezTo>
                  <a:pt x="8027327" y="1434741"/>
                  <a:pt x="8027929" y="1430248"/>
                  <a:pt x="8029133" y="1421263"/>
                </a:cubicBezTo>
                <a:cubicBezTo>
                  <a:pt x="8028531" y="1425756"/>
                  <a:pt x="8029133" y="1421263"/>
                  <a:pt x="8037722" y="1418490"/>
                </a:cubicBezTo>
                <a:lnTo>
                  <a:pt x="8037119" y="1422982"/>
                </a:lnTo>
                <a:lnTo>
                  <a:pt x="8036517" y="1427475"/>
                </a:lnTo>
                <a:lnTo>
                  <a:pt x="8035914" y="1431967"/>
                </a:lnTo>
                <a:cubicBezTo>
                  <a:pt x="8035914" y="1431967"/>
                  <a:pt x="8043898" y="1433685"/>
                  <a:pt x="8043898" y="1433685"/>
                </a:cubicBezTo>
                <a:cubicBezTo>
                  <a:pt x="8043898" y="1433685"/>
                  <a:pt x="8043898" y="1433685"/>
                  <a:pt x="8043296" y="1438177"/>
                </a:cubicBezTo>
                <a:lnTo>
                  <a:pt x="8040395" y="1444486"/>
                </a:lnTo>
                <a:lnTo>
                  <a:pt x="8033505" y="1449937"/>
                </a:lnTo>
                <a:cubicBezTo>
                  <a:pt x="8033505" y="1449937"/>
                  <a:pt x="8032904" y="1454429"/>
                  <a:pt x="8032904" y="1454429"/>
                </a:cubicBezTo>
                <a:cubicBezTo>
                  <a:pt x="8032904" y="1454429"/>
                  <a:pt x="8031699" y="1463413"/>
                  <a:pt x="8031699" y="1463413"/>
                </a:cubicBezTo>
                <a:lnTo>
                  <a:pt x="8040395" y="1444486"/>
                </a:lnTo>
                <a:lnTo>
                  <a:pt x="8042693" y="1442670"/>
                </a:lnTo>
                <a:lnTo>
                  <a:pt x="8042091" y="1447160"/>
                </a:lnTo>
                <a:cubicBezTo>
                  <a:pt x="8050077" y="1448880"/>
                  <a:pt x="8050679" y="1444387"/>
                  <a:pt x="8051281" y="1439894"/>
                </a:cubicBezTo>
                <a:cubicBezTo>
                  <a:pt x="8058059" y="1450597"/>
                  <a:pt x="8059265" y="1441613"/>
                  <a:pt x="8059265" y="1441613"/>
                </a:cubicBezTo>
                <a:cubicBezTo>
                  <a:pt x="8058661" y="1446106"/>
                  <a:pt x="8057457" y="1455090"/>
                  <a:pt x="8056855" y="1459582"/>
                </a:cubicBezTo>
                <a:cubicBezTo>
                  <a:pt x="8056855" y="1459582"/>
                  <a:pt x="8064839" y="1461300"/>
                  <a:pt x="8064839" y="1461300"/>
                </a:cubicBezTo>
                <a:cubicBezTo>
                  <a:pt x="8061829" y="1483762"/>
                  <a:pt x="8063033" y="1474778"/>
                  <a:pt x="8070416" y="1480988"/>
                </a:cubicBezTo>
                <a:lnTo>
                  <a:pt x="8069815" y="1485480"/>
                </a:lnTo>
                <a:cubicBezTo>
                  <a:pt x="8061829" y="1483762"/>
                  <a:pt x="8061227" y="1488254"/>
                  <a:pt x="8061227" y="1488254"/>
                </a:cubicBezTo>
                <a:cubicBezTo>
                  <a:pt x="8058817" y="1506223"/>
                  <a:pt x="8057011" y="1519700"/>
                  <a:pt x="8054601" y="1537670"/>
                </a:cubicBezTo>
                <a:cubicBezTo>
                  <a:pt x="8047219" y="1531459"/>
                  <a:pt x="8047821" y="1526967"/>
                  <a:pt x="8048423" y="1522475"/>
                </a:cubicBezTo>
                <a:cubicBezTo>
                  <a:pt x="8047821" y="1526967"/>
                  <a:pt x="8046617" y="1535951"/>
                  <a:pt x="8046015" y="1540443"/>
                </a:cubicBezTo>
                <a:cubicBezTo>
                  <a:pt x="8038031" y="1538726"/>
                  <a:pt x="8039237" y="1529741"/>
                  <a:pt x="8039237" y="1529741"/>
                </a:cubicBezTo>
                <a:lnTo>
                  <a:pt x="8033363" y="1553128"/>
                </a:lnTo>
                <a:lnTo>
                  <a:pt x="8027637" y="1554976"/>
                </a:lnTo>
                <a:lnTo>
                  <a:pt x="8032628" y="1556050"/>
                </a:lnTo>
                <a:lnTo>
                  <a:pt x="8021615" y="1599899"/>
                </a:lnTo>
                <a:cubicBezTo>
                  <a:pt x="8021013" y="1604391"/>
                  <a:pt x="8022217" y="1595407"/>
                  <a:pt x="8029600" y="1601617"/>
                </a:cubicBezTo>
                <a:lnTo>
                  <a:pt x="8031407" y="1588142"/>
                </a:lnTo>
                <a:cubicBezTo>
                  <a:pt x="8031407" y="1588142"/>
                  <a:pt x="8039390" y="1589859"/>
                  <a:pt x="8038788" y="1594351"/>
                </a:cubicBezTo>
                <a:cubicBezTo>
                  <a:pt x="8037583" y="1603336"/>
                  <a:pt x="8037583" y="1603336"/>
                  <a:pt x="8036380" y="1612321"/>
                </a:cubicBezTo>
                <a:cubicBezTo>
                  <a:pt x="8036380" y="1612321"/>
                  <a:pt x="8035175" y="1621305"/>
                  <a:pt x="8034573" y="1625797"/>
                </a:cubicBezTo>
                <a:cubicBezTo>
                  <a:pt x="8033971" y="1630288"/>
                  <a:pt x="8033369" y="1634782"/>
                  <a:pt x="8032765" y="1639274"/>
                </a:cubicBezTo>
                <a:cubicBezTo>
                  <a:pt x="8032765" y="1639274"/>
                  <a:pt x="8041352" y="1636500"/>
                  <a:pt x="8040751" y="1640994"/>
                </a:cubicBezTo>
                <a:cubicBezTo>
                  <a:pt x="8040751" y="1640994"/>
                  <a:pt x="8041955" y="1632007"/>
                  <a:pt x="8042557" y="1627516"/>
                </a:cubicBezTo>
                <a:cubicBezTo>
                  <a:pt x="8049941" y="1633726"/>
                  <a:pt x="8043763" y="1618530"/>
                  <a:pt x="8051145" y="1624742"/>
                </a:cubicBezTo>
                <a:lnTo>
                  <a:pt x="8051748" y="1620248"/>
                </a:lnTo>
                <a:cubicBezTo>
                  <a:pt x="8052952" y="1611264"/>
                  <a:pt x="8052350" y="1615757"/>
                  <a:pt x="8053553" y="1606773"/>
                </a:cubicBezTo>
                <a:cubicBezTo>
                  <a:pt x="8054156" y="1602281"/>
                  <a:pt x="8054156" y="1602281"/>
                  <a:pt x="8055360" y="1593295"/>
                </a:cubicBezTo>
                <a:cubicBezTo>
                  <a:pt x="8053553" y="1606773"/>
                  <a:pt x="8055360" y="1593295"/>
                  <a:pt x="8063344" y="1595013"/>
                </a:cubicBezTo>
                <a:lnTo>
                  <a:pt x="8063946" y="1590520"/>
                </a:lnTo>
                <a:cubicBezTo>
                  <a:pt x="8063946" y="1590520"/>
                  <a:pt x="8063946" y="1590520"/>
                  <a:pt x="8064549" y="1586030"/>
                </a:cubicBezTo>
                <a:cubicBezTo>
                  <a:pt x="8064549" y="1586030"/>
                  <a:pt x="8064849" y="1583783"/>
                  <a:pt x="8065075" y="1582098"/>
                </a:cubicBezTo>
                <a:lnTo>
                  <a:pt x="8065151" y="1581538"/>
                </a:lnTo>
                <a:lnTo>
                  <a:pt x="8073945" y="1569563"/>
                </a:lnTo>
                <a:cubicBezTo>
                  <a:pt x="8075544" y="1565286"/>
                  <a:pt x="8076147" y="1560794"/>
                  <a:pt x="8076749" y="1556301"/>
                </a:cubicBezTo>
                <a:cubicBezTo>
                  <a:pt x="8077351" y="1551808"/>
                  <a:pt x="8078555" y="1542825"/>
                  <a:pt x="8079159" y="1538332"/>
                </a:cubicBezTo>
                <a:cubicBezTo>
                  <a:pt x="8079760" y="1533840"/>
                  <a:pt x="8080363" y="1529347"/>
                  <a:pt x="8072377" y="1527629"/>
                </a:cubicBezTo>
                <a:cubicBezTo>
                  <a:pt x="8072979" y="1523137"/>
                  <a:pt x="8081566" y="1520363"/>
                  <a:pt x="8082168" y="1515870"/>
                </a:cubicBezTo>
                <a:cubicBezTo>
                  <a:pt x="8082168" y="1515870"/>
                  <a:pt x="8093765" y="1490634"/>
                  <a:pt x="8091959" y="1504111"/>
                </a:cubicBezTo>
                <a:cubicBezTo>
                  <a:pt x="8090755" y="1513095"/>
                  <a:pt x="8091357" y="1508603"/>
                  <a:pt x="8090153" y="1517588"/>
                </a:cubicBezTo>
                <a:cubicBezTo>
                  <a:pt x="8087743" y="1535557"/>
                  <a:pt x="8085334" y="1553526"/>
                  <a:pt x="8074942" y="1569777"/>
                </a:cubicBezTo>
                <a:cubicBezTo>
                  <a:pt x="8074339" y="1574269"/>
                  <a:pt x="8082324" y="1575987"/>
                  <a:pt x="8081721" y="1580480"/>
                </a:cubicBezTo>
                <a:cubicBezTo>
                  <a:pt x="8081119" y="1584973"/>
                  <a:pt x="8080517" y="1589465"/>
                  <a:pt x="8080517" y="1589465"/>
                </a:cubicBezTo>
                <a:cubicBezTo>
                  <a:pt x="8077505" y="1611926"/>
                  <a:pt x="8068921" y="1614701"/>
                  <a:pt x="8075096" y="1629895"/>
                </a:cubicBezTo>
                <a:cubicBezTo>
                  <a:pt x="8075698" y="1625402"/>
                  <a:pt x="8073892" y="1638880"/>
                  <a:pt x="8081877" y="1640599"/>
                </a:cubicBezTo>
                <a:lnTo>
                  <a:pt x="8079469" y="1658567"/>
                </a:lnTo>
                <a:cubicBezTo>
                  <a:pt x="8079469" y="1658567"/>
                  <a:pt x="8078865" y="1663060"/>
                  <a:pt x="8078865" y="1663060"/>
                </a:cubicBezTo>
                <a:lnTo>
                  <a:pt x="8078264" y="1667552"/>
                </a:lnTo>
                <a:cubicBezTo>
                  <a:pt x="8078264" y="1667552"/>
                  <a:pt x="8077661" y="1672044"/>
                  <a:pt x="8077661" y="1672044"/>
                </a:cubicBezTo>
                <a:cubicBezTo>
                  <a:pt x="8076457" y="1681028"/>
                  <a:pt x="8075253" y="1690014"/>
                  <a:pt x="8083235" y="1691732"/>
                </a:cubicBezTo>
                <a:lnTo>
                  <a:pt x="8084441" y="1682747"/>
                </a:lnTo>
                <a:cubicBezTo>
                  <a:pt x="8091221" y="1693450"/>
                  <a:pt x="8099203" y="1695168"/>
                  <a:pt x="8101011" y="1681692"/>
                </a:cubicBezTo>
                <a:lnTo>
                  <a:pt x="8098000" y="1704152"/>
                </a:lnTo>
                <a:cubicBezTo>
                  <a:pt x="8097398" y="1708644"/>
                  <a:pt x="8097398" y="1708644"/>
                  <a:pt x="8096795" y="1713136"/>
                </a:cubicBezTo>
                <a:cubicBezTo>
                  <a:pt x="8096795" y="1713136"/>
                  <a:pt x="8095591" y="1722121"/>
                  <a:pt x="8095591" y="1722121"/>
                </a:cubicBezTo>
                <a:cubicBezTo>
                  <a:pt x="8095591" y="1722121"/>
                  <a:pt x="8094989" y="1726612"/>
                  <a:pt x="8094989" y="1726612"/>
                </a:cubicBezTo>
                <a:cubicBezTo>
                  <a:pt x="8094989" y="1726612"/>
                  <a:pt x="8087005" y="1724895"/>
                  <a:pt x="8087005" y="1724895"/>
                </a:cubicBezTo>
                <a:cubicBezTo>
                  <a:pt x="8087005" y="1724895"/>
                  <a:pt x="8087005" y="1724895"/>
                  <a:pt x="8087607" y="1720403"/>
                </a:cubicBezTo>
                <a:cubicBezTo>
                  <a:pt x="8088209" y="1715913"/>
                  <a:pt x="8087607" y="1720403"/>
                  <a:pt x="8088811" y="1711419"/>
                </a:cubicBezTo>
                <a:cubicBezTo>
                  <a:pt x="8089414" y="1706925"/>
                  <a:pt x="8089414" y="1706925"/>
                  <a:pt x="8090016" y="1702435"/>
                </a:cubicBezTo>
                <a:cubicBezTo>
                  <a:pt x="8090016" y="1702435"/>
                  <a:pt x="8090016" y="1702435"/>
                  <a:pt x="8090617" y="1697943"/>
                </a:cubicBezTo>
                <a:cubicBezTo>
                  <a:pt x="8091221" y="1693450"/>
                  <a:pt x="8090617" y="1697943"/>
                  <a:pt x="8081429" y="1705208"/>
                </a:cubicBezTo>
                <a:cubicBezTo>
                  <a:pt x="8087607" y="1720403"/>
                  <a:pt x="8085801" y="1733880"/>
                  <a:pt x="8076611" y="1741146"/>
                </a:cubicBezTo>
                <a:cubicBezTo>
                  <a:pt x="8074803" y="1754623"/>
                  <a:pt x="8073601" y="1763608"/>
                  <a:pt x="8071794" y="1777086"/>
                </a:cubicBezTo>
                <a:cubicBezTo>
                  <a:pt x="8069385" y="1795054"/>
                  <a:pt x="8066373" y="1817515"/>
                  <a:pt x="8064566" y="1830994"/>
                </a:cubicBezTo>
                <a:cubicBezTo>
                  <a:pt x="8063964" y="1835485"/>
                  <a:pt x="8062759" y="1844470"/>
                  <a:pt x="8062157" y="1848960"/>
                </a:cubicBezTo>
                <a:cubicBezTo>
                  <a:pt x="8061555" y="1853454"/>
                  <a:pt x="8061555" y="1853454"/>
                  <a:pt x="8053572" y="1851737"/>
                </a:cubicBezTo>
                <a:cubicBezTo>
                  <a:pt x="8053572" y="1851737"/>
                  <a:pt x="8052970" y="1856229"/>
                  <a:pt x="8052970" y="1856229"/>
                </a:cubicBezTo>
                <a:cubicBezTo>
                  <a:pt x="8060351" y="1862439"/>
                  <a:pt x="8058543" y="1875916"/>
                  <a:pt x="8057941" y="1880408"/>
                </a:cubicBezTo>
                <a:cubicBezTo>
                  <a:pt x="8057941" y="1880408"/>
                  <a:pt x="8057941" y="1880408"/>
                  <a:pt x="8057339" y="1884900"/>
                </a:cubicBezTo>
                <a:cubicBezTo>
                  <a:pt x="8056737" y="1889393"/>
                  <a:pt x="8055533" y="1898377"/>
                  <a:pt x="8054931" y="1902869"/>
                </a:cubicBezTo>
                <a:cubicBezTo>
                  <a:pt x="8054328" y="1907362"/>
                  <a:pt x="8054328" y="1907362"/>
                  <a:pt x="8053726" y="1911852"/>
                </a:cubicBezTo>
                <a:cubicBezTo>
                  <a:pt x="8054179" y="1908484"/>
                  <a:pt x="8059121" y="1906082"/>
                  <a:pt x="8061312" y="1906986"/>
                </a:cubicBezTo>
                <a:lnTo>
                  <a:pt x="8062313" y="1909080"/>
                </a:lnTo>
                <a:lnTo>
                  <a:pt x="8062163" y="1910203"/>
                </a:lnTo>
                <a:cubicBezTo>
                  <a:pt x="8061862" y="1912448"/>
                  <a:pt x="8061411" y="1915817"/>
                  <a:pt x="8061109" y="1918064"/>
                </a:cubicBezTo>
                <a:cubicBezTo>
                  <a:pt x="8059905" y="1927048"/>
                  <a:pt x="8052522" y="1920839"/>
                  <a:pt x="8051920" y="1925331"/>
                </a:cubicBezTo>
                <a:lnTo>
                  <a:pt x="8050113" y="1938808"/>
                </a:lnTo>
                <a:lnTo>
                  <a:pt x="8046499" y="1965762"/>
                </a:lnTo>
                <a:cubicBezTo>
                  <a:pt x="8046499" y="1965762"/>
                  <a:pt x="8047704" y="1956777"/>
                  <a:pt x="8055689" y="1958496"/>
                </a:cubicBezTo>
                <a:cubicBezTo>
                  <a:pt x="8053883" y="1971972"/>
                  <a:pt x="8052678" y="1980956"/>
                  <a:pt x="8051474" y="1989941"/>
                </a:cubicBezTo>
                <a:cubicBezTo>
                  <a:pt x="8060059" y="1987166"/>
                  <a:pt x="8061263" y="1978181"/>
                  <a:pt x="8061865" y="1973690"/>
                </a:cubicBezTo>
                <a:lnTo>
                  <a:pt x="8058854" y="1996152"/>
                </a:lnTo>
                <a:cubicBezTo>
                  <a:pt x="8056445" y="2014120"/>
                  <a:pt x="8054639" y="2027597"/>
                  <a:pt x="8052231" y="2045567"/>
                </a:cubicBezTo>
                <a:cubicBezTo>
                  <a:pt x="8051627" y="2050058"/>
                  <a:pt x="8051025" y="2054551"/>
                  <a:pt x="8050423" y="2059043"/>
                </a:cubicBezTo>
                <a:cubicBezTo>
                  <a:pt x="8049821" y="2063535"/>
                  <a:pt x="8049821" y="2063535"/>
                  <a:pt x="8049821" y="2063535"/>
                </a:cubicBezTo>
                <a:cubicBezTo>
                  <a:pt x="8049219" y="2068028"/>
                  <a:pt x="8049219" y="2068028"/>
                  <a:pt x="8048616" y="2072520"/>
                </a:cubicBezTo>
                <a:lnTo>
                  <a:pt x="8048015" y="2077012"/>
                </a:lnTo>
                <a:lnTo>
                  <a:pt x="8047412" y="2081505"/>
                </a:lnTo>
                <a:lnTo>
                  <a:pt x="8046810" y="2085998"/>
                </a:lnTo>
                <a:cubicBezTo>
                  <a:pt x="8046208" y="2090489"/>
                  <a:pt x="8046208" y="2090489"/>
                  <a:pt x="8045606" y="2094982"/>
                </a:cubicBezTo>
                <a:cubicBezTo>
                  <a:pt x="8043196" y="2112950"/>
                  <a:pt x="8041390" y="2126428"/>
                  <a:pt x="8038981" y="2144397"/>
                </a:cubicBezTo>
                <a:cubicBezTo>
                  <a:pt x="8038981" y="2144397"/>
                  <a:pt x="8037777" y="2153381"/>
                  <a:pt x="8029793" y="2151663"/>
                </a:cubicBezTo>
                <a:cubicBezTo>
                  <a:pt x="8030395" y="2147171"/>
                  <a:pt x="8031599" y="2138187"/>
                  <a:pt x="8031599" y="2138187"/>
                </a:cubicBezTo>
                <a:cubicBezTo>
                  <a:pt x="8032201" y="2133694"/>
                  <a:pt x="8032201" y="2133694"/>
                  <a:pt x="8032201" y="2133694"/>
                </a:cubicBezTo>
                <a:cubicBezTo>
                  <a:pt x="8032201" y="2133694"/>
                  <a:pt x="8032804" y="2129202"/>
                  <a:pt x="8025421" y="2122991"/>
                </a:cubicBezTo>
                <a:cubicBezTo>
                  <a:pt x="8024819" y="2127484"/>
                  <a:pt x="8023615" y="2136469"/>
                  <a:pt x="8015029" y="2139242"/>
                </a:cubicBezTo>
                <a:cubicBezTo>
                  <a:pt x="8014427" y="2143735"/>
                  <a:pt x="8014427" y="2143735"/>
                  <a:pt x="8013223" y="2152719"/>
                </a:cubicBezTo>
                <a:cubicBezTo>
                  <a:pt x="8012620" y="2157212"/>
                  <a:pt x="8013223" y="2152719"/>
                  <a:pt x="8012620" y="2157212"/>
                </a:cubicBezTo>
                <a:cubicBezTo>
                  <a:pt x="8012620" y="2157212"/>
                  <a:pt x="8011416" y="2166197"/>
                  <a:pt x="8010813" y="2170688"/>
                </a:cubicBezTo>
                <a:cubicBezTo>
                  <a:pt x="8018797" y="2172406"/>
                  <a:pt x="8018193" y="2176899"/>
                  <a:pt x="8018193" y="2176899"/>
                </a:cubicBezTo>
                <a:cubicBezTo>
                  <a:pt x="8018193" y="2176899"/>
                  <a:pt x="8018797" y="2172406"/>
                  <a:pt x="8018797" y="2172406"/>
                </a:cubicBezTo>
                <a:cubicBezTo>
                  <a:pt x="8018797" y="2172406"/>
                  <a:pt x="8019399" y="2167914"/>
                  <a:pt x="8019399" y="2167914"/>
                </a:cubicBezTo>
                <a:cubicBezTo>
                  <a:pt x="8020001" y="2163423"/>
                  <a:pt x="8020001" y="2163423"/>
                  <a:pt x="8020603" y="2158930"/>
                </a:cubicBezTo>
                <a:lnTo>
                  <a:pt x="8021206" y="2154438"/>
                </a:lnTo>
                <a:cubicBezTo>
                  <a:pt x="8020001" y="2163423"/>
                  <a:pt x="8026179" y="2178617"/>
                  <a:pt x="8024373" y="2192094"/>
                </a:cubicBezTo>
                <a:cubicBezTo>
                  <a:pt x="8016389" y="2190375"/>
                  <a:pt x="8016989" y="2185884"/>
                  <a:pt x="8016989" y="2185884"/>
                </a:cubicBezTo>
                <a:lnTo>
                  <a:pt x="8008675" y="2198884"/>
                </a:lnTo>
                <a:lnTo>
                  <a:pt x="8008123" y="2198420"/>
                </a:lnTo>
                <a:lnTo>
                  <a:pt x="8011172" y="2190987"/>
                </a:lnTo>
                <a:cubicBezTo>
                  <a:pt x="8012697" y="2187270"/>
                  <a:pt x="8013299" y="2182778"/>
                  <a:pt x="8010211" y="2175182"/>
                </a:cubicBezTo>
                <a:lnTo>
                  <a:pt x="8009007" y="2184165"/>
                </a:lnTo>
                <a:cubicBezTo>
                  <a:pt x="8001021" y="2182448"/>
                  <a:pt x="8007803" y="2193151"/>
                  <a:pt x="7999817" y="2191433"/>
                </a:cubicBezTo>
                <a:cubicBezTo>
                  <a:pt x="7999817" y="2191433"/>
                  <a:pt x="7999817" y="2191433"/>
                  <a:pt x="7999215" y="2195924"/>
                </a:cubicBezTo>
                <a:cubicBezTo>
                  <a:pt x="7999215" y="2195924"/>
                  <a:pt x="8007201" y="2197643"/>
                  <a:pt x="8007201" y="2197643"/>
                </a:cubicBezTo>
                <a:lnTo>
                  <a:pt x="8008123" y="2198420"/>
                </a:lnTo>
                <a:lnTo>
                  <a:pt x="8006599" y="2202135"/>
                </a:lnTo>
                <a:lnTo>
                  <a:pt x="8008675" y="2198884"/>
                </a:lnTo>
                <a:lnTo>
                  <a:pt x="8014581" y="2203852"/>
                </a:lnTo>
                <a:cubicBezTo>
                  <a:pt x="8012173" y="2221822"/>
                  <a:pt x="8009161" y="2244283"/>
                  <a:pt x="8006150" y="2266745"/>
                </a:cubicBezTo>
                <a:cubicBezTo>
                  <a:pt x="8005548" y="2271238"/>
                  <a:pt x="8004945" y="2275729"/>
                  <a:pt x="8004344" y="2280221"/>
                </a:cubicBezTo>
                <a:cubicBezTo>
                  <a:pt x="8003741" y="2284714"/>
                  <a:pt x="8009919" y="2299910"/>
                  <a:pt x="8000729" y="2307175"/>
                </a:cubicBezTo>
                <a:lnTo>
                  <a:pt x="8003741" y="2284714"/>
                </a:lnTo>
                <a:cubicBezTo>
                  <a:pt x="8004344" y="2280221"/>
                  <a:pt x="7996962" y="2274011"/>
                  <a:pt x="7998167" y="2265026"/>
                </a:cubicBezTo>
                <a:cubicBezTo>
                  <a:pt x="7996359" y="2278504"/>
                  <a:pt x="8002537" y="2293698"/>
                  <a:pt x="7992745" y="2305457"/>
                </a:cubicBezTo>
                <a:cubicBezTo>
                  <a:pt x="7992145" y="2309950"/>
                  <a:pt x="7990939" y="2318935"/>
                  <a:pt x="7990337" y="2323427"/>
                </a:cubicBezTo>
                <a:cubicBezTo>
                  <a:pt x="7997116" y="2334129"/>
                  <a:pt x="7998923" y="2320653"/>
                  <a:pt x="7997719" y="2329637"/>
                </a:cubicBezTo>
                <a:cubicBezTo>
                  <a:pt x="8005704" y="2331355"/>
                  <a:pt x="8005704" y="2331355"/>
                  <a:pt x="8006306" y="2326863"/>
                </a:cubicBezTo>
                <a:cubicBezTo>
                  <a:pt x="8004499" y="2340339"/>
                  <a:pt x="7995311" y="2347606"/>
                  <a:pt x="8002091" y="2358310"/>
                </a:cubicBezTo>
                <a:cubicBezTo>
                  <a:pt x="8002091" y="2358310"/>
                  <a:pt x="8002091" y="2358310"/>
                  <a:pt x="7994105" y="2356590"/>
                </a:cubicBezTo>
                <a:cubicBezTo>
                  <a:pt x="8001487" y="2362802"/>
                  <a:pt x="8001487" y="2362802"/>
                  <a:pt x="8000885" y="2367294"/>
                </a:cubicBezTo>
                <a:cubicBezTo>
                  <a:pt x="8000885" y="2367294"/>
                  <a:pt x="8000885" y="2367294"/>
                  <a:pt x="8000283" y="2371786"/>
                </a:cubicBezTo>
                <a:lnTo>
                  <a:pt x="7998494" y="2385139"/>
                </a:lnTo>
                <a:lnTo>
                  <a:pt x="7998543" y="2384771"/>
                </a:lnTo>
                <a:lnTo>
                  <a:pt x="7998483" y="2385217"/>
                </a:lnTo>
                <a:lnTo>
                  <a:pt x="7998477" y="2385263"/>
                </a:lnTo>
                <a:lnTo>
                  <a:pt x="7998483" y="2385222"/>
                </a:lnTo>
                <a:lnTo>
                  <a:pt x="7998101" y="2388070"/>
                </a:lnTo>
                <a:cubicBezTo>
                  <a:pt x="7997725" y="2390878"/>
                  <a:pt x="7997273" y="2394247"/>
                  <a:pt x="7997273" y="2394247"/>
                </a:cubicBezTo>
                <a:cubicBezTo>
                  <a:pt x="7988685" y="2397021"/>
                  <a:pt x="7989287" y="2392527"/>
                  <a:pt x="7989890" y="2388035"/>
                </a:cubicBezTo>
                <a:cubicBezTo>
                  <a:pt x="7989287" y="2392527"/>
                  <a:pt x="7988083" y="2401513"/>
                  <a:pt x="7979497" y="2404288"/>
                </a:cubicBezTo>
                <a:lnTo>
                  <a:pt x="7980100" y="2399795"/>
                </a:lnTo>
                <a:cubicBezTo>
                  <a:pt x="7979497" y="2404288"/>
                  <a:pt x="7971513" y="2402569"/>
                  <a:pt x="7970910" y="2407062"/>
                </a:cubicBezTo>
                <a:cubicBezTo>
                  <a:pt x="7977089" y="2422257"/>
                  <a:pt x="7967899" y="2429523"/>
                  <a:pt x="7966092" y="2443001"/>
                </a:cubicBezTo>
                <a:cubicBezTo>
                  <a:pt x="7974077" y="2444719"/>
                  <a:pt x="7974681" y="2440226"/>
                  <a:pt x="7974681" y="2440226"/>
                </a:cubicBezTo>
                <a:lnTo>
                  <a:pt x="7976485" y="2426749"/>
                </a:lnTo>
                <a:cubicBezTo>
                  <a:pt x="7974077" y="2444719"/>
                  <a:pt x="7980857" y="2455420"/>
                  <a:pt x="7971066" y="2467180"/>
                </a:cubicBezTo>
                <a:cubicBezTo>
                  <a:pt x="7971669" y="2462687"/>
                  <a:pt x="7972873" y="2453703"/>
                  <a:pt x="7963683" y="2460970"/>
                </a:cubicBezTo>
                <a:cubicBezTo>
                  <a:pt x="7963081" y="2465462"/>
                  <a:pt x="7963081" y="2465462"/>
                  <a:pt x="7961274" y="2478938"/>
                </a:cubicBezTo>
                <a:cubicBezTo>
                  <a:pt x="7961274" y="2478938"/>
                  <a:pt x="7969260" y="2480657"/>
                  <a:pt x="7968657" y="2485150"/>
                </a:cubicBezTo>
                <a:lnTo>
                  <a:pt x="7966849" y="2498626"/>
                </a:lnTo>
                <a:cubicBezTo>
                  <a:pt x="7974834" y="2500344"/>
                  <a:pt x="7974834" y="2500344"/>
                  <a:pt x="7974834" y="2500344"/>
                </a:cubicBezTo>
                <a:cubicBezTo>
                  <a:pt x="7974834" y="2500344"/>
                  <a:pt x="7974834" y="2500344"/>
                  <a:pt x="7974231" y="2504836"/>
                </a:cubicBezTo>
                <a:cubicBezTo>
                  <a:pt x="7973629" y="2509329"/>
                  <a:pt x="7973027" y="2513821"/>
                  <a:pt x="7972425" y="2518313"/>
                </a:cubicBezTo>
                <a:cubicBezTo>
                  <a:pt x="7972425" y="2518313"/>
                  <a:pt x="7971823" y="2522805"/>
                  <a:pt x="7971823" y="2522805"/>
                </a:cubicBezTo>
                <a:cubicBezTo>
                  <a:pt x="7970015" y="2536281"/>
                  <a:pt x="7960829" y="2543549"/>
                  <a:pt x="7960225" y="2548041"/>
                </a:cubicBezTo>
                <a:cubicBezTo>
                  <a:pt x="7960225" y="2548041"/>
                  <a:pt x="7960829" y="2543549"/>
                  <a:pt x="7960829" y="2543549"/>
                </a:cubicBezTo>
                <a:cubicBezTo>
                  <a:pt x="7960225" y="2548041"/>
                  <a:pt x="7951639" y="2550815"/>
                  <a:pt x="7950435" y="2559800"/>
                </a:cubicBezTo>
                <a:cubicBezTo>
                  <a:pt x="7949833" y="2564291"/>
                  <a:pt x="7949229" y="2568784"/>
                  <a:pt x="7949229" y="2568784"/>
                </a:cubicBezTo>
                <a:cubicBezTo>
                  <a:pt x="7949229" y="2568784"/>
                  <a:pt x="7949833" y="2564291"/>
                  <a:pt x="7957817" y="2566009"/>
                </a:cubicBezTo>
                <a:cubicBezTo>
                  <a:pt x="7957817" y="2566009"/>
                  <a:pt x="7957817" y="2566009"/>
                  <a:pt x="7958419" y="2561517"/>
                </a:cubicBezTo>
                <a:cubicBezTo>
                  <a:pt x="7956612" y="2574994"/>
                  <a:pt x="7956612" y="2574994"/>
                  <a:pt x="7963392" y="2585698"/>
                </a:cubicBezTo>
                <a:cubicBezTo>
                  <a:pt x="7973183" y="2573940"/>
                  <a:pt x="7976796" y="2546985"/>
                  <a:pt x="7980411" y="2520030"/>
                </a:cubicBezTo>
                <a:cubicBezTo>
                  <a:pt x="7981012" y="2515539"/>
                  <a:pt x="7981012" y="2515539"/>
                  <a:pt x="7988995" y="2517257"/>
                </a:cubicBezTo>
                <a:cubicBezTo>
                  <a:pt x="7985382" y="2544210"/>
                  <a:pt x="7983575" y="2557687"/>
                  <a:pt x="7971979" y="2582923"/>
                </a:cubicBezTo>
                <a:cubicBezTo>
                  <a:pt x="7971979" y="2582923"/>
                  <a:pt x="7971375" y="2587416"/>
                  <a:pt x="7971375" y="2587416"/>
                </a:cubicBezTo>
                <a:cubicBezTo>
                  <a:pt x="7971375" y="2587416"/>
                  <a:pt x="7970171" y="2596400"/>
                  <a:pt x="7970171" y="2596400"/>
                </a:cubicBezTo>
                <a:cubicBezTo>
                  <a:pt x="7970171" y="2596400"/>
                  <a:pt x="7968365" y="2609877"/>
                  <a:pt x="7967161" y="2618862"/>
                </a:cubicBezTo>
                <a:cubicBezTo>
                  <a:pt x="7958573" y="2621634"/>
                  <a:pt x="7958573" y="2621634"/>
                  <a:pt x="7958573" y="2621634"/>
                </a:cubicBezTo>
                <a:cubicBezTo>
                  <a:pt x="7957369" y="2630620"/>
                  <a:pt x="7957369" y="2630620"/>
                  <a:pt x="7956165" y="2639604"/>
                </a:cubicBezTo>
                <a:cubicBezTo>
                  <a:pt x="7948181" y="2637886"/>
                  <a:pt x="7946375" y="2651365"/>
                  <a:pt x="7945170" y="2660349"/>
                </a:cubicBezTo>
                <a:cubicBezTo>
                  <a:pt x="7944567" y="2664840"/>
                  <a:pt x="7943965" y="2669332"/>
                  <a:pt x="7943363" y="2673826"/>
                </a:cubicBezTo>
                <a:cubicBezTo>
                  <a:pt x="7942761" y="2678317"/>
                  <a:pt x="7942159" y="2682809"/>
                  <a:pt x="7941557" y="2687302"/>
                </a:cubicBezTo>
                <a:cubicBezTo>
                  <a:pt x="7949539" y="2689020"/>
                  <a:pt x="7950143" y="2684527"/>
                  <a:pt x="7950143" y="2684527"/>
                </a:cubicBezTo>
                <a:cubicBezTo>
                  <a:pt x="7948937" y="2693511"/>
                  <a:pt x="7939147" y="2705270"/>
                  <a:pt x="7945927" y="2715974"/>
                </a:cubicBezTo>
                <a:lnTo>
                  <a:pt x="7945323" y="2720466"/>
                </a:lnTo>
                <a:lnTo>
                  <a:pt x="7944723" y="2724958"/>
                </a:lnTo>
                <a:lnTo>
                  <a:pt x="7944120" y="2729451"/>
                </a:lnTo>
                <a:lnTo>
                  <a:pt x="7942915" y="2738436"/>
                </a:lnTo>
                <a:cubicBezTo>
                  <a:pt x="7950900" y="2740154"/>
                  <a:pt x="7952104" y="2731169"/>
                  <a:pt x="7952104" y="2731169"/>
                </a:cubicBezTo>
                <a:cubicBezTo>
                  <a:pt x="7955115" y="2708707"/>
                  <a:pt x="7958127" y="2686246"/>
                  <a:pt x="7960535" y="2668277"/>
                </a:cubicBezTo>
                <a:cubicBezTo>
                  <a:pt x="7969121" y="2665502"/>
                  <a:pt x="7960535" y="2668277"/>
                  <a:pt x="7968519" y="2669995"/>
                </a:cubicBezTo>
                <a:lnTo>
                  <a:pt x="7971530" y="2647533"/>
                </a:lnTo>
                <a:cubicBezTo>
                  <a:pt x="7971530" y="2647533"/>
                  <a:pt x="7979515" y="2649251"/>
                  <a:pt x="7979515" y="2649251"/>
                </a:cubicBezTo>
                <a:cubicBezTo>
                  <a:pt x="7983885" y="2677923"/>
                  <a:pt x="7972891" y="2698666"/>
                  <a:pt x="7970482" y="2716637"/>
                </a:cubicBezTo>
                <a:cubicBezTo>
                  <a:pt x="7971084" y="2712143"/>
                  <a:pt x="7979068" y="2713860"/>
                  <a:pt x="7979669" y="2709370"/>
                </a:cubicBezTo>
                <a:cubicBezTo>
                  <a:pt x="7979068" y="2713860"/>
                  <a:pt x="7978465" y="2718354"/>
                  <a:pt x="7977863" y="2722847"/>
                </a:cubicBezTo>
                <a:cubicBezTo>
                  <a:pt x="7975455" y="2740815"/>
                  <a:pt x="7982837" y="2747027"/>
                  <a:pt x="7980427" y="2764995"/>
                </a:cubicBezTo>
                <a:cubicBezTo>
                  <a:pt x="7979224" y="2773980"/>
                  <a:pt x="7969431" y="2785739"/>
                  <a:pt x="7967023" y="2803707"/>
                </a:cubicBezTo>
                <a:cubicBezTo>
                  <a:pt x="7975609" y="2800934"/>
                  <a:pt x="7976213" y="2796441"/>
                  <a:pt x="7975609" y="2800934"/>
                </a:cubicBezTo>
                <a:cubicBezTo>
                  <a:pt x="7973803" y="2814410"/>
                  <a:pt x="7970190" y="2841364"/>
                  <a:pt x="7968986" y="2850349"/>
                </a:cubicBezTo>
                <a:lnTo>
                  <a:pt x="7967179" y="2863826"/>
                </a:lnTo>
                <a:cubicBezTo>
                  <a:pt x="7975163" y="2865544"/>
                  <a:pt x="7975163" y="2865544"/>
                  <a:pt x="7975163" y="2865544"/>
                </a:cubicBezTo>
                <a:cubicBezTo>
                  <a:pt x="7975163" y="2865544"/>
                  <a:pt x="7974562" y="2870036"/>
                  <a:pt x="7974562" y="2870036"/>
                </a:cubicBezTo>
                <a:cubicBezTo>
                  <a:pt x="7973960" y="2874529"/>
                  <a:pt x="7973960" y="2874529"/>
                  <a:pt x="7973960" y="2874529"/>
                </a:cubicBezTo>
                <a:cubicBezTo>
                  <a:pt x="7973357" y="2879020"/>
                  <a:pt x="7973357" y="2879020"/>
                  <a:pt x="7973357" y="2879020"/>
                </a:cubicBezTo>
                <a:cubicBezTo>
                  <a:pt x="7963565" y="2890779"/>
                  <a:pt x="7959953" y="2917734"/>
                  <a:pt x="7968539" y="2914960"/>
                </a:cubicBezTo>
                <a:cubicBezTo>
                  <a:pt x="7967335" y="2923943"/>
                  <a:pt x="7967335" y="2923943"/>
                  <a:pt x="7975319" y="2925660"/>
                </a:cubicBezTo>
                <a:cubicBezTo>
                  <a:pt x="7974716" y="2930154"/>
                  <a:pt x="7966131" y="2932928"/>
                  <a:pt x="7965529" y="2937421"/>
                </a:cubicBezTo>
                <a:cubicBezTo>
                  <a:pt x="7971705" y="2952616"/>
                  <a:pt x="7968693" y="2975077"/>
                  <a:pt x="7967489" y="2984062"/>
                </a:cubicBezTo>
                <a:cubicBezTo>
                  <a:pt x="7957097" y="3000313"/>
                  <a:pt x="7963273" y="3015507"/>
                  <a:pt x="7960865" y="3033477"/>
                </a:cubicBezTo>
                <a:cubicBezTo>
                  <a:pt x="7959058" y="3046954"/>
                  <a:pt x="7957251" y="3060431"/>
                  <a:pt x="7954841" y="3078399"/>
                </a:cubicBezTo>
                <a:cubicBezTo>
                  <a:pt x="7954841" y="3078399"/>
                  <a:pt x="7954239" y="3082892"/>
                  <a:pt x="7953637" y="3087386"/>
                </a:cubicBezTo>
                <a:cubicBezTo>
                  <a:pt x="7953035" y="3091876"/>
                  <a:pt x="7952435" y="3096369"/>
                  <a:pt x="7951229" y="3105354"/>
                </a:cubicBezTo>
                <a:cubicBezTo>
                  <a:pt x="7950627" y="3109845"/>
                  <a:pt x="7950627" y="3109845"/>
                  <a:pt x="7950024" y="3114338"/>
                </a:cubicBezTo>
                <a:cubicBezTo>
                  <a:pt x="7948821" y="3123323"/>
                  <a:pt x="7947615" y="3132308"/>
                  <a:pt x="7946411" y="3141291"/>
                </a:cubicBezTo>
                <a:cubicBezTo>
                  <a:pt x="7945809" y="3145783"/>
                  <a:pt x="7945809" y="3145783"/>
                  <a:pt x="7945206" y="3150277"/>
                </a:cubicBezTo>
                <a:cubicBezTo>
                  <a:pt x="7944605" y="3154769"/>
                  <a:pt x="7944003" y="3159262"/>
                  <a:pt x="7944003" y="3159262"/>
                </a:cubicBezTo>
                <a:cubicBezTo>
                  <a:pt x="7943400" y="3163754"/>
                  <a:pt x="7944003" y="3159262"/>
                  <a:pt x="7943400" y="3163754"/>
                </a:cubicBezTo>
                <a:cubicBezTo>
                  <a:pt x="7950783" y="3169964"/>
                  <a:pt x="7941593" y="3177229"/>
                  <a:pt x="7940991" y="3181722"/>
                </a:cubicBezTo>
                <a:cubicBezTo>
                  <a:pt x="7939787" y="3190708"/>
                  <a:pt x="7947170" y="3196918"/>
                  <a:pt x="7945964" y="3205902"/>
                </a:cubicBezTo>
                <a:lnTo>
                  <a:pt x="7947170" y="3196918"/>
                </a:lnTo>
                <a:cubicBezTo>
                  <a:pt x="7954550" y="3203128"/>
                  <a:pt x="7953345" y="3212114"/>
                  <a:pt x="7952743" y="3216605"/>
                </a:cubicBezTo>
                <a:cubicBezTo>
                  <a:pt x="7952141" y="3221097"/>
                  <a:pt x="7950335" y="3234575"/>
                  <a:pt x="7949129" y="3243559"/>
                </a:cubicBezTo>
                <a:cubicBezTo>
                  <a:pt x="7948529" y="3248051"/>
                  <a:pt x="7938737" y="3259810"/>
                  <a:pt x="7937533" y="3268794"/>
                </a:cubicBezTo>
                <a:cubicBezTo>
                  <a:pt x="7936931" y="3273286"/>
                  <a:pt x="7936931" y="3273286"/>
                  <a:pt x="7936329" y="3277779"/>
                </a:cubicBezTo>
                <a:cubicBezTo>
                  <a:pt x="7934522" y="3291256"/>
                  <a:pt x="7933920" y="3295749"/>
                  <a:pt x="7932716" y="3304733"/>
                </a:cubicBezTo>
                <a:lnTo>
                  <a:pt x="7930307" y="3322703"/>
                </a:lnTo>
                <a:cubicBezTo>
                  <a:pt x="7931511" y="3313717"/>
                  <a:pt x="7924731" y="3303014"/>
                  <a:pt x="7924129" y="3307508"/>
                </a:cubicBezTo>
                <a:cubicBezTo>
                  <a:pt x="7924129" y="3307508"/>
                  <a:pt x="7924129" y="3307508"/>
                  <a:pt x="7923526" y="3312000"/>
                </a:cubicBezTo>
                <a:cubicBezTo>
                  <a:pt x="7923526" y="3312000"/>
                  <a:pt x="7922923" y="3316493"/>
                  <a:pt x="7922923" y="3316493"/>
                </a:cubicBezTo>
                <a:lnTo>
                  <a:pt x="7921117" y="3329969"/>
                </a:lnTo>
                <a:cubicBezTo>
                  <a:pt x="7921719" y="3325477"/>
                  <a:pt x="7929704" y="3327196"/>
                  <a:pt x="7930307" y="3322703"/>
                </a:cubicBezTo>
                <a:lnTo>
                  <a:pt x="7926091" y="3354149"/>
                </a:lnTo>
                <a:cubicBezTo>
                  <a:pt x="7925789" y="3356393"/>
                  <a:pt x="7925337" y="3359764"/>
                  <a:pt x="7925037" y="3362009"/>
                </a:cubicBezTo>
                <a:lnTo>
                  <a:pt x="7924887" y="3363132"/>
                </a:lnTo>
                <a:lnTo>
                  <a:pt x="7925529" y="3385152"/>
                </a:lnTo>
                <a:cubicBezTo>
                  <a:pt x="7924456" y="3404638"/>
                  <a:pt x="7919657" y="3417470"/>
                  <a:pt x="7923837" y="3432234"/>
                </a:cubicBezTo>
                <a:cubicBezTo>
                  <a:pt x="7923535" y="3434482"/>
                  <a:pt x="7923385" y="3435605"/>
                  <a:pt x="7922311" y="3435953"/>
                </a:cubicBezTo>
                <a:lnTo>
                  <a:pt x="7917262" y="3435278"/>
                </a:lnTo>
                <a:lnTo>
                  <a:pt x="7916193" y="3443264"/>
                </a:lnTo>
                <a:cubicBezTo>
                  <a:pt x="7916193" y="3443264"/>
                  <a:pt x="7915590" y="3447752"/>
                  <a:pt x="7915590" y="3447752"/>
                </a:cubicBezTo>
                <a:cubicBezTo>
                  <a:pt x="7915590" y="3447752"/>
                  <a:pt x="7913593" y="3447324"/>
                  <a:pt x="7911598" y="3446894"/>
                </a:cubicBezTo>
                <a:lnTo>
                  <a:pt x="7910437" y="3446646"/>
                </a:lnTo>
                <a:lnTo>
                  <a:pt x="7910073" y="3450650"/>
                </a:lnTo>
                <a:lnTo>
                  <a:pt x="7910282" y="3462385"/>
                </a:lnTo>
                <a:lnTo>
                  <a:pt x="7915325" y="3465247"/>
                </a:lnTo>
                <a:lnTo>
                  <a:pt x="7910335" y="3465393"/>
                </a:lnTo>
                <a:lnTo>
                  <a:pt x="7910433" y="3470948"/>
                </a:lnTo>
                <a:cubicBezTo>
                  <a:pt x="7909229" y="3479934"/>
                  <a:pt x="7909229" y="3479934"/>
                  <a:pt x="7908025" y="3488918"/>
                </a:cubicBezTo>
                <a:cubicBezTo>
                  <a:pt x="7900039" y="3487199"/>
                  <a:pt x="7900641" y="3482707"/>
                  <a:pt x="7900039" y="3487199"/>
                </a:cubicBezTo>
                <a:cubicBezTo>
                  <a:pt x="7894503" y="3482541"/>
                  <a:pt x="7898627" y="3474763"/>
                  <a:pt x="7897666" y="3470438"/>
                </a:cubicBezTo>
                <a:lnTo>
                  <a:pt x="7896289" y="3469179"/>
                </a:lnTo>
                <a:lnTo>
                  <a:pt x="7892395" y="3498226"/>
                </a:lnTo>
                <a:cubicBezTo>
                  <a:pt x="7889986" y="3516194"/>
                  <a:pt x="7886975" y="3538655"/>
                  <a:pt x="7885167" y="3552133"/>
                </a:cubicBezTo>
                <a:cubicBezTo>
                  <a:pt x="7884565" y="3556625"/>
                  <a:pt x="7883361" y="3565611"/>
                  <a:pt x="7882759" y="3570101"/>
                </a:cubicBezTo>
                <a:cubicBezTo>
                  <a:pt x="7882459" y="3572349"/>
                  <a:pt x="7882307" y="3573472"/>
                  <a:pt x="7881235" y="3573819"/>
                </a:cubicBezTo>
                <a:lnTo>
                  <a:pt x="7875638" y="3573071"/>
                </a:lnTo>
                <a:lnTo>
                  <a:pt x="7875764" y="3579023"/>
                </a:lnTo>
                <a:lnTo>
                  <a:pt x="7875375" y="3581560"/>
                </a:lnTo>
                <a:lnTo>
                  <a:pt x="7879051" y="3590102"/>
                </a:lnTo>
                <a:cubicBezTo>
                  <a:pt x="7879447" y="3594809"/>
                  <a:pt x="7878844" y="3599302"/>
                  <a:pt x="7878543" y="3601548"/>
                </a:cubicBezTo>
                <a:cubicBezTo>
                  <a:pt x="7878543" y="3601548"/>
                  <a:pt x="7878543" y="3601548"/>
                  <a:pt x="7877941" y="3606040"/>
                </a:cubicBezTo>
                <a:lnTo>
                  <a:pt x="7876264" y="3618554"/>
                </a:lnTo>
                <a:lnTo>
                  <a:pt x="7879433" y="3613861"/>
                </a:lnTo>
                <a:cubicBezTo>
                  <a:pt x="7881401" y="3607343"/>
                  <a:pt x="7878053" y="3599681"/>
                  <a:pt x="7878958" y="3592935"/>
                </a:cubicBezTo>
                <a:cubicBezTo>
                  <a:pt x="7887725" y="3585563"/>
                  <a:pt x="7888931" y="3576566"/>
                  <a:pt x="7890741" y="3563075"/>
                </a:cubicBezTo>
                <a:lnTo>
                  <a:pt x="7896454" y="3561062"/>
                </a:lnTo>
                <a:lnTo>
                  <a:pt x="7895238" y="3565778"/>
                </a:lnTo>
                <a:cubicBezTo>
                  <a:pt x="7894276" y="3569329"/>
                  <a:pt x="7893569" y="3572792"/>
                  <a:pt x="7893461" y="3576314"/>
                </a:cubicBezTo>
                <a:lnTo>
                  <a:pt x="7895285" y="3587190"/>
                </a:lnTo>
                <a:lnTo>
                  <a:pt x="7895361" y="3586627"/>
                </a:lnTo>
                <a:cubicBezTo>
                  <a:pt x="7895587" y="3584941"/>
                  <a:pt x="7895889" y="3582692"/>
                  <a:pt x="7895889" y="3582692"/>
                </a:cubicBezTo>
                <a:cubicBezTo>
                  <a:pt x="7902845" y="3588817"/>
                  <a:pt x="7902243" y="3593316"/>
                  <a:pt x="7901035" y="3602312"/>
                </a:cubicBezTo>
                <a:cubicBezTo>
                  <a:pt x="7900433" y="3606810"/>
                  <a:pt x="7900433" y="3606810"/>
                  <a:pt x="7892873" y="3605183"/>
                </a:cubicBezTo>
                <a:cubicBezTo>
                  <a:pt x="7892873" y="3605183"/>
                  <a:pt x="7893476" y="3600684"/>
                  <a:pt x="7893476" y="3600684"/>
                </a:cubicBezTo>
                <a:cubicBezTo>
                  <a:pt x="7885313" y="3603557"/>
                  <a:pt x="7882900" y="3621550"/>
                  <a:pt x="7882298" y="3626047"/>
                </a:cubicBezTo>
                <a:cubicBezTo>
                  <a:pt x="7882298" y="3626047"/>
                  <a:pt x="7882449" y="3624924"/>
                  <a:pt x="7881654" y="3623598"/>
                </a:cubicBezTo>
                <a:lnTo>
                  <a:pt x="7876027" y="3620322"/>
                </a:lnTo>
                <a:lnTo>
                  <a:pt x="7875532" y="3624011"/>
                </a:lnTo>
                <a:cubicBezTo>
                  <a:pt x="7874931" y="3628503"/>
                  <a:pt x="7874931" y="3628503"/>
                  <a:pt x="7874328" y="3632994"/>
                </a:cubicBezTo>
                <a:cubicBezTo>
                  <a:pt x="7874779" y="3629625"/>
                  <a:pt x="7879723" y="3627222"/>
                  <a:pt x="7881913" y="3628128"/>
                </a:cubicBezTo>
                <a:lnTo>
                  <a:pt x="7882915" y="3630220"/>
                </a:lnTo>
                <a:lnTo>
                  <a:pt x="7882765" y="3631343"/>
                </a:lnTo>
                <a:cubicBezTo>
                  <a:pt x="7882463" y="3633589"/>
                  <a:pt x="7882011" y="3636957"/>
                  <a:pt x="7881711" y="3639206"/>
                </a:cubicBezTo>
                <a:cubicBezTo>
                  <a:pt x="7880506" y="3648192"/>
                  <a:pt x="7873123" y="3641978"/>
                  <a:pt x="7872521" y="3646471"/>
                </a:cubicBezTo>
                <a:lnTo>
                  <a:pt x="7870714" y="3659949"/>
                </a:lnTo>
                <a:lnTo>
                  <a:pt x="7867101" y="3686902"/>
                </a:lnTo>
                <a:cubicBezTo>
                  <a:pt x="7867101" y="3686902"/>
                  <a:pt x="7867402" y="3684657"/>
                  <a:pt x="7868701" y="3682624"/>
                </a:cubicBezTo>
                <a:lnTo>
                  <a:pt x="7873015" y="3680928"/>
                </a:lnTo>
                <a:lnTo>
                  <a:pt x="7875140" y="3674459"/>
                </a:lnTo>
                <a:lnTo>
                  <a:pt x="7873727" y="3668108"/>
                </a:lnTo>
                <a:cubicBezTo>
                  <a:pt x="7872108" y="3664871"/>
                  <a:pt x="7870413" y="3662195"/>
                  <a:pt x="7870714" y="3659949"/>
                </a:cubicBezTo>
                <a:cubicBezTo>
                  <a:pt x="7870111" y="3664440"/>
                  <a:pt x="7870714" y="3659949"/>
                  <a:pt x="7878699" y="3661667"/>
                </a:cubicBezTo>
                <a:cubicBezTo>
                  <a:pt x="7878097" y="3666159"/>
                  <a:pt x="7877495" y="3670650"/>
                  <a:pt x="7876893" y="3675143"/>
                </a:cubicBezTo>
                <a:cubicBezTo>
                  <a:pt x="7876893" y="3675143"/>
                  <a:pt x="7876893" y="3675143"/>
                  <a:pt x="7876290" y="3679638"/>
                </a:cubicBezTo>
                <a:lnTo>
                  <a:pt x="7875557" y="3676335"/>
                </a:lnTo>
                <a:lnTo>
                  <a:pt x="7875061" y="3680025"/>
                </a:lnTo>
                <a:lnTo>
                  <a:pt x="7875047" y="3680125"/>
                </a:lnTo>
                <a:lnTo>
                  <a:pt x="7876290" y="3679638"/>
                </a:lnTo>
                <a:cubicBezTo>
                  <a:pt x="7874484" y="3693113"/>
                  <a:pt x="7873279" y="3702096"/>
                  <a:pt x="7872075" y="3711082"/>
                </a:cubicBezTo>
                <a:cubicBezTo>
                  <a:pt x="7880661" y="3708305"/>
                  <a:pt x="7881865" y="3699323"/>
                  <a:pt x="7882467" y="3694830"/>
                </a:cubicBezTo>
                <a:lnTo>
                  <a:pt x="7879455" y="3717292"/>
                </a:lnTo>
                <a:cubicBezTo>
                  <a:pt x="7877047" y="3735260"/>
                  <a:pt x="7875240" y="3748738"/>
                  <a:pt x="7872832" y="3766706"/>
                </a:cubicBezTo>
                <a:cubicBezTo>
                  <a:pt x="7872229" y="3771201"/>
                  <a:pt x="7871627" y="3775691"/>
                  <a:pt x="7871025" y="3780183"/>
                </a:cubicBezTo>
                <a:cubicBezTo>
                  <a:pt x="7870423" y="3784676"/>
                  <a:pt x="7870423" y="3784676"/>
                  <a:pt x="7870423" y="3784676"/>
                </a:cubicBezTo>
                <a:cubicBezTo>
                  <a:pt x="7869821" y="3789169"/>
                  <a:pt x="7869821" y="3789169"/>
                  <a:pt x="7869218" y="3793661"/>
                </a:cubicBezTo>
                <a:lnTo>
                  <a:pt x="7868616" y="3798154"/>
                </a:lnTo>
                <a:lnTo>
                  <a:pt x="7868014" y="3802645"/>
                </a:lnTo>
                <a:lnTo>
                  <a:pt x="7867411" y="3807141"/>
                </a:lnTo>
                <a:cubicBezTo>
                  <a:pt x="7866809" y="3811629"/>
                  <a:pt x="7866809" y="3811629"/>
                  <a:pt x="7866207" y="3816122"/>
                </a:cubicBezTo>
                <a:cubicBezTo>
                  <a:pt x="7863797" y="3834091"/>
                  <a:pt x="7861991" y="3847568"/>
                  <a:pt x="7859582" y="3865537"/>
                </a:cubicBezTo>
                <a:cubicBezTo>
                  <a:pt x="7859582" y="3865537"/>
                  <a:pt x="7858378" y="3874522"/>
                  <a:pt x="7850393" y="3872805"/>
                </a:cubicBezTo>
                <a:cubicBezTo>
                  <a:pt x="7850996" y="3868311"/>
                  <a:pt x="7852200" y="3859327"/>
                  <a:pt x="7852200" y="3859327"/>
                </a:cubicBezTo>
                <a:cubicBezTo>
                  <a:pt x="7852803" y="3854834"/>
                  <a:pt x="7852803" y="3854834"/>
                  <a:pt x="7852803" y="3854834"/>
                </a:cubicBezTo>
                <a:cubicBezTo>
                  <a:pt x="7852803" y="3854834"/>
                  <a:pt x="7853405" y="3850342"/>
                  <a:pt x="7846023" y="3844132"/>
                </a:cubicBezTo>
                <a:cubicBezTo>
                  <a:pt x="7845421" y="3848624"/>
                  <a:pt x="7844217" y="3857609"/>
                  <a:pt x="7835631" y="3860382"/>
                </a:cubicBezTo>
                <a:cubicBezTo>
                  <a:pt x="7835029" y="3864875"/>
                  <a:pt x="7835029" y="3864875"/>
                  <a:pt x="7833823" y="3873860"/>
                </a:cubicBezTo>
                <a:cubicBezTo>
                  <a:pt x="7833221" y="3878352"/>
                  <a:pt x="7833823" y="3873860"/>
                  <a:pt x="7833221" y="3878352"/>
                </a:cubicBezTo>
                <a:cubicBezTo>
                  <a:pt x="7833221" y="3878352"/>
                  <a:pt x="7832017" y="3887338"/>
                  <a:pt x="7831415" y="3891829"/>
                </a:cubicBezTo>
                <a:cubicBezTo>
                  <a:pt x="7839398" y="3893546"/>
                  <a:pt x="7838796" y="3898041"/>
                  <a:pt x="7838796" y="3898041"/>
                </a:cubicBezTo>
                <a:cubicBezTo>
                  <a:pt x="7838796" y="3898041"/>
                  <a:pt x="7839398" y="3893546"/>
                  <a:pt x="7839398" y="3893546"/>
                </a:cubicBezTo>
                <a:cubicBezTo>
                  <a:pt x="7839398" y="3893546"/>
                  <a:pt x="7840000" y="3889055"/>
                  <a:pt x="7840000" y="3889055"/>
                </a:cubicBezTo>
                <a:cubicBezTo>
                  <a:pt x="7840603" y="3884562"/>
                  <a:pt x="7840603" y="3884562"/>
                  <a:pt x="7841205" y="3880070"/>
                </a:cubicBezTo>
                <a:lnTo>
                  <a:pt x="7841807" y="3875578"/>
                </a:lnTo>
                <a:cubicBezTo>
                  <a:pt x="7840603" y="3884562"/>
                  <a:pt x="7846781" y="3899758"/>
                  <a:pt x="7844975" y="3913235"/>
                </a:cubicBezTo>
                <a:cubicBezTo>
                  <a:pt x="7836991" y="3911518"/>
                  <a:pt x="7837591" y="3907023"/>
                  <a:pt x="7837591" y="3907023"/>
                </a:cubicBezTo>
                <a:lnTo>
                  <a:pt x="7829277" y="3920026"/>
                </a:lnTo>
                <a:lnTo>
                  <a:pt x="7828725" y="3919561"/>
                </a:lnTo>
                <a:lnTo>
                  <a:pt x="7831773" y="3912128"/>
                </a:lnTo>
                <a:cubicBezTo>
                  <a:pt x="7833299" y="3908410"/>
                  <a:pt x="7833901" y="3903919"/>
                  <a:pt x="7830813" y="3896321"/>
                </a:cubicBezTo>
                <a:lnTo>
                  <a:pt x="7829608" y="3905305"/>
                </a:lnTo>
                <a:cubicBezTo>
                  <a:pt x="7821623" y="3903589"/>
                  <a:pt x="7828404" y="3914291"/>
                  <a:pt x="7820419" y="3912574"/>
                </a:cubicBezTo>
                <a:cubicBezTo>
                  <a:pt x="7820419" y="3912574"/>
                  <a:pt x="7820419" y="3912574"/>
                  <a:pt x="7819817" y="3917064"/>
                </a:cubicBezTo>
                <a:cubicBezTo>
                  <a:pt x="7819817" y="3917064"/>
                  <a:pt x="7827801" y="3918784"/>
                  <a:pt x="7827801" y="3918784"/>
                </a:cubicBezTo>
                <a:lnTo>
                  <a:pt x="7828725" y="3919561"/>
                </a:lnTo>
                <a:lnTo>
                  <a:pt x="7827200" y="3923275"/>
                </a:lnTo>
                <a:lnTo>
                  <a:pt x="7829277" y="3920026"/>
                </a:lnTo>
                <a:lnTo>
                  <a:pt x="7835183" y="3924994"/>
                </a:lnTo>
                <a:cubicBezTo>
                  <a:pt x="7832774" y="3942963"/>
                  <a:pt x="7829763" y="3965423"/>
                  <a:pt x="7826751" y="3987886"/>
                </a:cubicBezTo>
                <a:cubicBezTo>
                  <a:pt x="7826149" y="3992380"/>
                  <a:pt x="7825547" y="3996869"/>
                  <a:pt x="7824945" y="4001362"/>
                </a:cubicBezTo>
                <a:cubicBezTo>
                  <a:pt x="7824342" y="4005854"/>
                  <a:pt x="7830521" y="4021050"/>
                  <a:pt x="7821332" y="4028316"/>
                </a:cubicBezTo>
                <a:lnTo>
                  <a:pt x="7824342" y="4005854"/>
                </a:lnTo>
                <a:cubicBezTo>
                  <a:pt x="7824945" y="4001362"/>
                  <a:pt x="7817563" y="3995151"/>
                  <a:pt x="7818767" y="3986166"/>
                </a:cubicBezTo>
                <a:cubicBezTo>
                  <a:pt x="7816961" y="3999644"/>
                  <a:pt x="7823138" y="4014838"/>
                  <a:pt x="7813347" y="4026598"/>
                </a:cubicBezTo>
                <a:cubicBezTo>
                  <a:pt x="7812745" y="4031090"/>
                  <a:pt x="7811541" y="4040077"/>
                  <a:pt x="7810939" y="4044569"/>
                </a:cubicBezTo>
                <a:cubicBezTo>
                  <a:pt x="7817718" y="4055270"/>
                  <a:pt x="7819524" y="4041793"/>
                  <a:pt x="7818321" y="4050779"/>
                </a:cubicBezTo>
                <a:cubicBezTo>
                  <a:pt x="7826305" y="4052496"/>
                  <a:pt x="7826305" y="4052496"/>
                  <a:pt x="7826907" y="4048003"/>
                </a:cubicBezTo>
                <a:cubicBezTo>
                  <a:pt x="7825101" y="4061480"/>
                  <a:pt x="7815911" y="4068747"/>
                  <a:pt x="7822692" y="4079450"/>
                </a:cubicBezTo>
                <a:cubicBezTo>
                  <a:pt x="7822692" y="4079450"/>
                  <a:pt x="7822692" y="4079450"/>
                  <a:pt x="7814706" y="4077733"/>
                </a:cubicBezTo>
                <a:cubicBezTo>
                  <a:pt x="7822089" y="4083943"/>
                  <a:pt x="7822089" y="4083943"/>
                  <a:pt x="7821487" y="4088435"/>
                </a:cubicBezTo>
                <a:cubicBezTo>
                  <a:pt x="7821487" y="4088435"/>
                  <a:pt x="7821487" y="4088435"/>
                  <a:pt x="7820885" y="4092926"/>
                </a:cubicBezTo>
                <a:lnTo>
                  <a:pt x="7819095" y="4106279"/>
                </a:lnTo>
                <a:lnTo>
                  <a:pt x="7819078" y="4106404"/>
                </a:lnTo>
                <a:lnTo>
                  <a:pt x="7819089" y="4106330"/>
                </a:lnTo>
                <a:lnTo>
                  <a:pt x="7818702" y="4109210"/>
                </a:lnTo>
                <a:cubicBezTo>
                  <a:pt x="7818325" y="4112018"/>
                  <a:pt x="7817874" y="4115386"/>
                  <a:pt x="7817874" y="4115386"/>
                </a:cubicBezTo>
                <a:cubicBezTo>
                  <a:pt x="7809286" y="4118161"/>
                  <a:pt x="7809889" y="4113669"/>
                  <a:pt x="7810491" y="4109177"/>
                </a:cubicBezTo>
                <a:cubicBezTo>
                  <a:pt x="7810190" y="4111423"/>
                  <a:pt x="7809738" y="4114791"/>
                  <a:pt x="7808289" y="4117948"/>
                </a:cubicBezTo>
                <a:lnTo>
                  <a:pt x="7807125" y="4119011"/>
                </a:lnTo>
                <a:lnTo>
                  <a:pt x="7806539" y="4123386"/>
                </a:lnTo>
                <a:lnTo>
                  <a:pt x="7804465" y="4121440"/>
                </a:lnTo>
                <a:lnTo>
                  <a:pt x="7803136" y="4122653"/>
                </a:lnTo>
                <a:lnTo>
                  <a:pt x="7806539" y="4123386"/>
                </a:lnTo>
                <a:cubicBezTo>
                  <a:pt x="7806539" y="4123386"/>
                  <a:pt x="7806539" y="4123386"/>
                  <a:pt x="7805936" y="4127878"/>
                </a:cubicBezTo>
                <a:cubicBezTo>
                  <a:pt x="7805936" y="4127878"/>
                  <a:pt x="7805335" y="4132371"/>
                  <a:pt x="7805335" y="4132371"/>
                </a:cubicBezTo>
                <a:cubicBezTo>
                  <a:pt x="7804732" y="4136863"/>
                  <a:pt x="7804130" y="4141354"/>
                  <a:pt x="7803528" y="4145849"/>
                </a:cubicBezTo>
                <a:cubicBezTo>
                  <a:pt x="7795542" y="4144132"/>
                  <a:pt x="7796145" y="4139636"/>
                  <a:pt x="7796145" y="4139636"/>
                </a:cubicBezTo>
                <a:lnTo>
                  <a:pt x="7794941" y="4148622"/>
                </a:lnTo>
                <a:lnTo>
                  <a:pt x="7792261" y="4145907"/>
                </a:lnTo>
                <a:lnTo>
                  <a:pt x="7792097" y="4146815"/>
                </a:lnTo>
                <a:cubicBezTo>
                  <a:pt x="7790346" y="4152217"/>
                  <a:pt x="7787597" y="4157402"/>
                  <a:pt x="7786694" y="4164141"/>
                </a:cubicBezTo>
                <a:cubicBezTo>
                  <a:pt x="7794679" y="4165859"/>
                  <a:pt x="7795282" y="4161366"/>
                  <a:pt x="7795282" y="4161366"/>
                </a:cubicBezTo>
                <a:lnTo>
                  <a:pt x="7797087" y="4147889"/>
                </a:lnTo>
                <a:cubicBezTo>
                  <a:pt x="7794679" y="4165859"/>
                  <a:pt x="7801458" y="4176560"/>
                  <a:pt x="7791667" y="4188320"/>
                </a:cubicBezTo>
                <a:cubicBezTo>
                  <a:pt x="7792269" y="4183829"/>
                  <a:pt x="7793475" y="4174843"/>
                  <a:pt x="7784285" y="4182108"/>
                </a:cubicBezTo>
                <a:cubicBezTo>
                  <a:pt x="7783683" y="4186601"/>
                  <a:pt x="7783683" y="4186601"/>
                  <a:pt x="7781875" y="4200079"/>
                </a:cubicBezTo>
                <a:cubicBezTo>
                  <a:pt x="7781875" y="4200079"/>
                  <a:pt x="7789861" y="4201797"/>
                  <a:pt x="7789259" y="4206290"/>
                </a:cubicBezTo>
                <a:lnTo>
                  <a:pt x="7787451" y="4219768"/>
                </a:lnTo>
                <a:cubicBezTo>
                  <a:pt x="7795435" y="4221485"/>
                  <a:pt x="7795435" y="4221485"/>
                  <a:pt x="7795435" y="4221485"/>
                </a:cubicBezTo>
                <a:cubicBezTo>
                  <a:pt x="7795435" y="4221485"/>
                  <a:pt x="7795435" y="4221485"/>
                  <a:pt x="7794833" y="4225976"/>
                </a:cubicBezTo>
                <a:cubicBezTo>
                  <a:pt x="7794231" y="4230469"/>
                  <a:pt x="7793629" y="4234961"/>
                  <a:pt x="7793026" y="4239454"/>
                </a:cubicBezTo>
                <a:cubicBezTo>
                  <a:pt x="7793026" y="4239454"/>
                  <a:pt x="7792424" y="4243945"/>
                  <a:pt x="7792424" y="4243945"/>
                </a:cubicBezTo>
                <a:cubicBezTo>
                  <a:pt x="7790617" y="4257422"/>
                  <a:pt x="7781430" y="4264690"/>
                  <a:pt x="7780828" y="4269182"/>
                </a:cubicBezTo>
                <a:cubicBezTo>
                  <a:pt x="7780828" y="4269182"/>
                  <a:pt x="7781430" y="4264690"/>
                  <a:pt x="7781430" y="4264690"/>
                </a:cubicBezTo>
                <a:lnTo>
                  <a:pt x="7778949" y="4267903"/>
                </a:lnTo>
                <a:lnTo>
                  <a:pt x="7778679" y="4269913"/>
                </a:lnTo>
                <a:cubicBezTo>
                  <a:pt x="7778078" y="4274406"/>
                  <a:pt x="7778078" y="4274406"/>
                  <a:pt x="7777475" y="4278899"/>
                </a:cubicBezTo>
                <a:lnTo>
                  <a:pt x="7776873" y="4283391"/>
                </a:lnTo>
                <a:cubicBezTo>
                  <a:pt x="7776873" y="4283391"/>
                  <a:pt x="7777475" y="4278899"/>
                  <a:pt x="7785461" y="4280617"/>
                </a:cubicBezTo>
                <a:lnTo>
                  <a:pt x="7786665" y="4271631"/>
                </a:lnTo>
                <a:lnTo>
                  <a:pt x="7790423" y="4290723"/>
                </a:lnTo>
                <a:lnTo>
                  <a:pt x="7794819" y="4279702"/>
                </a:lnTo>
                <a:cubicBezTo>
                  <a:pt x="7797399" y="4268128"/>
                  <a:pt x="7799205" y="4254648"/>
                  <a:pt x="7801012" y="4241171"/>
                </a:cubicBezTo>
                <a:cubicBezTo>
                  <a:pt x="7801614" y="4236679"/>
                  <a:pt x="7801614" y="4236679"/>
                  <a:pt x="7809597" y="4238398"/>
                </a:cubicBezTo>
                <a:cubicBezTo>
                  <a:pt x="7805983" y="4265351"/>
                  <a:pt x="7804177" y="4278827"/>
                  <a:pt x="7792580" y="4304064"/>
                </a:cubicBezTo>
                <a:cubicBezTo>
                  <a:pt x="7792580" y="4304064"/>
                  <a:pt x="7791978" y="4308557"/>
                  <a:pt x="7791978" y="4308557"/>
                </a:cubicBezTo>
                <a:cubicBezTo>
                  <a:pt x="7791978" y="4308557"/>
                  <a:pt x="7790773" y="4317542"/>
                  <a:pt x="7790773" y="4317542"/>
                </a:cubicBezTo>
                <a:cubicBezTo>
                  <a:pt x="7790773" y="4317542"/>
                  <a:pt x="7788967" y="4331018"/>
                  <a:pt x="7787761" y="4340001"/>
                </a:cubicBezTo>
                <a:cubicBezTo>
                  <a:pt x="7779175" y="4342774"/>
                  <a:pt x="7779175" y="4342774"/>
                  <a:pt x="7779175" y="4342774"/>
                </a:cubicBezTo>
                <a:cubicBezTo>
                  <a:pt x="7777971" y="4351761"/>
                  <a:pt x="7777971" y="4351761"/>
                  <a:pt x="7776766" y="4360745"/>
                </a:cubicBezTo>
                <a:lnTo>
                  <a:pt x="7770984" y="4365318"/>
                </a:lnTo>
                <a:lnTo>
                  <a:pt x="7774017" y="4365971"/>
                </a:lnTo>
                <a:cubicBezTo>
                  <a:pt x="7772211" y="4379447"/>
                  <a:pt x="7771609" y="4383941"/>
                  <a:pt x="7770405" y="4392923"/>
                </a:cubicBezTo>
                <a:cubicBezTo>
                  <a:pt x="7770405" y="4392923"/>
                  <a:pt x="7768559" y="4391372"/>
                  <a:pt x="7766713" y="4389818"/>
                </a:cubicBezTo>
                <a:lnTo>
                  <a:pt x="7764863" y="4388263"/>
                </a:lnTo>
                <a:lnTo>
                  <a:pt x="7763965" y="4394967"/>
                </a:lnTo>
                <a:cubicBezTo>
                  <a:pt x="7763363" y="4399458"/>
                  <a:pt x="7762761" y="4403950"/>
                  <a:pt x="7762157" y="4408443"/>
                </a:cubicBezTo>
                <a:cubicBezTo>
                  <a:pt x="7770141" y="4410160"/>
                  <a:pt x="7770743" y="4405668"/>
                  <a:pt x="7770743" y="4405668"/>
                </a:cubicBezTo>
                <a:lnTo>
                  <a:pt x="7767352" y="4415692"/>
                </a:lnTo>
                <a:lnTo>
                  <a:pt x="7765586" y="4428862"/>
                </a:lnTo>
                <a:lnTo>
                  <a:pt x="7764327" y="4428012"/>
                </a:lnTo>
                <a:lnTo>
                  <a:pt x="7764157" y="4428950"/>
                </a:lnTo>
                <a:cubicBezTo>
                  <a:pt x="7764173" y="4431696"/>
                  <a:pt x="7764833" y="4434439"/>
                  <a:pt x="7766528" y="4437114"/>
                </a:cubicBezTo>
                <a:lnTo>
                  <a:pt x="7765925" y="4441606"/>
                </a:lnTo>
                <a:lnTo>
                  <a:pt x="7765324" y="4446098"/>
                </a:lnTo>
                <a:lnTo>
                  <a:pt x="7764721" y="4450593"/>
                </a:lnTo>
                <a:lnTo>
                  <a:pt x="7763516" y="4459577"/>
                </a:lnTo>
                <a:cubicBezTo>
                  <a:pt x="7771501" y="4461295"/>
                  <a:pt x="7772705" y="4452308"/>
                  <a:pt x="7772705" y="4452308"/>
                </a:cubicBezTo>
                <a:cubicBezTo>
                  <a:pt x="7775718" y="4429847"/>
                  <a:pt x="7778729" y="4407387"/>
                  <a:pt x="7781137" y="4389417"/>
                </a:cubicBezTo>
                <a:cubicBezTo>
                  <a:pt x="7789723" y="4386644"/>
                  <a:pt x="7781137" y="4389417"/>
                  <a:pt x="7789121" y="4391136"/>
                </a:cubicBezTo>
                <a:lnTo>
                  <a:pt x="7792131" y="4368673"/>
                </a:lnTo>
                <a:cubicBezTo>
                  <a:pt x="7792131" y="4368673"/>
                  <a:pt x="7800117" y="4370393"/>
                  <a:pt x="7800117" y="4370393"/>
                </a:cubicBezTo>
                <a:cubicBezTo>
                  <a:pt x="7804487" y="4399064"/>
                  <a:pt x="7793493" y="4419808"/>
                  <a:pt x="7791083" y="4437779"/>
                </a:cubicBezTo>
                <a:cubicBezTo>
                  <a:pt x="7791685" y="4433283"/>
                  <a:pt x="7799669" y="4435003"/>
                  <a:pt x="7800271" y="4430510"/>
                </a:cubicBezTo>
                <a:cubicBezTo>
                  <a:pt x="7799669" y="4435003"/>
                  <a:pt x="7799067" y="4439493"/>
                  <a:pt x="7798465" y="4443989"/>
                </a:cubicBezTo>
                <a:cubicBezTo>
                  <a:pt x="7796056" y="4461956"/>
                  <a:pt x="7803439" y="4468167"/>
                  <a:pt x="7801029" y="4486136"/>
                </a:cubicBezTo>
                <a:cubicBezTo>
                  <a:pt x="7799825" y="4495120"/>
                  <a:pt x="7790033" y="4506879"/>
                  <a:pt x="7787625" y="4524848"/>
                </a:cubicBezTo>
                <a:cubicBezTo>
                  <a:pt x="7796212" y="4522073"/>
                  <a:pt x="7796815" y="4517581"/>
                  <a:pt x="7796212" y="4522073"/>
                </a:cubicBezTo>
                <a:cubicBezTo>
                  <a:pt x="7794405" y="4535552"/>
                  <a:pt x="7790792" y="4562503"/>
                  <a:pt x="7789587" y="4571489"/>
                </a:cubicBezTo>
                <a:lnTo>
                  <a:pt x="7787779" y="4584967"/>
                </a:lnTo>
                <a:cubicBezTo>
                  <a:pt x="7795766" y="4586683"/>
                  <a:pt x="7795766" y="4586683"/>
                  <a:pt x="7795766" y="4586683"/>
                </a:cubicBezTo>
                <a:cubicBezTo>
                  <a:pt x="7795766" y="4586683"/>
                  <a:pt x="7795164" y="4591178"/>
                  <a:pt x="7795164" y="4591178"/>
                </a:cubicBezTo>
                <a:cubicBezTo>
                  <a:pt x="7794561" y="4595670"/>
                  <a:pt x="7794561" y="4595670"/>
                  <a:pt x="7794561" y="4595670"/>
                </a:cubicBezTo>
                <a:cubicBezTo>
                  <a:pt x="7793959" y="4600161"/>
                  <a:pt x="7793959" y="4600161"/>
                  <a:pt x="7793959" y="4600161"/>
                </a:cubicBezTo>
                <a:cubicBezTo>
                  <a:pt x="7784167" y="4611919"/>
                  <a:pt x="7780555" y="4638874"/>
                  <a:pt x="7789141" y="4636100"/>
                </a:cubicBezTo>
                <a:cubicBezTo>
                  <a:pt x="7787935" y="4645083"/>
                  <a:pt x="7787935" y="4645083"/>
                  <a:pt x="7795921" y="4646800"/>
                </a:cubicBezTo>
                <a:cubicBezTo>
                  <a:pt x="7795319" y="4651296"/>
                  <a:pt x="7786733" y="4654068"/>
                  <a:pt x="7786131" y="4658561"/>
                </a:cubicBezTo>
                <a:cubicBezTo>
                  <a:pt x="7792307" y="4673757"/>
                  <a:pt x="7789295" y="4696217"/>
                  <a:pt x="7788091" y="4705203"/>
                </a:cubicBezTo>
                <a:cubicBezTo>
                  <a:pt x="7777697" y="4721454"/>
                  <a:pt x="7783875" y="4736649"/>
                  <a:pt x="7781467" y="4754618"/>
                </a:cubicBezTo>
                <a:cubicBezTo>
                  <a:pt x="7779659" y="4768095"/>
                  <a:pt x="7777852" y="4781570"/>
                  <a:pt x="7775443" y="4799539"/>
                </a:cubicBezTo>
                <a:cubicBezTo>
                  <a:pt x="7775443" y="4799539"/>
                  <a:pt x="7774841" y="4804031"/>
                  <a:pt x="7774239" y="4808526"/>
                </a:cubicBezTo>
                <a:cubicBezTo>
                  <a:pt x="7773638" y="4813018"/>
                  <a:pt x="7773035" y="4817510"/>
                  <a:pt x="7771830" y="4826495"/>
                </a:cubicBezTo>
                <a:cubicBezTo>
                  <a:pt x="7771229" y="4830985"/>
                  <a:pt x="7771229" y="4830985"/>
                  <a:pt x="7770625" y="4835479"/>
                </a:cubicBezTo>
                <a:cubicBezTo>
                  <a:pt x="7769421" y="4844463"/>
                  <a:pt x="7768217" y="4853449"/>
                  <a:pt x="7767013" y="4862434"/>
                </a:cubicBezTo>
                <a:cubicBezTo>
                  <a:pt x="7766411" y="4866923"/>
                  <a:pt x="7766411" y="4866923"/>
                  <a:pt x="7765807" y="4871417"/>
                </a:cubicBezTo>
                <a:cubicBezTo>
                  <a:pt x="7765205" y="4875909"/>
                  <a:pt x="7764603" y="4880404"/>
                  <a:pt x="7764603" y="4880404"/>
                </a:cubicBezTo>
                <a:cubicBezTo>
                  <a:pt x="7764001" y="4884895"/>
                  <a:pt x="7764603" y="4880404"/>
                  <a:pt x="7764001" y="4884895"/>
                </a:cubicBezTo>
                <a:cubicBezTo>
                  <a:pt x="7771385" y="4891105"/>
                  <a:pt x="7762195" y="4898370"/>
                  <a:pt x="7761593" y="4902863"/>
                </a:cubicBezTo>
                <a:cubicBezTo>
                  <a:pt x="7760388" y="4911848"/>
                  <a:pt x="7767771" y="4918059"/>
                  <a:pt x="7766565" y="4927042"/>
                </a:cubicBezTo>
                <a:lnTo>
                  <a:pt x="7767771" y="4918059"/>
                </a:lnTo>
                <a:cubicBezTo>
                  <a:pt x="7775151" y="4924269"/>
                  <a:pt x="7773947" y="4933254"/>
                  <a:pt x="7773345" y="4937745"/>
                </a:cubicBezTo>
                <a:cubicBezTo>
                  <a:pt x="7772743" y="4942237"/>
                  <a:pt x="7770936" y="4955715"/>
                  <a:pt x="7769732" y="4964698"/>
                </a:cubicBezTo>
                <a:cubicBezTo>
                  <a:pt x="7769129" y="4969193"/>
                  <a:pt x="7759339" y="4980951"/>
                  <a:pt x="7758135" y="4989933"/>
                </a:cubicBezTo>
                <a:cubicBezTo>
                  <a:pt x="7757533" y="4994430"/>
                  <a:pt x="7757533" y="4994430"/>
                  <a:pt x="7756931" y="4998921"/>
                </a:cubicBezTo>
                <a:cubicBezTo>
                  <a:pt x="7755124" y="5012395"/>
                  <a:pt x="7754521" y="5016888"/>
                  <a:pt x="7753317" y="5025874"/>
                </a:cubicBezTo>
                <a:lnTo>
                  <a:pt x="7750908" y="5043843"/>
                </a:lnTo>
                <a:cubicBezTo>
                  <a:pt x="7752113" y="5034858"/>
                  <a:pt x="7745332" y="5024154"/>
                  <a:pt x="7744731" y="5028647"/>
                </a:cubicBezTo>
                <a:cubicBezTo>
                  <a:pt x="7744731" y="5028647"/>
                  <a:pt x="7744731" y="5028647"/>
                  <a:pt x="7744128" y="5033141"/>
                </a:cubicBezTo>
                <a:cubicBezTo>
                  <a:pt x="7744128" y="5033141"/>
                  <a:pt x="7743525" y="5037633"/>
                  <a:pt x="7743525" y="5037633"/>
                </a:cubicBezTo>
                <a:lnTo>
                  <a:pt x="7741719" y="5051109"/>
                </a:lnTo>
                <a:cubicBezTo>
                  <a:pt x="7742321" y="5046619"/>
                  <a:pt x="7750306" y="5048337"/>
                  <a:pt x="7750908" y="5043843"/>
                </a:cubicBezTo>
                <a:lnTo>
                  <a:pt x="7746693" y="5075289"/>
                </a:lnTo>
                <a:cubicBezTo>
                  <a:pt x="7746392" y="5077534"/>
                  <a:pt x="7745939" y="5080904"/>
                  <a:pt x="7745639" y="5083149"/>
                </a:cubicBezTo>
                <a:lnTo>
                  <a:pt x="7745488" y="5084273"/>
                </a:lnTo>
                <a:lnTo>
                  <a:pt x="7746129" y="5106293"/>
                </a:lnTo>
                <a:cubicBezTo>
                  <a:pt x="7745058" y="5125778"/>
                  <a:pt x="7740258" y="5138610"/>
                  <a:pt x="7744438" y="5153374"/>
                </a:cubicBezTo>
                <a:cubicBezTo>
                  <a:pt x="7743835" y="5157868"/>
                  <a:pt x="7743835" y="5157868"/>
                  <a:pt x="7735852" y="5156150"/>
                </a:cubicBezTo>
                <a:cubicBezTo>
                  <a:pt x="7726663" y="5163415"/>
                  <a:pt x="7732841" y="5178611"/>
                  <a:pt x="7731034" y="5192088"/>
                </a:cubicBezTo>
                <a:cubicBezTo>
                  <a:pt x="7729830" y="5201072"/>
                  <a:pt x="7729830" y="5201072"/>
                  <a:pt x="7728625" y="5210057"/>
                </a:cubicBezTo>
                <a:cubicBezTo>
                  <a:pt x="7720641" y="5208339"/>
                  <a:pt x="7721243" y="5203846"/>
                  <a:pt x="7720641" y="5208339"/>
                </a:cubicBezTo>
                <a:cubicBezTo>
                  <a:pt x="7713259" y="5202129"/>
                  <a:pt x="7723049" y="5190370"/>
                  <a:pt x="7715067" y="5188651"/>
                </a:cubicBezTo>
                <a:cubicBezTo>
                  <a:pt x="7715669" y="5184160"/>
                  <a:pt x="7716271" y="5179669"/>
                  <a:pt x="7716873" y="5175174"/>
                </a:cubicBezTo>
                <a:cubicBezTo>
                  <a:pt x="7716873" y="5175174"/>
                  <a:pt x="7716271" y="5179669"/>
                  <a:pt x="7724255" y="5181386"/>
                </a:cubicBezTo>
                <a:cubicBezTo>
                  <a:pt x="7726663" y="5163415"/>
                  <a:pt x="7729674" y="5140954"/>
                  <a:pt x="7732685" y="5118493"/>
                </a:cubicBezTo>
                <a:cubicBezTo>
                  <a:pt x="7733289" y="5114001"/>
                  <a:pt x="7743682" y="5097750"/>
                  <a:pt x="7737503" y="5082555"/>
                </a:cubicBezTo>
                <a:lnTo>
                  <a:pt x="7741117" y="5055602"/>
                </a:lnTo>
                <a:cubicBezTo>
                  <a:pt x="7739309" y="5069077"/>
                  <a:pt x="7730123" y="5076344"/>
                  <a:pt x="7728919" y="5085328"/>
                </a:cubicBezTo>
                <a:cubicBezTo>
                  <a:pt x="7729521" y="5080837"/>
                  <a:pt x="7730723" y="5071853"/>
                  <a:pt x="7722138" y="5074627"/>
                </a:cubicBezTo>
                <a:cubicBezTo>
                  <a:pt x="7722739" y="5070134"/>
                  <a:pt x="7722739" y="5070134"/>
                  <a:pt x="7723342" y="5065642"/>
                </a:cubicBezTo>
                <a:cubicBezTo>
                  <a:pt x="7723342" y="5065642"/>
                  <a:pt x="7722138" y="5074627"/>
                  <a:pt x="7713549" y="5077399"/>
                </a:cubicBezTo>
                <a:cubicBezTo>
                  <a:pt x="7711743" y="5090877"/>
                  <a:pt x="7709936" y="5104353"/>
                  <a:pt x="7709334" y="5108845"/>
                </a:cubicBezTo>
                <a:cubicBezTo>
                  <a:pt x="7707527" y="5122321"/>
                  <a:pt x="7712501" y="5146501"/>
                  <a:pt x="7701505" y="5167246"/>
                </a:cubicBezTo>
                <a:cubicBezTo>
                  <a:pt x="7703312" y="5153769"/>
                  <a:pt x="7705721" y="5135800"/>
                  <a:pt x="7707527" y="5122321"/>
                </a:cubicBezTo>
                <a:cubicBezTo>
                  <a:pt x="7696533" y="5143066"/>
                  <a:pt x="7694727" y="5156543"/>
                  <a:pt x="7691113" y="5183499"/>
                </a:cubicBezTo>
                <a:cubicBezTo>
                  <a:pt x="7690511" y="5187990"/>
                  <a:pt x="7690511" y="5187990"/>
                  <a:pt x="7689909" y="5192481"/>
                </a:cubicBezTo>
                <a:cubicBezTo>
                  <a:pt x="7688704" y="5201467"/>
                  <a:pt x="7686897" y="5214942"/>
                  <a:pt x="7685692" y="5223928"/>
                </a:cubicBezTo>
                <a:cubicBezTo>
                  <a:pt x="7685089" y="5228420"/>
                  <a:pt x="7685692" y="5223928"/>
                  <a:pt x="7685089" y="5228420"/>
                </a:cubicBezTo>
                <a:cubicBezTo>
                  <a:pt x="7694277" y="5221153"/>
                  <a:pt x="7691267" y="5243613"/>
                  <a:pt x="7690665" y="5248106"/>
                </a:cubicBezTo>
                <a:cubicBezTo>
                  <a:pt x="7698047" y="5254319"/>
                  <a:pt x="7698649" y="5249825"/>
                  <a:pt x="7698047" y="5254319"/>
                </a:cubicBezTo>
                <a:cubicBezTo>
                  <a:pt x="7697445" y="5258811"/>
                  <a:pt x="7697445" y="5258811"/>
                  <a:pt x="7689461" y="5257090"/>
                </a:cubicBezTo>
                <a:cubicBezTo>
                  <a:pt x="7687051" y="5275060"/>
                  <a:pt x="7692025" y="5299241"/>
                  <a:pt x="7682234" y="5310999"/>
                </a:cubicBezTo>
                <a:cubicBezTo>
                  <a:pt x="7681029" y="5319984"/>
                  <a:pt x="7679825" y="5328969"/>
                  <a:pt x="7678620" y="5337954"/>
                </a:cubicBezTo>
                <a:cubicBezTo>
                  <a:pt x="7677415" y="5346937"/>
                  <a:pt x="7675609" y="5360414"/>
                  <a:pt x="7673803" y="5373890"/>
                </a:cubicBezTo>
                <a:cubicBezTo>
                  <a:pt x="7673199" y="5378383"/>
                  <a:pt x="7671995" y="5387368"/>
                  <a:pt x="7671995" y="5387368"/>
                </a:cubicBezTo>
                <a:cubicBezTo>
                  <a:pt x="7671393" y="5391859"/>
                  <a:pt x="7670791" y="5396354"/>
                  <a:pt x="7670188" y="5400844"/>
                </a:cubicBezTo>
                <a:cubicBezTo>
                  <a:pt x="7669587" y="5405338"/>
                  <a:pt x="7668984" y="5409830"/>
                  <a:pt x="7667779" y="5418815"/>
                </a:cubicBezTo>
                <a:cubicBezTo>
                  <a:pt x="7667779" y="5418815"/>
                  <a:pt x="7658592" y="5426081"/>
                  <a:pt x="7657991" y="5430573"/>
                </a:cubicBezTo>
                <a:cubicBezTo>
                  <a:pt x="7657388" y="5435065"/>
                  <a:pt x="7665974" y="5432293"/>
                  <a:pt x="7665372" y="5436782"/>
                </a:cubicBezTo>
                <a:cubicBezTo>
                  <a:pt x="7664166" y="5445768"/>
                  <a:pt x="7664769" y="5441275"/>
                  <a:pt x="7662962" y="5454753"/>
                </a:cubicBezTo>
                <a:cubicBezTo>
                  <a:pt x="7662962" y="5454753"/>
                  <a:pt x="7654979" y="5453035"/>
                  <a:pt x="7654377" y="5457527"/>
                </a:cubicBezTo>
                <a:cubicBezTo>
                  <a:pt x="7653774" y="5462018"/>
                  <a:pt x="7662359" y="5459247"/>
                  <a:pt x="7661757" y="5463736"/>
                </a:cubicBezTo>
                <a:cubicBezTo>
                  <a:pt x="7653172" y="5466513"/>
                  <a:pt x="7651365" y="5479990"/>
                  <a:pt x="7650161" y="5488973"/>
                </a:cubicBezTo>
                <a:cubicBezTo>
                  <a:pt x="7650161" y="5488973"/>
                  <a:pt x="7649558" y="5493466"/>
                  <a:pt x="7649558" y="5493466"/>
                </a:cubicBezTo>
                <a:cubicBezTo>
                  <a:pt x="7649558" y="5493466"/>
                  <a:pt x="7648957" y="5497957"/>
                  <a:pt x="7648957" y="5497957"/>
                </a:cubicBezTo>
                <a:cubicBezTo>
                  <a:pt x="7648355" y="5502451"/>
                  <a:pt x="7648355" y="5502451"/>
                  <a:pt x="7647751" y="5506943"/>
                </a:cubicBezTo>
                <a:cubicBezTo>
                  <a:pt x="7647151" y="5511434"/>
                  <a:pt x="7645945" y="5520419"/>
                  <a:pt x="7644741" y="5529404"/>
                </a:cubicBezTo>
                <a:lnTo>
                  <a:pt x="7642488" y="5546207"/>
                </a:lnTo>
                <a:lnTo>
                  <a:pt x="7645299" y="5545299"/>
                </a:lnTo>
                <a:cubicBezTo>
                  <a:pt x="7645599" y="5543053"/>
                  <a:pt x="7645901" y="5540807"/>
                  <a:pt x="7649592" y="5543914"/>
                </a:cubicBezTo>
                <a:lnTo>
                  <a:pt x="7650194" y="5539419"/>
                </a:lnTo>
                <a:cubicBezTo>
                  <a:pt x="7651399" y="5530436"/>
                  <a:pt x="7650797" y="5534928"/>
                  <a:pt x="7652000" y="5525944"/>
                </a:cubicBezTo>
                <a:cubicBezTo>
                  <a:pt x="7652603" y="5521452"/>
                  <a:pt x="7652603" y="5521452"/>
                  <a:pt x="7653808" y="5512467"/>
                </a:cubicBezTo>
                <a:cubicBezTo>
                  <a:pt x="7652000" y="5525944"/>
                  <a:pt x="7653808" y="5512467"/>
                  <a:pt x="7661790" y="5514186"/>
                </a:cubicBezTo>
                <a:lnTo>
                  <a:pt x="7662393" y="5509691"/>
                </a:lnTo>
                <a:cubicBezTo>
                  <a:pt x="7662393" y="5509691"/>
                  <a:pt x="7662393" y="5509691"/>
                  <a:pt x="7662995" y="5505202"/>
                </a:cubicBezTo>
                <a:cubicBezTo>
                  <a:pt x="7662995" y="5505202"/>
                  <a:pt x="7663296" y="5502954"/>
                  <a:pt x="7663522" y="5501269"/>
                </a:cubicBezTo>
                <a:lnTo>
                  <a:pt x="7663597" y="5500709"/>
                </a:lnTo>
                <a:lnTo>
                  <a:pt x="7672391" y="5488734"/>
                </a:lnTo>
                <a:cubicBezTo>
                  <a:pt x="7673991" y="5484457"/>
                  <a:pt x="7674593" y="5479965"/>
                  <a:pt x="7675196" y="5475473"/>
                </a:cubicBezTo>
                <a:cubicBezTo>
                  <a:pt x="7675799" y="5470979"/>
                  <a:pt x="7677003" y="5461997"/>
                  <a:pt x="7677605" y="5457504"/>
                </a:cubicBezTo>
                <a:cubicBezTo>
                  <a:pt x="7678207" y="5453011"/>
                  <a:pt x="7678809" y="5448519"/>
                  <a:pt x="7670825" y="5446801"/>
                </a:cubicBezTo>
                <a:cubicBezTo>
                  <a:pt x="7671427" y="5442308"/>
                  <a:pt x="7680013" y="5439536"/>
                  <a:pt x="7680615" y="5435043"/>
                </a:cubicBezTo>
                <a:cubicBezTo>
                  <a:pt x="7680615" y="5435043"/>
                  <a:pt x="7683515" y="5428734"/>
                  <a:pt x="7686188" y="5424108"/>
                </a:cubicBezTo>
                <a:lnTo>
                  <a:pt x="7686741" y="5424001"/>
                </a:lnTo>
                <a:lnTo>
                  <a:pt x="7690300" y="5412158"/>
                </a:lnTo>
                <a:cubicBezTo>
                  <a:pt x="7693019" y="5406381"/>
                  <a:pt x="7695663" y="5401165"/>
                  <a:pt x="7696869" y="5392169"/>
                </a:cubicBezTo>
                <a:lnTo>
                  <a:pt x="7695663" y="5401166"/>
                </a:lnTo>
                <a:cubicBezTo>
                  <a:pt x="7693855" y="5414660"/>
                  <a:pt x="7692045" y="5428155"/>
                  <a:pt x="7690839" y="5437149"/>
                </a:cubicBezTo>
                <a:cubicBezTo>
                  <a:pt x="7690839" y="5437149"/>
                  <a:pt x="7690839" y="5437149"/>
                  <a:pt x="7689894" y="5436946"/>
                </a:cubicBezTo>
                <a:lnTo>
                  <a:pt x="7688612" y="5436670"/>
                </a:lnTo>
                <a:lnTo>
                  <a:pt x="7688599" y="5436760"/>
                </a:lnTo>
                <a:cubicBezTo>
                  <a:pt x="7686190" y="5454729"/>
                  <a:pt x="7683782" y="5472697"/>
                  <a:pt x="7673389" y="5488948"/>
                </a:cubicBezTo>
                <a:cubicBezTo>
                  <a:pt x="7672787" y="5493440"/>
                  <a:pt x="7680770" y="5495158"/>
                  <a:pt x="7680168" y="5499653"/>
                </a:cubicBezTo>
                <a:cubicBezTo>
                  <a:pt x="7679566" y="5504146"/>
                  <a:pt x="7678963" y="5508637"/>
                  <a:pt x="7678963" y="5508637"/>
                </a:cubicBezTo>
                <a:cubicBezTo>
                  <a:pt x="7675952" y="5531097"/>
                  <a:pt x="7667367" y="5533872"/>
                  <a:pt x="7673543" y="5549067"/>
                </a:cubicBezTo>
                <a:cubicBezTo>
                  <a:pt x="7674145" y="5544574"/>
                  <a:pt x="7672339" y="5558052"/>
                  <a:pt x="7680323" y="5559770"/>
                </a:cubicBezTo>
                <a:lnTo>
                  <a:pt x="7677915" y="5577738"/>
                </a:lnTo>
                <a:cubicBezTo>
                  <a:pt x="7677915" y="5577738"/>
                  <a:pt x="7677313" y="5582232"/>
                  <a:pt x="7677313" y="5582232"/>
                </a:cubicBezTo>
                <a:lnTo>
                  <a:pt x="7676711" y="5586724"/>
                </a:lnTo>
                <a:cubicBezTo>
                  <a:pt x="7676711" y="5586724"/>
                  <a:pt x="7676109" y="5591216"/>
                  <a:pt x="7676109" y="5591216"/>
                </a:cubicBezTo>
                <a:cubicBezTo>
                  <a:pt x="7674903" y="5600200"/>
                  <a:pt x="7673699" y="5609185"/>
                  <a:pt x="7681683" y="5610903"/>
                </a:cubicBezTo>
                <a:lnTo>
                  <a:pt x="7682887" y="5601919"/>
                </a:lnTo>
                <a:cubicBezTo>
                  <a:pt x="7689667" y="5612622"/>
                  <a:pt x="7697651" y="5614339"/>
                  <a:pt x="7699459" y="5600862"/>
                </a:cubicBezTo>
                <a:lnTo>
                  <a:pt x="7696447" y="5623323"/>
                </a:lnTo>
                <a:cubicBezTo>
                  <a:pt x="7695845" y="5627815"/>
                  <a:pt x="7695845" y="5627815"/>
                  <a:pt x="7695243" y="5632307"/>
                </a:cubicBezTo>
                <a:lnTo>
                  <a:pt x="7694436" y="5638320"/>
                </a:lnTo>
                <a:lnTo>
                  <a:pt x="7696326" y="5637478"/>
                </a:lnTo>
                <a:cubicBezTo>
                  <a:pt x="7698549" y="5636223"/>
                  <a:pt x="7700846" y="5634406"/>
                  <a:pt x="7701146" y="5632160"/>
                </a:cubicBezTo>
                <a:cubicBezTo>
                  <a:pt x="7709733" y="5629385"/>
                  <a:pt x="7710937" y="5620400"/>
                  <a:pt x="7709733" y="5629385"/>
                </a:cubicBezTo>
                <a:cubicBezTo>
                  <a:pt x="7709131" y="5633878"/>
                  <a:pt x="7708529" y="5638371"/>
                  <a:pt x="7707927" y="5642863"/>
                </a:cubicBezTo>
                <a:cubicBezTo>
                  <a:pt x="7707927" y="5642863"/>
                  <a:pt x="7718321" y="5626613"/>
                  <a:pt x="7715912" y="5644580"/>
                </a:cubicBezTo>
                <a:cubicBezTo>
                  <a:pt x="7714707" y="5653566"/>
                  <a:pt x="7704313" y="5669817"/>
                  <a:pt x="7696327" y="5668099"/>
                </a:cubicBezTo>
                <a:cubicBezTo>
                  <a:pt x="7695725" y="5672590"/>
                  <a:pt x="7695125" y="5677082"/>
                  <a:pt x="7694521" y="5681575"/>
                </a:cubicBezTo>
                <a:cubicBezTo>
                  <a:pt x="7687141" y="5675365"/>
                  <a:pt x="7685937" y="5684350"/>
                  <a:pt x="7685335" y="5688842"/>
                </a:cubicBezTo>
                <a:cubicBezTo>
                  <a:pt x="7684129" y="5697826"/>
                  <a:pt x="7682925" y="5706811"/>
                  <a:pt x="7691511" y="5704036"/>
                </a:cubicBezTo>
                <a:cubicBezTo>
                  <a:pt x="7691511" y="5704036"/>
                  <a:pt x="7690908" y="5708529"/>
                  <a:pt x="7690908" y="5708529"/>
                </a:cubicBezTo>
                <a:cubicBezTo>
                  <a:pt x="7700098" y="5701263"/>
                  <a:pt x="7719077" y="5682237"/>
                  <a:pt x="7728869" y="5670479"/>
                </a:cubicBezTo>
                <a:cubicBezTo>
                  <a:pt x="7728267" y="5674972"/>
                  <a:pt x="7728869" y="5670479"/>
                  <a:pt x="7736250" y="5676689"/>
                </a:cubicBezTo>
                <a:cubicBezTo>
                  <a:pt x="7736852" y="5672197"/>
                  <a:pt x="7737454" y="5667704"/>
                  <a:pt x="7738659" y="5658721"/>
                </a:cubicBezTo>
                <a:cubicBezTo>
                  <a:pt x="7738057" y="5663214"/>
                  <a:pt x="7738659" y="5658721"/>
                  <a:pt x="7747247" y="5655946"/>
                </a:cubicBezTo>
                <a:lnTo>
                  <a:pt x="7746644" y="5660439"/>
                </a:lnTo>
                <a:lnTo>
                  <a:pt x="7746042" y="5664932"/>
                </a:lnTo>
                <a:lnTo>
                  <a:pt x="7745439" y="5669424"/>
                </a:lnTo>
                <a:cubicBezTo>
                  <a:pt x="7745439" y="5669424"/>
                  <a:pt x="7753423" y="5671141"/>
                  <a:pt x="7753423" y="5671141"/>
                </a:cubicBezTo>
                <a:cubicBezTo>
                  <a:pt x="7753423" y="5671141"/>
                  <a:pt x="7753423" y="5671141"/>
                  <a:pt x="7752821" y="5675632"/>
                </a:cubicBezTo>
                <a:lnTo>
                  <a:pt x="7749920" y="5681944"/>
                </a:lnTo>
                <a:lnTo>
                  <a:pt x="7743031" y="5687393"/>
                </a:lnTo>
                <a:cubicBezTo>
                  <a:pt x="7743031" y="5687393"/>
                  <a:pt x="7742429" y="5691885"/>
                  <a:pt x="7742429" y="5691885"/>
                </a:cubicBezTo>
                <a:cubicBezTo>
                  <a:pt x="7742429" y="5691885"/>
                  <a:pt x="7741224" y="5700869"/>
                  <a:pt x="7741224" y="5700869"/>
                </a:cubicBezTo>
                <a:lnTo>
                  <a:pt x="7749920" y="5681944"/>
                </a:lnTo>
                <a:lnTo>
                  <a:pt x="7752219" y="5680127"/>
                </a:lnTo>
                <a:lnTo>
                  <a:pt x="7751616" y="5684618"/>
                </a:lnTo>
                <a:cubicBezTo>
                  <a:pt x="7759601" y="5686335"/>
                  <a:pt x="7760203" y="5681844"/>
                  <a:pt x="7760807" y="5677352"/>
                </a:cubicBezTo>
                <a:cubicBezTo>
                  <a:pt x="7767585" y="5688052"/>
                  <a:pt x="7768789" y="5679069"/>
                  <a:pt x="7768789" y="5679069"/>
                </a:cubicBezTo>
                <a:cubicBezTo>
                  <a:pt x="7768187" y="5683562"/>
                  <a:pt x="7766982" y="5692547"/>
                  <a:pt x="7766380" y="5697038"/>
                </a:cubicBezTo>
                <a:cubicBezTo>
                  <a:pt x="7766380" y="5697038"/>
                  <a:pt x="7774365" y="5698757"/>
                  <a:pt x="7774365" y="5698757"/>
                </a:cubicBezTo>
                <a:cubicBezTo>
                  <a:pt x="7771353" y="5721218"/>
                  <a:pt x="7772557" y="5712234"/>
                  <a:pt x="7779941" y="5718444"/>
                </a:cubicBezTo>
                <a:lnTo>
                  <a:pt x="7779339" y="5722936"/>
                </a:lnTo>
                <a:cubicBezTo>
                  <a:pt x="7771353" y="5721218"/>
                  <a:pt x="7770751" y="5725711"/>
                  <a:pt x="7770751" y="5725711"/>
                </a:cubicBezTo>
                <a:cubicBezTo>
                  <a:pt x="7768343" y="5743679"/>
                  <a:pt x="7766536" y="5757157"/>
                  <a:pt x="7764127" y="5775126"/>
                </a:cubicBezTo>
                <a:cubicBezTo>
                  <a:pt x="7756745" y="5768915"/>
                  <a:pt x="7757347" y="5764422"/>
                  <a:pt x="7757949" y="5759931"/>
                </a:cubicBezTo>
                <a:cubicBezTo>
                  <a:pt x="7757347" y="5764422"/>
                  <a:pt x="7756143" y="5773409"/>
                  <a:pt x="7755541" y="5777900"/>
                </a:cubicBezTo>
                <a:cubicBezTo>
                  <a:pt x="7747556" y="5776184"/>
                  <a:pt x="7748761" y="5767198"/>
                  <a:pt x="7748761" y="5767198"/>
                </a:cubicBezTo>
                <a:lnTo>
                  <a:pt x="7742888" y="5790584"/>
                </a:lnTo>
                <a:lnTo>
                  <a:pt x="7737163" y="5792433"/>
                </a:lnTo>
                <a:lnTo>
                  <a:pt x="7742153" y="5793506"/>
                </a:lnTo>
                <a:lnTo>
                  <a:pt x="7731141" y="5837355"/>
                </a:lnTo>
                <a:cubicBezTo>
                  <a:pt x="7730539" y="5841848"/>
                  <a:pt x="7731743" y="5832864"/>
                  <a:pt x="7739125" y="5839073"/>
                </a:cubicBezTo>
                <a:lnTo>
                  <a:pt x="7740932" y="5825598"/>
                </a:lnTo>
                <a:cubicBezTo>
                  <a:pt x="7740932" y="5825598"/>
                  <a:pt x="7748915" y="5827315"/>
                  <a:pt x="7748313" y="5831807"/>
                </a:cubicBezTo>
                <a:cubicBezTo>
                  <a:pt x="7747109" y="5840793"/>
                  <a:pt x="7747109" y="5840793"/>
                  <a:pt x="7745904" y="5849776"/>
                </a:cubicBezTo>
                <a:cubicBezTo>
                  <a:pt x="7745904" y="5849776"/>
                  <a:pt x="7744699" y="5858761"/>
                  <a:pt x="7744097" y="5863253"/>
                </a:cubicBezTo>
                <a:cubicBezTo>
                  <a:pt x="7743495" y="5867744"/>
                  <a:pt x="7742893" y="5872239"/>
                  <a:pt x="7742291" y="5876730"/>
                </a:cubicBezTo>
                <a:cubicBezTo>
                  <a:pt x="7742291" y="5876730"/>
                  <a:pt x="7750877" y="5873957"/>
                  <a:pt x="7750276" y="5878450"/>
                </a:cubicBezTo>
                <a:cubicBezTo>
                  <a:pt x="7750276" y="5878450"/>
                  <a:pt x="7751480" y="5869463"/>
                  <a:pt x="7752083" y="5864971"/>
                </a:cubicBezTo>
                <a:cubicBezTo>
                  <a:pt x="7759465" y="5871181"/>
                  <a:pt x="7753287" y="5855986"/>
                  <a:pt x="7760670" y="5862199"/>
                </a:cubicBezTo>
                <a:lnTo>
                  <a:pt x="7761273" y="5857704"/>
                </a:lnTo>
                <a:cubicBezTo>
                  <a:pt x="7762477" y="5848721"/>
                  <a:pt x="7761875" y="5853213"/>
                  <a:pt x="7763079" y="5844229"/>
                </a:cubicBezTo>
                <a:cubicBezTo>
                  <a:pt x="7763681" y="5839737"/>
                  <a:pt x="7763681" y="5839737"/>
                  <a:pt x="7764885" y="5830753"/>
                </a:cubicBezTo>
                <a:cubicBezTo>
                  <a:pt x="7763079" y="5844229"/>
                  <a:pt x="7764885" y="5830753"/>
                  <a:pt x="7772868" y="5832470"/>
                </a:cubicBezTo>
                <a:lnTo>
                  <a:pt x="7773471" y="5827977"/>
                </a:lnTo>
                <a:cubicBezTo>
                  <a:pt x="7773471" y="5827977"/>
                  <a:pt x="7773471" y="5827977"/>
                  <a:pt x="7774073" y="5823486"/>
                </a:cubicBezTo>
                <a:cubicBezTo>
                  <a:pt x="7774073" y="5823486"/>
                  <a:pt x="7774375" y="5821240"/>
                  <a:pt x="7774600" y="5819554"/>
                </a:cubicBezTo>
                <a:lnTo>
                  <a:pt x="7774675" y="5818993"/>
                </a:lnTo>
                <a:lnTo>
                  <a:pt x="7783469" y="5807020"/>
                </a:lnTo>
                <a:cubicBezTo>
                  <a:pt x="7785069" y="5802742"/>
                  <a:pt x="7785672" y="5798250"/>
                  <a:pt x="7786274" y="5793759"/>
                </a:cubicBezTo>
                <a:cubicBezTo>
                  <a:pt x="7786876" y="5789264"/>
                  <a:pt x="7788080" y="5780281"/>
                  <a:pt x="7788683" y="5775787"/>
                </a:cubicBezTo>
                <a:cubicBezTo>
                  <a:pt x="7789285" y="5771295"/>
                  <a:pt x="7789887" y="5766803"/>
                  <a:pt x="7781903" y="5765085"/>
                </a:cubicBezTo>
                <a:cubicBezTo>
                  <a:pt x="7782505" y="5760593"/>
                  <a:pt x="7791091" y="5757820"/>
                  <a:pt x="7791693" y="5753327"/>
                </a:cubicBezTo>
                <a:cubicBezTo>
                  <a:pt x="7791693" y="5753327"/>
                  <a:pt x="7803291" y="5728091"/>
                  <a:pt x="7801485" y="5741567"/>
                </a:cubicBezTo>
                <a:cubicBezTo>
                  <a:pt x="7800279" y="5750552"/>
                  <a:pt x="7800881" y="5746059"/>
                  <a:pt x="7799677" y="5755044"/>
                </a:cubicBezTo>
                <a:cubicBezTo>
                  <a:pt x="7797268" y="5773014"/>
                  <a:pt x="7794860" y="5790983"/>
                  <a:pt x="7784467" y="5807234"/>
                </a:cubicBezTo>
                <a:cubicBezTo>
                  <a:pt x="7783865" y="5811727"/>
                  <a:pt x="7791849" y="5813443"/>
                  <a:pt x="7791245" y="5817937"/>
                </a:cubicBezTo>
                <a:cubicBezTo>
                  <a:pt x="7790643" y="5822430"/>
                  <a:pt x="7790041" y="5826922"/>
                  <a:pt x="7790041" y="5826922"/>
                </a:cubicBezTo>
                <a:cubicBezTo>
                  <a:pt x="7787030" y="5849383"/>
                  <a:pt x="7778445" y="5852159"/>
                  <a:pt x="7784621" y="5867351"/>
                </a:cubicBezTo>
                <a:cubicBezTo>
                  <a:pt x="7785223" y="5862859"/>
                  <a:pt x="7783417" y="5876336"/>
                  <a:pt x="7791401" y="5878054"/>
                </a:cubicBezTo>
                <a:lnTo>
                  <a:pt x="7788993" y="5896022"/>
                </a:lnTo>
                <a:cubicBezTo>
                  <a:pt x="7788993" y="5896022"/>
                  <a:pt x="7788391" y="5900516"/>
                  <a:pt x="7788391" y="5900516"/>
                </a:cubicBezTo>
                <a:lnTo>
                  <a:pt x="7787789" y="5905009"/>
                </a:lnTo>
                <a:cubicBezTo>
                  <a:pt x="7787789" y="5905009"/>
                  <a:pt x="7787185" y="5909500"/>
                  <a:pt x="7787185" y="5909500"/>
                </a:cubicBezTo>
                <a:cubicBezTo>
                  <a:pt x="7785983" y="5918485"/>
                  <a:pt x="7784777" y="5927469"/>
                  <a:pt x="7792761" y="5929188"/>
                </a:cubicBezTo>
                <a:lnTo>
                  <a:pt x="7793965" y="5920203"/>
                </a:lnTo>
                <a:cubicBezTo>
                  <a:pt x="7800745" y="5930905"/>
                  <a:pt x="7808729" y="5932623"/>
                  <a:pt x="7810536" y="5919146"/>
                </a:cubicBezTo>
                <a:lnTo>
                  <a:pt x="7807525" y="5941608"/>
                </a:lnTo>
                <a:cubicBezTo>
                  <a:pt x="7806923" y="5946101"/>
                  <a:pt x="7806923" y="5946101"/>
                  <a:pt x="7806321" y="5950592"/>
                </a:cubicBezTo>
                <a:cubicBezTo>
                  <a:pt x="7806321" y="5950592"/>
                  <a:pt x="7805115" y="5959577"/>
                  <a:pt x="7805115" y="5959577"/>
                </a:cubicBezTo>
                <a:cubicBezTo>
                  <a:pt x="7805115" y="5959577"/>
                  <a:pt x="7804513" y="5964069"/>
                  <a:pt x="7804513" y="5964069"/>
                </a:cubicBezTo>
                <a:cubicBezTo>
                  <a:pt x="7804513" y="5964069"/>
                  <a:pt x="7796531" y="5962352"/>
                  <a:pt x="7796531" y="5962352"/>
                </a:cubicBezTo>
                <a:cubicBezTo>
                  <a:pt x="7796531" y="5962352"/>
                  <a:pt x="7796531" y="5962352"/>
                  <a:pt x="7797133" y="5957859"/>
                </a:cubicBezTo>
                <a:cubicBezTo>
                  <a:pt x="7797735" y="5953368"/>
                  <a:pt x="7797133" y="5957859"/>
                  <a:pt x="7798337" y="5948875"/>
                </a:cubicBezTo>
                <a:cubicBezTo>
                  <a:pt x="7798939" y="5944381"/>
                  <a:pt x="7798939" y="5944381"/>
                  <a:pt x="7799541" y="5939891"/>
                </a:cubicBezTo>
                <a:cubicBezTo>
                  <a:pt x="7799541" y="5939891"/>
                  <a:pt x="7799541" y="5939891"/>
                  <a:pt x="7800143" y="5935398"/>
                </a:cubicBezTo>
                <a:cubicBezTo>
                  <a:pt x="7800745" y="5930905"/>
                  <a:pt x="7800143" y="5935398"/>
                  <a:pt x="7790954" y="5942663"/>
                </a:cubicBezTo>
                <a:cubicBezTo>
                  <a:pt x="7797133" y="5957859"/>
                  <a:pt x="7795327" y="5971337"/>
                  <a:pt x="7786136" y="5978602"/>
                </a:cubicBezTo>
                <a:cubicBezTo>
                  <a:pt x="7784329" y="5992079"/>
                  <a:pt x="7783125" y="6001064"/>
                  <a:pt x="7781319" y="6014541"/>
                </a:cubicBezTo>
                <a:cubicBezTo>
                  <a:pt x="7778909" y="6032510"/>
                  <a:pt x="7775898" y="6054970"/>
                  <a:pt x="7774091" y="6068449"/>
                </a:cubicBezTo>
                <a:cubicBezTo>
                  <a:pt x="7773489" y="6072941"/>
                  <a:pt x="7772285" y="6081926"/>
                  <a:pt x="7771683" y="6086416"/>
                </a:cubicBezTo>
                <a:cubicBezTo>
                  <a:pt x="7771081" y="6090910"/>
                  <a:pt x="7771081" y="6090910"/>
                  <a:pt x="7763097" y="6089191"/>
                </a:cubicBezTo>
                <a:cubicBezTo>
                  <a:pt x="7763097" y="6089191"/>
                  <a:pt x="7762495" y="6093684"/>
                  <a:pt x="7762495" y="6093684"/>
                </a:cubicBezTo>
                <a:cubicBezTo>
                  <a:pt x="7769876" y="6099895"/>
                  <a:pt x="7768069" y="6113373"/>
                  <a:pt x="7767467" y="6117864"/>
                </a:cubicBezTo>
                <a:cubicBezTo>
                  <a:pt x="7767467" y="6117864"/>
                  <a:pt x="7767467" y="6117864"/>
                  <a:pt x="7766865" y="6122355"/>
                </a:cubicBezTo>
                <a:cubicBezTo>
                  <a:pt x="7766262" y="6126848"/>
                  <a:pt x="7765059" y="6135833"/>
                  <a:pt x="7764455" y="6140326"/>
                </a:cubicBezTo>
                <a:cubicBezTo>
                  <a:pt x="7763853" y="6144819"/>
                  <a:pt x="7763853" y="6144819"/>
                  <a:pt x="7763251" y="6149309"/>
                </a:cubicBezTo>
                <a:cubicBezTo>
                  <a:pt x="7763703" y="6145941"/>
                  <a:pt x="7768646" y="6143538"/>
                  <a:pt x="7770836" y="6144441"/>
                </a:cubicBezTo>
                <a:lnTo>
                  <a:pt x="7771839" y="6146536"/>
                </a:lnTo>
                <a:lnTo>
                  <a:pt x="7771687" y="6147658"/>
                </a:lnTo>
                <a:cubicBezTo>
                  <a:pt x="7771387" y="6149904"/>
                  <a:pt x="7770936" y="6153274"/>
                  <a:pt x="7770634" y="6155520"/>
                </a:cubicBezTo>
                <a:cubicBezTo>
                  <a:pt x="7769429" y="6164504"/>
                  <a:pt x="7762047" y="6158294"/>
                  <a:pt x="7761445" y="6162787"/>
                </a:cubicBezTo>
                <a:lnTo>
                  <a:pt x="7759638" y="6176265"/>
                </a:lnTo>
                <a:lnTo>
                  <a:pt x="7756025" y="6203217"/>
                </a:lnTo>
                <a:cubicBezTo>
                  <a:pt x="7756025" y="6203217"/>
                  <a:pt x="7757229" y="6194233"/>
                  <a:pt x="7765215" y="6195952"/>
                </a:cubicBezTo>
                <a:cubicBezTo>
                  <a:pt x="7763407" y="6209429"/>
                  <a:pt x="7762203" y="6218412"/>
                  <a:pt x="7760999" y="6227397"/>
                </a:cubicBezTo>
                <a:cubicBezTo>
                  <a:pt x="7769584" y="6224621"/>
                  <a:pt x="7770788" y="6215637"/>
                  <a:pt x="7771391" y="6211146"/>
                </a:cubicBezTo>
                <a:lnTo>
                  <a:pt x="7768379" y="6233608"/>
                </a:lnTo>
                <a:cubicBezTo>
                  <a:pt x="7765971" y="6251576"/>
                  <a:pt x="7764163" y="6265053"/>
                  <a:pt x="7761755" y="6283022"/>
                </a:cubicBezTo>
                <a:cubicBezTo>
                  <a:pt x="7761153" y="6287514"/>
                  <a:pt x="7760551" y="6292007"/>
                  <a:pt x="7759949" y="6296499"/>
                </a:cubicBezTo>
                <a:cubicBezTo>
                  <a:pt x="7759345" y="6300992"/>
                  <a:pt x="7759345" y="6300992"/>
                  <a:pt x="7759345" y="6300992"/>
                </a:cubicBezTo>
                <a:cubicBezTo>
                  <a:pt x="7758743" y="6305485"/>
                  <a:pt x="7758743" y="6305485"/>
                  <a:pt x="7758141" y="6309977"/>
                </a:cubicBezTo>
                <a:lnTo>
                  <a:pt x="7757539" y="6314468"/>
                </a:lnTo>
                <a:lnTo>
                  <a:pt x="7756937" y="6318960"/>
                </a:lnTo>
                <a:lnTo>
                  <a:pt x="7756335" y="6323454"/>
                </a:lnTo>
                <a:cubicBezTo>
                  <a:pt x="7755733" y="6327945"/>
                  <a:pt x="7755733" y="6327945"/>
                  <a:pt x="7755131" y="6332438"/>
                </a:cubicBezTo>
                <a:cubicBezTo>
                  <a:pt x="7752721" y="6350406"/>
                  <a:pt x="7750915" y="6363884"/>
                  <a:pt x="7748505" y="6381852"/>
                </a:cubicBezTo>
                <a:cubicBezTo>
                  <a:pt x="7748505" y="6381852"/>
                  <a:pt x="7747301" y="6390838"/>
                  <a:pt x="7739317" y="6389120"/>
                </a:cubicBezTo>
                <a:cubicBezTo>
                  <a:pt x="7739921" y="6384627"/>
                  <a:pt x="7741125" y="6375643"/>
                  <a:pt x="7741125" y="6375643"/>
                </a:cubicBezTo>
                <a:cubicBezTo>
                  <a:pt x="7741727" y="6371149"/>
                  <a:pt x="7741727" y="6371149"/>
                  <a:pt x="7741727" y="6371149"/>
                </a:cubicBezTo>
                <a:cubicBezTo>
                  <a:pt x="7741727" y="6371149"/>
                  <a:pt x="7742329" y="6366657"/>
                  <a:pt x="7734947" y="6360447"/>
                </a:cubicBezTo>
                <a:cubicBezTo>
                  <a:pt x="7734344" y="6364940"/>
                  <a:pt x="7733140" y="6373925"/>
                  <a:pt x="7724554" y="6376698"/>
                </a:cubicBezTo>
                <a:cubicBezTo>
                  <a:pt x="7723951" y="6381190"/>
                  <a:pt x="7723951" y="6381190"/>
                  <a:pt x="7722748" y="6390175"/>
                </a:cubicBezTo>
                <a:cubicBezTo>
                  <a:pt x="7722145" y="6394668"/>
                  <a:pt x="7722748" y="6390175"/>
                  <a:pt x="7722145" y="6394668"/>
                </a:cubicBezTo>
                <a:cubicBezTo>
                  <a:pt x="7722145" y="6394668"/>
                  <a:pt x="7720941" y="6403654"/>
                  <a:pt x="7720338" y="6408144"/>
                </a:cubicBezTo>
                <a:cubicBezTo>
                  <a:pt x="7728321" y="6409862"/>
                  <a:pt x="7727719" y="6414355"/>
                  <a:pt x="7727719" y="6414355"/>
                </a:cubicBezTo>
                <a:cubicBezTo>
                  <a:pt x="7727719" y="6414355"/>
                  <a:pt x="7728321" y="6409862"/>
                  <a:pt x="7728321" y="6409862"/>
                </a:cubicBezTo>
                <a:cubicBezTo>
                  <a:pt x="7728321" y="6409862"/>
                  <a:pt x="7728924" y="6405371"/>
                  <a:pt x="7728924" y="6405371"/>
                </a:cubicBezTo>
                <a:cubicBezTo>
                  <a:pt x="7729526" y="6400878"/>
                  <a:pt x="7729526" y="6400878"/>
                  <a:pt x="7730129" y="6396385"/>
                </a:cubicBezTo>
                <a:lnTo>
                  <a:pt x="7730730" y="6391894"/>
                </a:lnTo>
                <a:cubicBezTo>
                  <a:pt x="7729526" y="6400878"/>
                  <a:pt x="7735705" y="6416072"/>
                  <a:pt x="7733898" y="6429550"/>
                </a:cubicBezTo>
                <a:cubicBezTo>
                  <a:pt x="7725913" y="6427832"/>
                  <a:pt x="7726515" y="6423338"/>
                  <a:pt x="7726515" y="6423338"/>
                </a:cubicBezTo>
                <a:lnTo>
                  <a:pt x="7718201" y="6436340"/>
                </a:lnTo>
                <a:lnTo>
                  <a:pt x="7717647" y="6435875"/>
                </a:lnTo>
                <a:lnTo>
                  <a:pt x="7720697" y="6428442"/>
                </a:lnTo>
                <a:cubicBezTo>
                  <a:pt x="7722221" y="6424726"/>
                  <a:pt x="7722825" y="6420234"/>
                  <a:pt x="7719736" y="6412637"/>
                </a:cubicBezTo>
                <a:lnTo>
                  <a:pt x="7718531" y="6421621"/>
                </a:lnTo>
                <a:cubicBezTo>
                  <a:pt x="7710547" y="6419904"/>
                  <a:pt x="7717327" y="6430608"/>
                  <a:pt x="7709342" y="6428890"/>
                </a:cubicBezTo>
                <a:cubicBezTo>
                  <a:pt x="7709342" y="6428890"/>
                  <a:pt x="7709342" y="6428890"/>
                  <a:pt x="7708741" y="6433380"/>
                </a:cubicBezTo>
                <a:cubicBezTo>
                  <a:pt x="7708741" y="6433380"/>
                  <a:pt x="7716725" y="6435098"/>
                  <a:pt x="7716725" y="6435098"/>
                </a:cubicBezTo>
                <a:lnTo>
                  <a:pt x="7717647" y="6435875"/>
                </a:lnTo>
                <a:lnTo>
                  <a:pt x="7716123" y="6439590"/>
                </a:lnTo>
                <a:lnTo>
                  <a:pt x="7718201" y="6436340"/>
                </a:lnTo>
                <a:lnTo>
                  <a:pt x="7724107" y="6441308"/>
                </a:lnTo>
                <a:cubicBezTo>
                  <a:pt x="7721697" y="6459278"/>
                  <a:pt x="7718686" y="6481739"/>
                  <a:pt x="7715675" y="6504201"/>
                </a:cubicBezTo>
                <a:cubicBezTo>
                  <a:pt x="7715073" y="6508694"/>
                  <a:pt x="7714470" y="6513185"/>
                  <a:pt x="7713869" y="6517677"/>
                </a:cubicBezTo>
                <a:cubicBezTo>
                  <a:pt x="7713266" y="6522170"/>
                  <a:pt x="7719444" y="6537366"/>
                  <a:pt x="7710255" y="6544630"/>
                </a:cubicBezTo>
                <a:lnTo>
                  <a:pt x="7713266" y="6522170"/>
                </a:lnTo>
                <a:cubicBezTo>
                  <a:pt x="7713869" y="6517677"/>
                  <a:pt x="7706487" y="6511467"/>
                  <a:pt x="7707692" y="6502482"/>
                </a:cubicBezTo>
                <a:cubicBezTo>
                  <a:pt x="7705885" y="6515960"/>
                  <a:pt x="7712061" y="6531154"/>
                  <a:pt x="7702271" y="6542914"/>
                </a:cubicBezTo>
                <a:cubicBezTo>
                  <a:pt x="7701669" y="6547407"/>
                  <a:pt x="7700465" y="6556392"/>
                  <a:pt x="7699863" y="6560883"/>
                </a:cubicBezTo>
                <a:cubicBezTo>
                  <a:pt x="7706641" y="6571585"/>
                  <a:pt x="7708447" y="6558109"/>
                  <a:pt x="7707243" y="6567093"/>
                </a:cubicBezTo>
                <a:cubicBezTo>
                  <a:pt x="7715229" y="6568812"/>
                  <a:pt x="7715229" y="6568812"/>
                  <a:pt x="7715831" y="6564320"/>
                </a:cubicBezTo>
                <a:cubicBezTo>
                  <a:pt x="7714024" y="6577795"/>
                  <a:pt x="7704835" y="6585063"/>
                  <a:pt x="7711615" y="6595766"/>
                </a:cubicBezTo>
                <a:cubicBezTo>
                  <a:pt x="7711615" y="6595766"/>
                  <a:pt x="7711615" y="6595766"/>
                  <a:pt x="7703630" y="6594048"/>
                </a:cubicBezTo>
                <a:cubicBezTo>
                  <a:pt x="7711013" y="6600258"/>
                  <a:pt x="7711013" y="6600258"/>
                  <a:pt x="7710411" y="6604749"/>
                </a:cubicBezTo>
                <a:cubicBezTo>
                  <a:pt x="7710411" y="6604749"/>
                  <a:pt x="7710411" y="6604749"/>
                  <a:pt x="7709809" y="6609241"/>
                </a:cubicBezTo>
                <a:lnTo>
                  <a:pt x="7708068" y="6622228"/>
                </a:lnTo>
                <a:lnTo>
                  <a:pt x="7708013" y="6622636"/>
                </a:lnTo>
                <a:lnTo>
                  <a:pt x="7708012" y="6622646"/>
                </a:lnTo>
                <a:lnTo>
                  <a:pt x="7708010" y="6622666"/>
                </a:lnTo>
                <a:lnTo>
                  <a:pt x="7707625" y="6625526"/>
                </a:lnTo>
                <a:cubicBezTo>
                  <a:pt x="7707249" y="6628334"/>
                  <a:pt x="7706797" y="6631702"/>
                  <a:pt x="7706797" y="6631702"/>
                </a:cubicBezTo>
                <a:cubicBezTo>
                  <a:pt x="7698209" y="6634477"/>
                  <a:pt x="7698813" y="6629984"/>
                  <a:pt x="7699415" y="6625492"/>
                </a:cubicBezTo>
                <a:cubicBezTo>
                  <a:pt x="7699113" y="6627737"/>
                  <a:pt x="7698662" y="6631107"/>
                  <a:pt x="7697213" y="6634262"/>
                </a:cubicBezTo>
                <a:lnTo>
                  <a:pt x="7695174" y="6636123"/>
                </a:lnTo>
                <a:lnTo>
                  <a:pt x="7695088" y="6636769"/>
                </a:lnTo>
                <a:lnTo>
                  <a:pt x="7692670" y="6638411"/>
                </a:lnTo>
                <a:lnTo>
                  <a:pt x="7689023" y="6641745"/>
                </a:lnTo>
                <a:lnTo>
                  <a:pt x="7689291" y="6639747"/>
                </a:lnTo>
                <a:lnTo>
                  <a:pt x="7686707" y="6639557"/>
                </a:lnTo>
                <a:lnTo>
                  <a:pt x="7686548" y="6639684"/>
                </a:lnTo>
                <a:lnTo>
                  <a:pt x="7688985" y="6646866"/>
                </a:lnTo>
                <a:cubicBezTo>
                  <a:pt x="7689261" y="6653425"/>
                  <a:pt x="7684091" y="6657511"/>
                  <a:pt x="7684091" y="6657511"/>
                </a:cubicBezTo>
                <a:lnTo>
                  <a:pt x="7686473" y="6639743"/>
                </a:lnTo>
                <a:lnTo>
                  <a:pt x="7685029" y="6640885"/>
                </a:lnTo>
                <a:cubicBezTo>
                  <a:pt x="7682883" y="6641579"/>
                  <a:pt x="7680735" y="6642272"/>
                  <a:pt x="7680435" y="6644518"/>
                </a:cubicBezTo>
                <a:cubicBezTo>
                  <a:pt x="7683524" y="6652115"/>
                  <a:pt x="7682771" y="6657730"/>
                  <a:pt x="7681020" y="6663131"/>
                </a:cubicBezTo>
                <a:lnTo>
                  <a:pt x="7678355" y="6671679"/>
                </a:lnTo>
                <a:lnTo>
                  <a:pt x="7681683" y="6675480"/>
                </a:lnTo>
                <a:lnTo>
                  <a:pt x="7682887" y="6666497"/>
                </a:lnTo>
                <a:lnTo>
                  <a:pt x="7685418" y="6668626"/>
                </a:lnTo>
                <a:lnTo>
                  <a:pt x="7686011" y="6664206"/>
                </a:lnTo>
                <a:lnTo>
                  <a:pt x="7686024" y="6669135"/>
                </a:lnTo>
                <a:lnTo>
                  <a:pt x="7693037" y="6675035"/>
                </a:lnTo>
                <a:lnTo>
                  <a:pt x="7697284" y="6668690"/>
                </a:lnTo>
                <a:lnTo>
                  <a:pt x="7693995" y="6665923"/>
                </a:lnTo>
                <a:lnTo>
                  <a:pt x="7701499" y="6649595"/>
                </a:lnTo>
                <a:lnTo>
                  <a:pt x="7703184" y="6658658"/>
                </a:lnTo>
                <a:cubicBezTo>
                  <a:pt x="7703184" y="6658658"/>
                  <a:pt x="7702581" y="6663149"/>
                  <a:pt x="7702581" y="6663149"/>
                </a:cubicBezTo>
                <a:cubicBezTo>
                  <a:pt x="7701980" y="6667641"/>
                  <a:pt x="7701980" y="6667641"/>
                  <a:pt x="7701378" y="6672133"/>
                </a:cubicBezTo>
                <a:lnTo>
                  <a:pt x="7698847" y="6670004"/>
                </a:lnTo>
                <a:lnTo>
                  <a:pt x="7697843" y="6677486"/>
                </a:lnTo>
                <a:lnTo>
                  <a:pt x="7701378" y="6672133"/>
                </a:lnTo>
                <a:cubicBezTo>
                  <a:pt x="7700173" y="6681118"/>
                  <a:pt x="7697763" y="6699087"/>
                  <a:pt x="7695957" y="6712565"/>
                </a:cubicBezTo>
                <a:cubicBezTo>
                  <a:pt x="7695957" y="6712565"/>
                  <a:pt x="7695355" y="6717056"/>
                  <a:pt x="7695355" y="6717056"/>
                </a:cubicBezTo>
                <a:cubicBezTo>
                  <a:pt x="7694753" y="6721548"/>
                  <a:pt x="7694753" y="6721548"/>
                  <a:pt x="7694753" y="6721548"/>
                </a:cubicBezTo>
                <a:cubicBezTo>
                  <a:pt x="7694451" y="6723795"/>
                  <a:pt x="7694301" y="6724918"/>
                  <a:pt x="7693228" y="6725266"/>
                </a:cubicBezTo>
                <a:lnTo>
                  <a:pt x="7687189" y="6724459"/>
                </a:lnTo>
                <a:lnTo>
                  <a:pt x="7693170" y="6727855"/>
                </a:lnTo>
                <a:cubicBezTo>
                  <a:pt x="7688591" y="6729376"/>
                  <a:pt x="7686464" y="6728917"/>
                  <a:pt x="7685483" y="6728080"/>
                </a:cubicBezTo>
                <a:cubicBezTo>
                  <a:pt x="7684501" y="6727242"/>
                  <a:pt x="7684665" y="6726024"/>
                  <a:pt x="7684665" y="6726024"/>
                </a:cubicBezTo>
                <a:cubicBezTo>
                  <a:pt x="7684665" y="6726024"/>
                  <a:pt x="7684665" y="6726024"/>
                  <a:pt x="7685317" y="6721150"/>
                </a:cubicBezTo>
                <a:cubicBezTo>
                  <a:pt x="7685317" y="6721150"/>
                  <a:pt x="7685155" y="6722368"/>
                  <a:pt x="7686055" y="6723816"/>
                </a:cubicBezTo>
                <a:lnTo>
                  <a:pt x="7686221" y="6723910"/>
                </a:lnTo>
                <a:lnTo>
                  <a:pt x="7686767" y="6719830"/>
                </a:lnTo>
                <a:cubicBezTo>
                  <a:pt x="7686767" y="6719830"/>
                  <a:pt x="7686767" y="6719830"/>
                  <a:pt x="7687370" y="6715337"/>
                </a:cubicBezTo>
                <a:cubicBezTo>
                  <a:pt x="7687370" y="6715337"/>
                  <a:pt x="7687971" y="6710845"/>
                  <a:pt x="7687971" y="6710845"/>
                </a:cubicBezTo>
                <a:lnTo>
                  <a:pt x="7688634" y="6709329"/>
                </a:lnTo>
                <a:lnTo>
                  <a:pt x="7685453" y="6708645"/>
                </a:lnTo>
                <a:cubicBezTo>
                  <a:pt x="7685453" y="6708645"/>
                  <a:pt x="7685453" y="6708645"/>
                  <a:pt x="7686055" y="6704152"/>
                </a:cubicBezTo>
                <a:cubicBezTo>
                  <a:pt x="7686655" y="6699661"/>
                  <a:pt x="7686055" y="6704152"/>
                  <a:pt x="7687259" y="6695168"/>
                </a:cubicBezTo>
                <a:cubicBezTo>
                  <a:pt x="7687861" y="6690675"/>
                  <a:pt x="7687861" y="6690675"/>
                  <a:pt x="7688463" y="6686183"/>
                </a:cubicBezTo>
                <a:cubicBezTo>
                  <a:pt x="7688463" y="6686183"/>
                  <a:pt x="7688463" y="6686183"/>
                  <a:pt x="7689065" y="6681692"/>
                </a:cubicBezTo>
                <a:cubicBezTo>
                  <a:pt x="7689367" y="6679445"/>
                  <a:pt x="7689367" y="6679445"/>
                  <a:pt x="7688143" y="6680915"/>
                </a:cubicBezTo>
                <a:lnTo>
                  <a:pt x="7686059" y="6682941"/>
                </a:lnTo>
                <a:lnTo>
                  <a:pt x="7686069" y="6686749"/>
                </a:lnTo>
                <a:cubicBezTo>
                  <a:pt x="7686153" y="6689945"/>
                  <a:pt x="7686009" y="6692948"/>
                  <a:pt x="7685229" y="6695886"/>
                </a:cubicBezTo>
                <a:lnTo>
                  <a:pt x="7681970" y="6702034"/>
                </a:lnTo>
                <a:lnTo>
                  <a:pt x="7683230" y="6709899"/>
                </a:lnTo>
                <a:lnTo>
                  <a:pt x="7677112" y="6721126"/>
                </a:lnTo>
                <a:lnTo>
                  <a:pt x="7678182" y="6722605"/>
                </a:lnTo>
                <a:lnTo>
                  <a:pt x="7676375" y="6736082"/>
                </a:lnTo>
                <a:cubicBezTo>
                  <a:pt x="7684359" y="6737799"/>
                  <a:pt x="7684359" y="6737799"/>
                  <a:pt x="7684359" y="6737799"/>
                </a:cubicBezTo>
                <a:cubicBezTo>
                  <a:pt x="7684359" y="6737799"/>
                  <a:pt x="7684359" y="6737799"/>
                  <a:pt x="7683757" y="6742291"/>
                </a:cubicBezTo>
                <a:cubicBezTo>
                  <a:pt x="7683153" y="6746784"/>
                  <a:pt x="7682553" y="6751276"/>
                  <a:pt x="7681951" y="6755769"/>
                </a:cubicBezTo>
                <a:cubicBezTo>
                  <a:pt x="7681951" y="6755769"/>
                  <a:pt x="7681347" y="6760262"/>
                  <a:pt x="7681347" y="6760262"/>
                </a:cubicBezTo>
                <a:cubicBezTo>
                  <a:pt x="7679541" y="6773737"/>
                  <a:pt x="7670353" y="6781005"/>
                  <a:pt x="7669751" y="6785498"/>
                </a:cubicBezTo>
                <a:cubicBezTo>
                  <a:pt x="7669751" y="6785498"/>
                  <a:pt x="7670353" y="6781005"/>
                  <a:pt x="7670353" y="6781005"/>
                </a:cubicBezTo>
                <a:lnTo>
                  <a:pt x="7666944" y="6785421"/>
                </a:lnTo>
                <a:lnTo>
                  <a:pt x="7664486" y="6803757"/>
                </a:lnTo>
                <a:lnTo>
                  <a:pt x="7667343" y="6803465"/>
                </a:lnTo>
                <a:cubicBezTo>
                  <a:pt x="7667343" y="6803465"/>
                  <a:pt x="7667343" y="6803465"/>
                  <a:pt x="7667944" y="6798973"/>
                </a:cubicBezTo>
                <a:cubicBezTo>
                  <a:pt x="7666138" y="6812449"/>
                  <a:pt x="7666138" y="6812449"/>
                  <a:pt x="7672916" y="6823154"/>
                </a:cubicBezTo>
                <a:cubicBezTo>
                  <a:pt x="7682707" y="6811394"/>
                  <a:pt x="7686322" y="6784440"/>
                  <a:pt x="7689935" y="6757486"/>
                </a:cubicBezTo>
                <a:cubicBezTo>
                  <a:pt x="7690537" y="6752995"/>
                  <a:pt x="7690537" y="6752995"/>
                  <a:pt x="7698521" y="6754714"/>
                </a:cubicBezTo>
                <a:cubicBezTo>
                  <a:pt x="7694907" y="6781667"/>
                  <a:pt x="7693100" y="6795144"/>
                  <a:pt x="7681503" y="6820379"/>
                </a:cubicBezTo>
                <a:cubicBezTo>
                  <a:pt x="7681503" y="6820379"/>
                  <a:pt x="7680901" y="6824872"/>
                  <a:pt x="7680901" y="6824872"/>
                </a:cubicBezTo>
                <a:cubicBezTo>
                  <a:pt x="7680901" y="6824872"/>
                  <a:pt x="7679697" y="6833857"/>
                  <a:pt x="7679697" y="6833857"/>
                </a:cubicBezTo>
                <a:cubicBezTo>
                  <a:pt x="7679697" y="6833857"/>
                  <a:pt x="7677890" y="6847333"/>
                  <a:pt x="7676685" y="6856318"/>
                </a:cubicBezTo>
                <a:cubicBezTo>
                  <a:pt x="7668099" y="6859090"/>
                  <a:pt x="7668099" y="6859090"/>
                  <a:pt x="7668099" y="6859090"/>
                </a:cubicBezTo>
                <a:cubicBezTo>
                  <a:pt x="7666895" y="6868076"/>
                  <a:pt x="7666895" y="6868076"/>
                  <a:pt x="7665689" y="6877061"/>
                </a:cubicBezTo>
                <a:cubicBezTo>
                  <a:pt x="7661697" y="6876201"/>
                  <a:pt x="7659250" y="6879142"/>
                  <a:pt x="7657651" y="6883419"/>
                </a:cubicBezTo>
                <a:lnTo>
                  <a:pt x="7656003" y="6891438"/>
                </a:lnTo>
                <a:lnTo>
                  <a:pt x="7659759" y="6890735"/>
                </a:lnTo>
                <a:lnTo>
                  <a:pt x="7660761" y="6892828"/>
                </a:lnTo>
                <a:lnTo>
                  <a:pt x="7660609" y="6893952"/>
                </a:lnTo>
                <a:cubicBezTo>
                  <a:pt x="7660309" y="6896197"/>
                  <a:pt x="7659857" y="6899567"/>
                  <a:pt x="7659556" y="6901813"/>
                </a:cubicBezTo>
                <a:cubicBezTo>
                  <a:pt x="7658953" y="6906305"/>
                  <a:pt x="7656807" y="6907000"/>
                  <a:pt x="7654735" y="6907130"/>
                </a:cubicBezTo>
                <a:lnTo>
                  <a:pt x="7653363" y="6907743"/>
                </a:lnTo>
                <a:lnTo>
                  <a:pt x="7652888" y="6911283"/>
                </a:lnTo>
                <a:lnTo>
                  <a:pt x="7651128" y="6924412"/>
                </a:lnTo>
                <a:lnTo>
                  <a:pt x="7655587" y="6924298"/>
                </a:lnTo>
                <a:lnTo>
                  <a:pt x="7658367" y="6924014"/>
                </a:lnTo>
                <a:cubicBezTo>
                  <a:pt x="7659517" y="6923106"/>
                  <a:pt x="7659667" y="6921982"/>
                  <a:pt x="7659667" y="6921982"/>
                </a:cubicBezTo>
                <a:lnTo>
                  <a:pt x="7655005" y="6935764"/>
                </a:lnTo>
                <a:lnTo>
                  <a:pt x="7654738" y="6937752"/>
                </a:lnTo>
                <a:cubicBezTo>
                  <a:pt x="7654738" y="6937752"/>
                  <a:pt x="7654738" y="6937752"/>
                  <a:pt x="7654136" y="6942244"/>
                </a:cubicBezTo>
                <a:lnTo>
                  <a:pt x="7653856" y="6940983"/>
                </a:lnTo>
                <a:lnTo>
                  <a:pt x="7653589" y="6942460"/>
                </a:lnTo>
                <a:lnTo>
                  <a:pt x="7654136" y="6942244"/>
                </a:lnTo>
                <a:lnTo>
                  <a:pt x="7653525" y="6946797"/>
                </a:lnTo>
                <a:lnTo>
                  <a:pt x="7655451" y="6953430"/>
                </a:lnTo>
                <a:lnTo>
                  <a:pt x="7654849" y="6957922"/>
                </a:lnTo>
                <a:lnTo>
                  <a:pt x="7654247" y="6962414"/>
                </a:lnTo>
                <a:lnTo>
                  <a:pt x="7653645" y="6966907"/>
                </a:lnTo>
                <a:lnTo>
                  <a:pt x="7653129" y="6970759"/>
                </a:lnTo>
                <a:lnTo>
                  <a:pt x="7658110" y="6966208"/>
                </a:lnTo>
                <a:cubicBezTo>
                  <a:pt x="7659560" y="6963053"/>
                  <a:pt x="7660011" y="6959684"/>
                  <a:pt x="7660313" y="6957438"/>
                </a:cubicBezTo>
                <a:lnTo>
                  <a:pt x="7658140" y="6973646"/>
                </a:lnTo>
                <a:lnTo>
                  <a:pt x="7660029" y="6972903"/>
                </a:lnTo>
                <a:cubicBezTo>
                  <a:pt x="7661328" y="6970872"/>
                  <a:pt x="7661629" y="6968625"/>
                  <a:pt x="7661629" y="6968625"/>
                </a:cubicBezTo>
                <a:lnTo>
                  <a:pt x="7666811" y="6929975"/>
                </a:lnTo>
                <a:lnTo>
                  <a:pt x="7663925" y="6930485"/>
                </a:lnTo>
                <a:lnTo>
                  <a:pt x="7660313" y="6957438"/>
                </a:lnTo>
                <a:cubicBezTo>
                  <a:pt x="7656623" y="6954335"/>
                  <a:pt x="7657375" y="6948718"/>
                  <a:pt x="7659202" y="6942756"/>
                </a:cubicBezTo>
                <a:cubicBezTo>
                  <a:pt x="7661028" y="6936794"/>
                  <a:pt x="7663925" y="6930484"/>
                  <a:pt x="7664527" y="6925994"/>
                </a:cubicBezTo>
                <a:cubicBezTo>
                  <a:pt x="7664527" y="6925994"/>
                  <a:pt x="7665130" y="6921501"/>
                  <a:pt x="7665130" y="6921501"/>
                </a:cubicBezTo>
                <a:cubicBezTo>
                  <a:pt x="7665733" y="6917008"/>
                  <a:pt x="7665733" y="6917008"/>
                  <a:pt x="7665733" y="6917008"/>
                </a:cubicBezTo>
                <a:cubicBezTo>
                  <a:pt x="7665733" y="6917008"/>
                  <a:pt x="7665733" y="6917008"/>
                  <a:pt x="7666731" y="6917223"/>
                </a:cubicBezTo>
                <a:lnTo>
                  <a:pt x="7668470" y="6917598"/>
                </a:lnTo>
                <a:lnTo>
                  <a:pt x="7670061" y="6905733"/>
                </a:lnTo>
                <a:cubicBezTo>
                  <a:pt x="7678647" y="6902959"/>
                  <a:pt x="7670061" y="6905733"/>
                  <a:pt x="7678045" y="6907452"/>
                </a:cubicBezTo>
                <a:lnTo>
                  <a:pt x="7681055" y="6884989"/>
                </a:lnTo>
                <a:cubicBezTo>
                  <a:pt x="7681055" y="6884989"/>
                  <a:pt x="7689041" y="6886707"/>
                  <a:pt x="7689041" y="6886707"/>
                </a:cubicBezTo>
                <a:cubicBezTo>
                  <a:pt x="7693410" y="6915380"/>
                  <a:pt x="7682416" y="6936123"/>
                  <a:pt x="7680007" y="6954092"/>
                </a:cubicBezTo>
                <a:cubicBezTo>
                  <a:pt x="7680609" y="6949599"/>
                  <a:pt x="7688593" y="6951317"/>
                  <a:pt x="7689195" y="6946826"/>
                </a:cubicBezTo>
                <a:cubicBezTo>
                  <a:pt x="7688593" y="6951317"/>
                  <a:pt x="7687991" y="6955810"/>
                  <a:pt x="7687387" y="6960303"/>
                </a:cubicBezTo>
                <a:cubicBezTo>
                  <a:pt x="7684979" y="6978272"/>
                  <a:pt x="7692362" y="6984482"/>
                  <a:pt x="7689953" y="7002451"/>
                </a:cubicBezTo>
                <a:cubicBezTo>
                  <a:pt x="7688749" y="7011436"/>
                  <a:pt x="7678957" y="7023195"/>
                  <a:pt x="7676548" y="7041163"/>
                </a:cubicBezTo>
                <a:cubicBezTo>
                  <a:pt x="7685135" y="7038390"/>
                  <a:pt x="7685737" y="7033896"/>
                  <a:pt x="7685135" y="7038390"/>
                </a:cubicBezTo>
                <a:cubicBezTo>
                  <a:pt x="7683329" y="7051866"/>
                  <a:pt x="7679715" y="7078820"/>
                  <a:pt x="7678511" y="7087805"/>
                </a:cubicBezTo>
                <a:lnTo>
                  <a:pt x="7676704" y="7101282"/>
                </a:lnTo>
                <a:cubicBezTo>
                  <a:pt x="7684689" y="7102999"/>
                  <a:pt x="7684689" y="7102999"/>
                  <a:pt x="7684689" y="7102999"/>
                </a:cubicBezTo>
                <a:cubicBezTo>
                  <a:pt x="7684689" y="7102999"/>
                  <a:pt x="7684087" y="7107492"/>
                  <a:pt x="7684087" y="7107492"/>
                </a:cubicBezTo>
                <a:cubicBezTo>
                  <a:pt x="7683485" y="7111985"/>
                  <a:pt x="7683485" y="7111985"/>
                  <a:pt x="7683485" y="7111985"/>
                </a:cubicBezTo>
                <a:cubicBezTo>
                  <a:pt x="7682883" y="7116477"/>
                  <a:pt x="7682883" y="7116477"/>
                  <a:pt x="7682883" y="7116477"/>
                </a:cubicBezTo>
                <a:cubicBezTo>
                  <a:pt x="7673091" y="7128235"/>
                  <a:pt x="7669477" y="7155189"/>
                  <a:pt x="7678064" y="7152415"/>
                </a:cubicBezTo>
                <a:cubicBezTo>
                  <a:pt x="7676860" y="7161399"/>
                  <a:pt x="7676860" y="7161399"/>
                  <a:pt x="7684843" y="7163116"/>
                </a:cubicBezTo>
                <a:cubicBezTo>
                  <a:pt x="7684241" y="7167610"/>
                  <a:pt x="7675656" y="7170384"/>
                  <a:pt x="7675054" y="7174877"/>
                </a:cubicBezTo>
                <a:cubicBezTo>
                  <a:pt x="7681229" y="7190071"/>
                  <a:pt x="7678219" y="7212533"/>
                  <a:pt x="7677015" y="7221518"/>
                </a:cubicBezTo>
                <a:cubicBezTo>
                  <a:pt x="7666621" y="7237769"/>
                  <a:pt x="7672798" y="7252963"/>
                  <a:pt x="7670390" y="7270933"/>
                </a:cubicBezTo>
                <a:cubicBezTo>
                  <a:pt x="7668583" y="7284410"/>
                  <a:pt x="7666777" y="7297887"/>
                  <a:pt x="7664367" y="7315855"/>
                </a:cubicBezTo>
                <a:cubicBezTo>
                  <a:pt x="7664367" y="7315855"/>
                  <a:pt x="7663765" y="7320348"/>
                  <a:pt x="7663162" y="7324841"/>
                </a:cubicBezTo>
                <a:cubicBezTo>
                  <a:pt x="7662561" y="7329333"/>
                  <a:pt x="7661959" y="7333825"/>
                  <a:pt x="7660753" y="7342810"/>
                </a:cubicBezTo>
                <a:cubicBezTo>
                  <a:pt x="7660151" y="7347302"/>
                  <a:pt x="7660151" y="7347302"/>
                  <a:pt x="7659549" y="7351794"/>
                </a:cubicBezTo>
                <a:cubicBezTo>
                  <a:pt x="7658345" y="7360779"/>
                  <a:pt x="7657140" y="7369764"/>
                  <a:pt x="7655936" y="7378747"/>
                </a:cubicBezTo>
                <a:cubicBezTo>
                  <a:pt x="7655334" y="7383239"/>
                  <a:pt x="7655334" y="7383239"/>
                  <a:pt x="7654731" y="7387733"/>
                </a:cubicBezTo>
                <a:cubicBezTo>
                  <a:pt x="7654129" y="7392225"/>
                  <a:pt x="7653528" y="7396718"/>
                  <a:pt x="7653528" y="7396718"/>
                </a:cubicBezTo>
                <a:cubicBezTo>
                  <a:pt x="7652925" y="7401209"/>
                  <a:pt x="7653528" y="7396718"/>
                  <a:pt x="7652925" y="7401209"/>
                </a:cubicBezTo>
                <a:cubicBezTo>
                  <a:pt x="7660307" y="7407421"/>
                  <a:pt x="7651117" y="7414686"/>
                  <a:pt x="7650517" y="7419178"/>
                </a:cubicBezTo>
                <a:cubicBezTo>
                  <a:pt x="7649311" y="7428163"/>
                  <a:pt x="7656694" y="7434373"/>
                  <a:pt x="7655490" y="7443357"/>
                </a:cubicBezTo>
                <a:lnTo>
                  <a:pt x="7656694" y="7434373"/>
                </a:lnTo>
                <a:cubicBezTo>
                  <a:pt x="7664076" y="7440584"/>
                  <a:pt x="7662871" y="7449569"/>
                  <a:pt x="7662269" y="7454061"/>
                </a:cubicBezTo>
                <a:cubicBezTo>
                  <a:pt x="7661667" y="7458553"/>
                  <a:pt x="7659859" y="7472029"/>
                  <a:pt x="7658655" y="7481015"/>
                </a:cubicBezTo>
                <a:cubicBezTo>
                  <a:pt x="7658053" y="7485506"/>
                  <a:pt x="7648263" y="7497265"/>
                  <a:pt x="7647059" y="7506249"/>
                </a:cubicBezTo>
                <a:cubicBezTo>
                  <a:pt x="7646457" y="7510742"/>
                  <a:pt x="7646457" y="7510742"/>
                  <a:pt x="7645855" y="7515234"/>
                </a:cubicBezTo>
                <a:cubicBezTo>
                  <a:pt x="7644047" y="7528710"/>
                  <a:pt x="7643445" y="7533204"/>
                  <a:pt x="7642241" y="7542187"/>
                </a:cubicBezTo>
                <a:lnTo>
                  <a:pt x="7639831" y="7560158"/>
                </a:lnTo>
                <a:cubicBezTo>
                  <a:pt x="7641036" y="7551172"/>
                  <a:pt x="7634257" y="7540469"/>
                  <a:pt x="7633653" y="7544962"/>
                </a:cubicBezTo>
                <a:cubicBezTo>
                  <a:pt x="7633653" y="7544962"/>
                  <a:pt x="7633653" y="7544962"/>
                  <a:pt x="7633051" y="7549454"/>
                </a:cubicBezTo>
                <a:cubicBezTo>
                  <a:pt x="7633051" y="7549454"/>
                  <a:pt x="7632449" y="7553946"/>
                  <a:pt x="7632449" y="7553946"/>
                </a:cubicBezTo>
                <a:lnTo>
                  <a:pt x="7630642" y="7567423"/>
                </a:lnTo>
                <a:cubicBezTo>
                  <a:pt x="7631244" y="7562933"/>
                  <a:pt x="7639229" y="7564651"/>
                  <a:pt x="7639831" y="7560158"/>
                </a:cubicBezTo>
                <a:lnTo>
                  <a:pt x="7635615" y="7591604"/>
                </a:lnTo>
                <a:cubicBezTo>
                  <a:pt x="7635315" y="7593849"/>
                  <a:pt x="7634863" y="7597219"/>
                  <a:pt x="7634563" y="7599466"/>
                </a:cubicBezTo>
                <a:lnTo>
                  <a:pt x="7634411" y="7600587"/>
                </a:lnTo>
                <a:lnTo>
                  <a:pt x="7635053" y="7622607"/>
                </a:lnTo>
                <a:cubicBezTo>
                  <a:pt x="7633981" y="7642093"/>
                  <a:pt x="7629181" y="7654925"/>
                  <a:pt x="7633361" y="7669690"/>
                </a:cubicBezTo>
                <a:cubicBezTo>
                  <a:pt x="7632759" y="7674184"/>
                  <a:pt x="7632759" y="7674184"/>
                  <a:pt x="7624775" y="7672465"/>
                </a:cubicBezTo>
                <a:cubicBezTo>
                  <a:pt x="7615587" y="7679731"/>
                  <a:pt x="7621765" y="7694927"/>
                  <a:pt x="7619959" y="7708403"/>
                </a:cubicBezTo>
                <a:cubicBezTo>
                  <a:pt x="7618753" y="7717388"/>
                  <a:pt x="7618753" y="7717388"/>
                  <a:pt x="7617549" y="7726371"/>
                </a:cubicBezTo>
                <a:cubicBezTo>
                  <a:pt x="7609565" y="7724654"/>
                  <a:pt x="7610166" y="7720162"/>
                  <a:pt x="7609565" y="7724654"/>
                </a:cubicBezTo>
                <a:cubicBezTo>
                  <a:pt x="7602183" y="7718443"/>
                  <a:pt x="7611973" y="7706685"/>
                  <a:pt x="7603989" y="7704967"/>
                </a:cubicBezTo>
                <a:cubicBezTo>
                  <a:pt x="7604592" y="7700474"/>
                  <a:pt x="7605194" y="7695982"/>
                  <a:pt x="7605796" y="7691489"/>
                </a:cubicBezTo>
                <a:cubicBezTo>
                  <a:pt x="7605796" y="7691489"/>
                  <a:pt x="7605194" y="7695982"/>
                  <a:pt x="7613178" y="7697700"/>
                </a:cubicBezTo>
                <a:cubicBezTo>
                  <a:pt x="7615587" y="7679731"/>
                  <a:pt x="7618597" y="7657270"/>
                  <a:pt x="7621609" y="7634808"/>
                </a:cubicBezTo>
                <a:cubicBezTo>
                  <a:pt x="7622211" y="7630316"/>
                  <a:pt x="7632605" y="7614065"/>
                  <a:pt x="7626426" y="7598869"/>
                </a:cubicBezTo>
                <a:lnTo>
                  <a:pt x="7630040" y="7571916"/>
                </a:lnTo>
                <a:cubicBezTo>
                  <a:pt x="7628233" y="7585392"/>
                  <a:pt x="7619046" y="7592659"/>
                  <a:pt x="7617841" y="7601643"/>
                </a:cubicBezTo>
                <a:cubicBezTo>
                  <a:pt x="7618444" y="7597152"/>
                  <a:pt x="7619648" y="7588167"/>
                  <a:pt x="7611061" y="7590940"/>
                </a:cubicBezTo>
                <a:cubicBezTo>
                  <a:pt x="7611663" y="7586448"/>
                  <a:pt x="7611663" y="7586448"/>
                  <a:pt x="7612265" y="7581956"/>
                </a:cubicBezTo>
                <a:cubicBezTo>
                  <a:pt x="7612265" y="7581956"/>
                  <a:pt x="7611061" y="7590940"/>
                  <a:pt x="7602473" y="7593714"/>
                </a:cubicBezTo>
                <a:cubicBezTo>
                  <a:pt x="7600667" y="7607192"/>
                  <a:pt x="7598859" y="7620670"/>
                  <a:pt x="7598257" y="7625160"/>
                </a:cubicBezTo>
                <a:cubicBezTo>
                  <a:pt x="7596451" y="7638638"/>
                  <a:pt x="7601425" y="7662816"/>
                  <a:pt x="7590428" y="7683562"/>
                </a:cubicBezTo>
                <a:cubicBezTo>
                  <a:pt x="7592235" y="7670084"/>
                  <a:pt x="7594644" y="7652116"/>
                  <a:pt x="7596451" y="7638638"/>
                </a:cubicBezTo>
                <a:cubicBezTo>
                  <a:pt x="7585457" y="7659380"/>
                  <a:pt x="7583650" y="7672860"/>
                  <a:pt x="7580036" y="7699812"/>
                </a:cubicBezTo>
                <a:cubicBezTo>
                  <a:pt x="7579435" y="7704305"/>
                  <a:pt x="7579435" y="7704305"/>
                  <a:pt x="7578832" y="7708797"/>
                </a:cubicBezTo>
                <a:lnTo>
                  <a:pt x="7577190" y="7721047"/>
                </a:lnTo>
                <a:lnTo>
                  <a:pt x="7577593" y="7727670"/>
                </a:lnTo>
                <a:cubicBezTo>
                  <a:pt x="7578835" y="7733714"/>
                  <a:pt x="7580079" y="7739759"/>
                  <a:pt x="7578875" y="7748744"/>
                </a:cubicBezTo>
                <a:lnTo>
                  <a:pt x="7578851" y="7748804"/>
                </a:lnTo>
                <a:lnTo>
                  <a:pt x="7580473" y="7750169"/>
                </a:lnTo>
                <a:cubicBezTo>
                  <a:pt x="7580793" y="7755437"/>
                  <a:pt x="7579889" y="7762176"/>
                  <a:pt x="7579589" y="7764423"/>
                </a:cubicBezTo>
                <a:cubicBezTo>
                  <a:pt x="7586971" y="7770633"/>
                  <a:pt x="7587573" y="7766141"/>
                  <a:pt x="7586971" y="7770633"/>
                </a:cubicBezTo>
                <a:cubicBezTo>
                  <a:pt x="7586369" y="7775125"/>
                  <a:pt x="7586369" y="7775125"/>
                  <a:pt x="7578384" y="7773406"/>
                </a:cubicBezTo>
                <a:cubicBezTo>
                  <a:pt x="7575975" y="7791376"/>
                  <a:pt x="7580949" y="7815557"/>
                  <a:pt x="7571157" y="7827315"/>
                </a:cubicBezTo>
                <a:lnTo>
                  <a:pt x="7568362" y="7848164"/>
                </a:lnTo>
                <a:lnTo>
                  <a:pt x="7572613" y="7849077"/>
                </a:lnTo>
                <a:cubicBezTo>
                  <a:pt x="7573611" y="7849293"/>
                  <a:pt x="7573611" y="7849293"/>
                  <a:pt x="7573611" y="7849293"/>
                </a:cubicBezTo>
                <a:cubicBezTo>
                  <a:pt x="7573611" y="7849293"/>
                  <a:pt x="7573009" y="7853785"/>
                  <a:pt x="7573009" y="7853785"/>
                </a:cubicBezTo>
                <a:cubicBezTo>
                  <a:pt x="7572407" y="7858277"/>
                  <a:pt x="7572407" y="7858277"/>
                  <a:pt x="7572407" y="7858277"/>
                </a:cubicBezTo>
                <a:cubicBezTo>
                  <a:pt x="7571805" y="7862770"/>
                  <a:pt x="7571805" y="7862770"/>
                  <a:pt x="7571805" y="7862770"/>
                </a:cubicBezTo>
                <a:lnTo>
                  <a:pt x="7563653" y="7883296"/>
                </a:lnTo>
                <a:lnTo>
                  <a:pt x="7563057" y="7887735"/>
                </a:lnTo>
                <a:lnTo>
                  <a:pt x="7566987" y="7898709"/>
                </a:lnTo>
                <a:lnTo>
                  <a:pt x="7566971" y="7900762"/>
                </a:lnTo>
                <a:lnTo>
                  <a:pt x="7567181" y="7899531"/>
                </a:lnTo>
                <a:cubicBezTo>
                  <a:pt x="7569453" y="7890737"/>
                  <a:pt x="7572942" y="7881042"/>
                  <a:pt x="7573244" y="7878786"/>
                </a:cubicBezTo>
                <a:lnTo>
                  <a:pt x="7574015" y="7897522"/>
                </a:lnTo>
                <a:lnTo>
                  <a:pt x="7570570" y="7908181"/>
                </a:lnTo>
                <a:lnTo>
                  <a:pt x="7573765" y="7909410"/>
                </a:lnTo>
                <a:cubicBezTo>
                  <a:pt x="7573163" y="7913903"/>
                  <a:pt x="7564578" y="7916677"/>
                  <a:pt x="7563976" y="7921169"/>
                </a:cubicBezTo>
                <a:lnTo>
                  <a:pt x="7565658" y="7932678"/>
                </a:lnTo>
                <a:lnTo>
                  <a:pt x="7567459" y="7936853"/>
                </a:lnTo>
                <a:lnTo>
                  <a:pt x="7566889" y="7941107"/>
                </a:lnTo>
                <a:lnTo>
                  <a:pt x="7567691" y="7946601"/>
                </a:lnTo>
                <a:lnTo>
                  <a:pt x="7573399" y="7947829"/>
                </a:lnTo>
                <a:lnTo>
                  <a:pt x="7573393" y="7947872"/>
                </a:lnTo>
                <a:lnTo>
                  <a:pt x="7579223" y="7928475"/>
                </a:lnTo>
                <a:cubicBezTo>
                  <a:pt x="7581942" y="7922696"/>
                  <a:pt x="7584587" y="7917480"/>
                  <a:pt x="7585793" y="7908484"/>
                </a:cubicBezTo>
                <a:lnTo>
                  <a:pt x="7584587" y="7917480"/>
                </a:lnTo>
                <a:cubicBezTo>
                  <a:pt x="7582777" y="7930974"/>
                  <a:pt x="7580969" y="7944468"/>
                  <a:pt x="7579763" y="7953465"/>
                </a:cubicBezTo>
                <a:cubicBezTo>
                  <a:pt x="7579763" y="7953465"/>
                  <a:pt x="7579763" y="7953465"/>
                  <a:pt x="7578817" y="7953262"/>
                </a:cubicBezTo>
                <a:lnTo>
                  <a:pt x="7572843" y="7951977"/>
                </a:lnTo>
                <a:lnTo>
                  <a:pt x="7572193" y="7956814"/>
                </a:lnTo>
                <a:cubicBezTo>
                  <a:pt x="7572193" y="7956814"/>
                  <a:pt x="7571593" y="7961306"/>
                  <a:pt x="7571593" y="7961306"/>
                </a:cubicBezTo>
                <a:cubicBezTo>
                  <a:pt x="7571593" y="7961306"/>
                  <a:pt x="7572193" y="7956814"/>
                  <a:pt x="7579575" y="7963023"/>
                </a:cubicBezTo>
                <a:cubicBezTo>
                  <a:pt x="7579575" y="7963023"/>
                  <a:pt x="7579575" y="7963023"/>
                  <a:pt x="7580177" y="7958531"/>
                </a:cubicBezTo>
                <a:lnTo>
                  <a:pt x="7580779" y="7954040"/>
                </a:lnTo>
                <a:cubicBezTo>
                  <a:pt x="7581381" y="7949547"/>
                  <a:pt x="7581381" y="7949547"/>
                  <a:pt x="7581985" y="7945054"/>
                </a:cubicBezTo>
                <a:cubicBezTo>
                  <a:pt x="7581985" y="7945054"/>
                  <a:pt x="7581985" y="7945054"/>
                  <a:pt x="7582587" y="7940563"/>
                </a:cubicBezTo>
                <a:cubicBezTo>
                  <a:pt x="7582587" y="7940563"/>
                  <a:pt x="7582587" y="7940563"/>
                  <a:pt x="7589969" y="7946772"/>
                </a:cubicBezTo>
                <a:cubicBezTo>
                  <a:pt x="7589969" y="7946772"/>
                  <a:pt x="7589366" y="7951266"/>
                  <a:pt x="7588765" y="7955758"/>
                </a:cubicBezTo>
                <a:cubicBezTo>
                  <a:pt x="7588765" y="7955758"/>
                  <a:pt x="7588162" y="7960249"/>
                  <a:pt x="7588162" y="7960249"/>
                </a:cubicBezTo>
                <a:cubicBezTo>
                  <a:pt x="7586958" y="7969234"/>
                  <a:pt x="7586355" y="7973727"/>
                  <a:pt x="7586355" y="7973727"/>
                </a:cubicBezTo>
                <a:cubicBezTo>
                  <a:pt x="7586355" y="7973727"/>
                  <a:pt x="7594339" y="7975445"/>
                  <a:pt x="7594339" y="7975445"/>
                </a:cubicBezTo>
                <a:cubicBezTo>
                  <a:pt x="7593737" y="7979936"/>
                  <a:pt x="7593737" y="7979936"/>
                  <a:pt x="7593737" y="7979936"/>
                </a:cubicBezTo>
                <a:cubicBezTo>
                  <a:pt x="7593737" y="7979936"/>
                  <a:pt x="7593135" y="7984429"/>
                  <a:pt x="7593135" y="7984429"/>
                </a:cubicBezTo>
                <a:cubicBezTo>
                  <a:pt x="7593135" y="7984429"/>
                  <a:pt x="7593135" y="7984429"/>
                  <a:pt x="7592533" y="7988922"/>
                </a:cubicBezTo>
                <a:cubicBezTo>
                  <a:pt x="7591931" y="7993414"/>
                  <a:pt x="7588316" y="8020368"/>
                  <a:pt x="7596904" y="8017594"/>
                </a:cubicBezTo>
                <a:cubicBezTo>
                  <a:pt x="7596904" y="8017594"/>
                  <a:pt x="7596904" y="8017594"/>
                  <a:pt x="7604285" y="8023804"/>
                </a:cubicBezTo>
                <a:cubicBezTo>
                  <a:pt x="7604285" y="8023804"/>
                  <a:pt x="7604285" y="8023804"/>
                  <a:pt x="7604887" y="8019312"/>
                </a:cubicBezTo>
                <a:cubicBezTo>
                  <a:pt x="7604887" y="8019312"/>
                  <a:pt x="7605490" y="8014819"/>
                  <a:pt x="7605490" y="8014819"/>
                </a:cubicBezTo>
                <a:cubicBezTo>
                  <a:pt x="7602100" y="8009468"/>
                  <a:pt x="7600857" y="8003424"/>
                  <a:pt x="7600537" y="7998156"/>
                </a:cubicBezTo>
                <a:lnTo>
                  <a:pt x="7600851" y="7991690"/>
                </a:lnTo>
                <a:lnTo>
                  <a:pt x="7598563" y="7994535"/>
                </a:lnTo>
                <a:lnTo>
                  <a:pt x="7599215" y="7989669"/>
                </a:lnTo>
                <a:lnTo>
                  <a:pt x="7593982" y="7985768"/>
                </a:lnTo>
                <a:cubicBezTo>
                  <a:pt x="7593285" y="7983307"/>
                  <a:pt x="7593737" y="7979936"/>
                  <a:pt x="7594339" y="7975445"/>
                </a:cubicBezTo>
                <a:cubicBezTo>
                  <a:pt x="7602325" y="7977164"/>
                  <a:pt x="7601723" y="7981654"/>
                  <a:pt x="7601723" y="7981654"/>
                </a:cubicBezTo>
                <a:cubicBezTo>
                  <a:pt x="7602325" y="7977164"/>
                  <a:pt x="7602325" y="7977164"/>
                  <a:pt x="7602927" y="7972671"/>
                </a:cubicBezTo>
                <a:cubicBezTo>
                  <a:pt x="7602325" y="7977164"/>
                  <a:pt x="7600517" y="7990641"/>
                  <a:pt x="7609103" y="7987865"/>
                </a:cubicBezTo>
                <a:lnTo>
                  <a:pt x="7607899" y="7996850"/>
                </a:lnTo>
                <a:lnTo>
                  <a:pt x="7607297" y="8001341"/>
                </a:lnTo>
                <a:lnTo>
                  <a:pt x="7606091" y="8010327"/>
                </a:lnTo>
                <a:cubicBezTo>
                  <a:pt x="7606694" y="8005835"/>
                  <a:pt x="7614077" y="8012045"/>
                  <a:pt x="7613474" y="8016538"/>
                </a:cubicBezTo>
                <a:cubicBezTo>
                  <a:pt x="7614679" y="8007552"/>
                  <a:pt x="7610911" y="7974388"/>
                  <a:pt x="7611511" y="7969896"/>
                </a:cubicBezTo>
                <a:cubicBezTo>
                  <a:pt x="7613920" y="7951928"/>
                  <a:pt x="7606540" y="7945717"/>
                  <a:pt x="7607744" y="7936732"/>
                </a:cubicBezTo>
                <a:lnTo>
                  <a:pt x="7608347" y="7932239"/>
                </a:lnTo>
                <a:cubicBezTo>
                  <a:pt x="7615727" y="7938450"/>
                  <a:pt x="7613319" y="7956420"/>
                  <a:pt x="7620701" y="7962629"/>
                </a:cubicBezTo>
                <a:cubicBezTo>
                  <a:pt x="7620701" y="7962629"/>
                  <a:pt x="7620701" y="7962629"/>
                  <a:pt x="7620099" y="7967121"/>
                </a:cubicBezTo>
                <a:cubicBezTo>
                  <a:pt x="7619497" y="7971615"/>
                  <a:pt x="7619497" y="7971615"/>
                  <a:pt x="7618895" y="7976107"/>
                </a:cubicBezTo>
                <a:cubicBezTo>
                  <a:pt x="7626878" y="7977824"/>
                  <a:pt x="7628082" y="7968840"/>
                  <a:pt x="7629287" y="7959856"/>
                </a:cubicBezTo>
                <a:cubicBezTo>
                  <a:pt x="7631283" y="7960285"/>
                  <a:pt x="7632705" y="7961169"/>
                  <a:pt x="7633715" y="7962253"/>
                </a:cubicBezTo>
                <a:lnTo>
                  <a:pt x="7634751" y="7964158"/>
                </a:lnTo>
                <a:lnTo>
                  <a:pt x="7636067" y="7970558"/>
                </a:lnTo>
                <a:cubicBezTo>
                  <a:pt x="7636067" y="7970558"/>
                  <a:pt x="7636369" y="7968313"/>
                  <a:pt x="7635671" y="7965852"/>
                </a:cubicBezTo>
                <a:lnTo>
                  <a:pt x="7634751" y="7964158"/>
                </a:lnTo>
                <a:lnTo>
                  <a:pt x="7631715" y="7949402"/>
                </a:lnTo>
                <a:cubicBezTo>
                  <a:pt x="7631545" y="7943011"/>
                  <a:pt x="7632298" y="7937394"/>
                  <a:pt x="7632901" y="7932902"/>
                </a:cubicBezTo>
                <a:cubicBezTo>
                  <a:pt x="7633503" y="7928410"/>
                  <a:pt x="7625519" y="7926692"/>
                  <a:pt x="7625519" y="7926692"/>
                </a:cubicBezTo>
                <a:cubicBezTo>
                  <a:pt x="7626121" y="7922200"/>
                  <a:pt x="7626121" y="7922200"/>
                  <a:pt x="7626121" y="7922200"/>
                </a:cubicBezTo>
                <a:cubicBezTo>
                  <a:pt x="7634105" y="7923917"/>
                  <a:pt x="7633503" y="7928410"/>
                  <a:pt x="7633503" y="7928410"/>
                </a:cubicBezTo>
                <a:cubicBezTo>
                  <a:pt x="7633503" y="7928410"/>
                  <a:pt x="7632901" y="7932902"/>
                  <a:pt x="7641488" y="7930128"/>
                </a:cubicBezTo>
                <a:cubicBezTo>
                  <a:pt x="7642089" y="7925636"/>
                  <a:pt x="7642692" y="7921143"/>
                  <a:pt x="7643294" y="7916650"/>
                </a:cubicBezTo>
                <a:cubicBezTo>
                  <a:pt x="7635309" y="7914933"/>
                  <a:pt x="7634707" y="7919425"/>
                  <a:pt x="7634707" y="7919425"/>
                </a:cubicBezTo>
                <a:lnTo>
                  <a:pt x="7635911" y="7910441"/>
                </a:lnTo>
                <a:cubicBezTo>
                  <a:pt x="7643897" y="7912159"/>
                  <a:pt x="7643897" y="7912159"/>
                  <a:pt x="7643897" y="7912159"/>
                </a:cubicBezTo>
                <a:lnTo>
                  <a:pt x="7644499" y="7907666"/>
                </a:lnTo>
                <a:cubicBezTo>
                  <a:pt x="7643294" y="7916650"/>
                  <a:pt x="7651279" y="7918369"/>
                  <a:pt x="7650075" y="7927355"/>
                </a:cubicBezTo>
                <a:cubicBezTo>
                  <a:pt x="7649473" y="7931846"/>
                  <a:pt x="7649473" y="7931846"/>
                  <a:pt x="7648871" y="7936339"/>
                </a:cubicBezTo>
                <a:cubicBezTo>
                  <a:pt x="7648268" y="7940831"/>
                  <a:pt x="7648268" y="7940831"/>
                  <a:pt x="7647665" y="7945324"/>
                </a:cubicBezTo>
                <a:cubicBezTo>
                  <a:pt x="7646461" y="7954308"/>
                  <a:pt x="7645257" y="7963293"/>
                  <a:pt x="7644655" y="7967784"/>
                </a:cubicBezTo>
                <a:cubicBezTo>
                  <a:pt x="7652638" y="7969503"/>
                  <a:pt x="7653240" y="7965010"/>
                  <a:pt x="7653842" y="7960517"/>
                </a:cubicBezTo>
                <a:cubicBezTo>
                  <a:pt x="7653240" y="7965010"/>
                  <a:pt x="7653240" y="7965010"/>
                  <a:pt x="7661225" y="7966729"/>
                </a:cubicBezTo>
                <a:cubicBezTo>
                  <a:pt x="7660021" y="7975713"/>
                  <a:pt x="7650832" y="7982980"/>
                  <a:pt x="7651433" y="7978486"/>
                </a:cubicBezTo>
                <a:cubicBezTo>
                  <a:pt x="7650229" y="7987472"/>
                  <a:pt x="7649627" y="7991965"/>
                  <a:pt x="7658215" y="7989190"/>
                </a:cubicBezTo>
                <a:lnTo>
                  <a:pt x="7657611" y="7993681"/>
                </a:lnTo>
                <a:lnTo>
                  <a:pt x="7655805" y="8007158"/>
                </a:lnTo>
                <a:cubicBezTo>
                  <a:pt x="7663187" y="8013370"/>
                  <a:pt x="7657009" y="7998173"/>
                  <a:pt x="7657611" y="7993681"/>
                </a:cubicBezTo>
                <a:cubicBezTo>
                  <a:pt x="7665595" y="7995400"/>
                  <a:pt x="7666197" y="7990909"/>
                  <a:pt x="7666197" y="7990909"/>
                </a:cubicBezTo>
                <a:cubicBezTo>
                  <a:pt x="7667403" y="7981924"/>
                  <a:pt x="7668005" y="7977431"/>
                  <a:pt x="7668605" y="7972940"/>
                </a:cubicBezTo>
                <a:cubicBezTo>
                  <a:pt x="7675989" y="7979150"/>
                  <a:pt x="7685177" y="7971882"/>
                  <a:pt x="7685779" y="7967390"/>
                </a:cubicBezTo>
                <a:cubicBezTo>
                  <a:pt x="7693764" y="7969109"/>
                  <a:pt x="7693764" y="7969109"/>
                  <a:pt x="7693764" y="7969109"/>
                </a:cubicBezTo>
                <a:cubicBezTo>
                  <a:pt x="7692559" y="7978094"/>
                  <a:pt x="7684575" y="7976375"/>
                  <a:pt x="7691957" y="7982585"/>
                </a:cubicBezTo>
                <a:cubicBezTo>
                  <a:pt x="7691957" y="7982585"/>
                  <a:pt x="7700543" y="7979812"/>
                  <a:pt x="7701145" y="7975320"/>
                </a:cubicBezTo>
                <a:cubicBezTo>
                  <a:pt x="7709733" y="7972545"/>
                  <a:pt x="7710937" y="7963561"/>
                  <a:pt x="7709733" y="7972545"/>
                </a:cubicBezTo>
                <a:cubicBezTo>
                  <a:pt x="7709130" y="7977038"/>
                  <a:pt x="7708528" y="7981531"/>
                  <a:pt x="7707926" y="7986021"/>
                </a:cubicBezTo>
                <a:cubicBezTo>
                  <a:pt x="7707926" y="7986021"/>
                  <a:pt x="7718321" y="7969772"/>
                  <a:pt x="7715911" y="7987740"/>
                </a:cubicBezTo>
                <a:cubicBezTo>
                  <a:pt x="7714705" y="7996725"/>
                  <a:pt x="7704312" y="8012977"/>
                  <a:pt x="7696327" y="8011257"/>
                </a:cubicBezTo>
                <a:cubicBezTo>
                  <a:pt x="7695725" y="8015749"/>
                  <a:pt x="7695123" y="8020242"/>
                  <a:pt x="7694521" y="8024734"/>
                </a:cubicBezTo>
                <a:cubicBezTo>
                  <a:pt x="7687139" y="8018524"/>
                  <a:pt x="7685935" y="8027508"/>
                  <a:pt x="7685333" y="8032000"/>
                </a:cubicBezTo>
                <a:cubicBezTo>
                  <a:pt x="7684129" y="8040986"/>
                  <a:pt x="7682924" y="8049970"/>
                  <a:pt x="7691510" y="8047195"/>
                </a:cubicBezTo>
                <a:cubicBezTo>
                  <a:pt x="7691510" y="8047195"/>
                  <a:pt x="7690908" y="8051688"/>
                  <a:pt x="7690908" y="8051688"/>
                </a:cubicBezTo>
                <a:cubicBezTo>
                  <a:pt x="7700097" y="8044422"/>
                  <a:pt x="7719077" y="8025396"/>
                  <a:pt x="7728869" y="8013638"/>
                </a:cubicBezTo>
                <a:cubicBezTo>
                  <a:pt x="7728266" y="8018131"/>
                  <a:pt x="7728869" y="8013638"/>
                  <a:pt x="7736249" y="8019848"/>
                </a:cubicBezTo>
                <a:cubicBezTo>
                  <a:pt x="7736852" y="8015357"/>
                  <a:pt x="7737454" y="8010864"/>
                  <a:pt x="7738658" y="8001879"/>
                </a:cubicBezTo>
                <a:cubicBezTo>
                  <a:pt x="7738055" y="8006372"/>
                  <a:pt x="7738658" y="8001879"/>
                  <a:pt x="7747246" y="7999106"/>
                </a:cubicBezTo>
                <a:lnTo>
                  <a:pt x="7746643" y="8003598"/>
                </a:lnTo>
                <a:lnTo>
                  <a:pt x="7746041" y="8008090"/>
                </a:lnTo>
                <a:lnTo>
                  <a:pt x="7745439" y="8012582"/>
                </a:lnTo>
                <a:cubicBezTo>
                  <a:pt x="7745439" y="8012582"/>
                  <a:pt x="7753421" y="8014299"/>
                  <a:pt x="7753421" y="8014299"/>
                </a:cubicBezTo>
                <a:cubicBezTo>
                  <a:pt x="7753421" y="8014299"/>
                  <a:pt x="7753421" y="8014299"/>
                  <a:pt x="7752819" y="8018791"/>
                </a:cubicBezTo>
                <a:lnTo>
                  <a:pt x="7749919" y="8025101"/>
                </a:lnTo>
                <a:lnTo>
                  <a:pt x="7743031" y="8030552"/>
                </a:lnTo>
                <a:cubicBezTo>
                  <a:pt x="7743031" y="8030552"/>
                  <a:pt x="7742427" y="8035043"/>
                  <a:pt x="7742427" y="8035043"/>
                </a:cubicBezTo>
                <a:cubicBezTo>
                  <a:pt x="7742427" y="8035043"/>
                  <a:pt x="7741223" y="8044028"/>
                  <a:pt x="7741223" y="8044028"/>
                </a:cubicBezTo>
                <a:lnTo>
                  <a:pt x="7749919" y="8025101"/>
                </a:lnTo>
                <a:lnTo>
                  <a:pt x="7752217" y="8023285"/>
                </a:lnTo>
                <a:lnTo>
                  <a:pt x="7751615" y="8027776"/>
                </a:lnTo>
                <a:cubicBezTo>
                  <a:pt x="7759601" y="8029496"/>
                  <a:pt x="7760203" y="8025003"/>
                  <a:pt x="7760805" y="8020511"/>
                </a:cubicBezTo>
                <a:cubicBezTo>
                  <a:pt x="7767584" y="8031212"/>
                  <a:pt x="7768789" y="8022227"/>
                  <a:pt x="7768789" y="8022227"/>
                </a:cubicBezTo>
                <a:cubicBezTo>
                  <a:pt x="7768186" y="8026721"/>
                  <a:pt x="7766982" y="8035705"/>
                  <a:pt x="7766379" y="8040198"/>
                </a:cubicBezTo>
                <a:cubicBezTo>
                  <a:pt x="7766379" y="8040198"/>
                  <a:pt x="7774363" y="8041916"/>
                  <a:pt x="7774363" y="8041916"/>
                </a:cubicBezTo>
                <a:cubicBezTo>
                  <a:pt x="7771353" y="8064378"/>
                  <a:pt x="7772557" y="8055394"/>
                  <a:pt x="7779941" y="8061603"/>
                </a:cubicBezTo>
                <a:lnTo>
                  <a:pt x="7779339" y="8066096"/>
                </a:lnTo>
                <a:cubicBezTo>
                  <a:pt x="7771353" y="8064378"/>
                  <a:pt x="7770751" y="8068869"/>
                  <a:pt x="7770751" y="8068869"/>
                </a:cubicBezTo>
                <a:cubicBezTo>
                  <a:pt x="7768342" y="8086838"/>
                  <a:pt x="7766536" y="8100315"/>
                  <a:pt x="7764127" y="8118285"/>
                </a:cubicBezTo>
                <a:cubicBezTo>
                  <a:pt x="7756743" y="8112075"/>
                  <a:pt x="7757345" y="8107583"/>
                  <a:pt x="7757948" y="8103090"/>
                </a:cubicBezTo>
                <a:cubicBezTo>
                  <a:pt x="7757345" y="8107583"/>
                  <a:pt x="7756141" y="8116567"/>
                  <a:pt x="7755539" y="8121059"/>
                </a:cubicBezTo>
                <a:cubicBezTo>
                  <a:pt x="7747555" y="8119342"/>
                  <a:pt x="7748761" y="8110357"/>
                  <a:pt x="7748761" y="8110357"/>
                </a:cubicBezTo>
                <a:lnTo>
                  <a:pt x="7742887" y="8133743"/>
                </a:lnTo>
                <a:lnTo>
                  <a:pt x="7737161" y="8135592"/>
                </a:lnTo>
                <a:lnTo>
                  <a:pt x="7742153" y="8136665"/>
                </a:lnTo>
                <a:lnTo>
                  <a:pt x="7731140" y="8180514"/>
                </a:lnTo>
                <a:cubicBezTo>
                  <a:pt x="7730537" y="8185006"/>
                  <a:pt x="7731742" y="8176023"/>
                  <a:pt x="7739123" y="8182233"/>
                </a:cubicBezTo>
                <a:lnTo>
                  <a:pt x="7740931" y="8168757"/>
                </a:lnTo>
                <a:cubicBezTo>
                  <a:pt x="7740931" y="8168757"/>
                  <a:pt x="7748913" y="8170475"/>
                  <a:pt x="7748313" y="8174967"/>
                </a:cubicBezTo>
                <a:cubicBezTo>
                  <a:pt x="7747109" y="8183951"/>
                  <a:pt x="7747109" y="8183951"/>
                  <a:pt x="7745903" y="8192935"/>
                </a:cubicBezTo>
                <a:cubicBezTo>
                  <a:pt x="7745903" y="8192935"/>
                  <a:pt x="7744699" y="8201921"/>
                  <a:pt x="7744097" y="8206413"/>
                </a:cubicBezTo>
                <a:cubicBezTo>
                  <a:pt x="7743495" y="8210903"/>
                  <a:pt x="7742893" y="8215397"/>
                  <a:pt x="7742290" y="8219889"/>
                </a:cubicBezTo>
                <a:cubicBezTo>
                  <a:pt x="7742290" y="8219889"/>
                  <a:pt x="7750877" y="8217115"/>
                  <a:pt x="7750275" y="8221609"/>
                </a:cubicBezTo>
                <a:cubicBezTo>
                  <a:pt x="7750275" y="8221609"/>
                  <a:pt x="7751480" y="8212622"/>
                  <a:pt x="7752082" y="8208131"/>
                </a:cubicBezTo>
                <a:cubicBezTo>
                  <a:pt x="7759464" y="8214342"/>
                  <a:pt x="7753287" y="8199145"/>
                  <a:pt x="7760669" y="8205357"/>
                </a:cubicBezTo>
                <a:lnTo>
                  <a:pt x="7761271" y="8200864"/>
                </a:lnTo>
                <a:cubicBezTo>
                  <a:pt x="7762476" y="8191880"/>
                  <a:pt x="7761874" y="8196373"/>
                  <a:pt x="7763077" y="8187389"/>
                </a:cubicBezTo>
                <a:cubicBezTo>
                  <a:pt x="7763680" y="8182896"/>
                  <a:pt x="7763680" y="8182896"/>
                  <a:pt x="7764885" y="8173912"/>
                </a:cubicBezTo>
                <a:cubicBezTo>
                  <a:pt x="7763077" y="8187389"/>
                  <a:pt x="7764885" y="8173912"/>
                  <a:pt x="7772867" y="8175629"/>
                </a:cubicBezTo>
                <a:lnTo>
                  <a:pt x="7773470" y="8171136"/>
                </a:lnTo>
                <a:cubicBezTo>
                  <a:pt x="7773470" y="8171136"/>
                  <a:pt x="7773470" y="8171136"/>
                  <a:pt x="7774072" y="8166645"/>
                </a:cubicBezTo>
                <a:cubicBezTo>
                  <a:pt x="7774072" y="8166645"/>
                  <a:pt x="7774374" y="8164399"/>
                  <a:pt x="7774600" y="8162713"/>
                </a:cubicBezTo>
                <a:lnTo>
                  <a:pt x="7774674" y="8162152"/>
                </a:lnTo>
                <a:lnTo>
                  <a:pt x="7783468" y="8150179"/>
                </a:lnTo>
                <a:cubicBezTo>
                  <a:pt x="7785069" y="8145902"/>
                  <a:pt x="7785671" y="8141409"/>
                  <a:pt x="7786273" y="8136917"/>
                </a:cubicBezTo>
                <a:cubicBezTo>
                  <a:pt x="7786875" y="8132423"/>
                  <a:pt x="7788079" y="8123441"/>
                  <a:pt x="7788682" y="8118947"/>
                </a:cubicBezTo>
                <a:cubicBezTo>
                  <a:pt x="7789284" y="8114455"/>
                  <a:pt x="7789887" y="8109962"/>
                  <a:pt x="7781901" y="8108245"/>
                </a:cubicBezTo>
                <a:cubicBezTo>
                  <a:pt x="7782503" y="8103752"/>
                  <a:pt x="7791091" y="8100978"/>
                  <a:pt x="7791693" y="8096485"/>
                </a:cubicBezTo>
                <a:cubicBezTo>
                  <a:pt x="7791693" y="8096485"/>
                  <a:pt x="7803289" y="8071250"/>
                  <a:pt x="7801483" y="8084727"/>
                </a:cubicBezTo>
                <a:cubicBezTo>
                  <a:pt x="7800278" y="8093710"/>
                  <a:pt x="7800881" y="8089219"/>
                  <a:pt x="7799677" y="8098204"/>
                </a:cubicBezTo>
                <a:cubicBezTo>
                  <a:pt x="7797268" y="8116173"/>
                  <a:pt x="7794859" y="8134141"/>
                  <a:pt x="7784467" y="8150392"/>
                </a:cubicBezTo>
                <a:cubicBezTo>
                  <a:pt x="7783863" y="8154885"/>
                  <a:pt x="7791848" y="8156603"/>
                  <a:pt x="7791245" y="8161096"/>
                </a:cubicBezTo>
                <a:cubicBezTo>
                  <a:pt x="7790643" y="8165588"/>
                  <a:pt x="7790040" y="8170081"/>
                  <a:pt x="7790040" y="8170081"/>
                </a:cubicBezTo>
                <a:cubicBezTo>
                  <a:pt x="7787030" y="8192541"/>
                  <a:pt x="7778445" y="8195317"/>
                  <a:pt x="7784620" y="8210511"/>
                </a:cubicBezTo>
                <a:cubicBezTo>
                  <a:pt x="7785222" y="8206018"/>
                  <a:pt x="7783415" y="8219495"/>
                  <a:pt x="7791401" y="8221215"/>
                </a:cubicBezTo>
                <a:lnTo>
                  <a:pt x="7788993" y="8239183"/>
                </a:lnTo>
                <a:cubicBezTo>
                  <a:pt x="7788993" y="8239183"/>
                  <a:pt x="7788391" y="8243676"/>
                  <a:pt x="7788391" y="8243676"/>
                </a:cubicBezTo>
                <a:lnTo>
                  <a:pt x="7787789" y="8248168"/>
                </a:lnTo>
                <a:cubicBezTo>
                  <a:pt x="7787789" y="8248168"/>
                  <a:pt x="7787185" y="8252659"/>
                  <a:pt x="7787185" y="8252659"/>
                </a:cubicBezTo>
                <a:cubicBezTo>
                  <a:pt x="7785981" y="8261644"/>
                  <a:pt x="7784777" y="8270629"/>
                  <a:pt x="7792760" y="8272346"/>
                </a:cubicBezTo>
                <a:lnTo>
                  <a:pt x="7793965" y="8263363"/>
                </a:lnTo>
                <a:cubicBezTo>
                  <a:pt x="7800745" y="8274066"/>
                  <a:pt x="7808727" y="8275783"/>
                  <a:pt x="7810535" y="8262306"/>
                </a:cubicBezTo>
                <a:lnTo>
                  <a:pt x="7807525" y="8284768"/>
                </a:lnTo>
                <a:cubicBezTo>
                  <a:pt x="7806923" y="8289260"/>
                  <a:pt x="7806923" y="8289260"/>
                  <a:pt x="7806319" y="8293752"/>
                </a:cubicBezTo>
                <a:cubicBezTo>
                  <a:pt x="7806319" y="8293752"/>
                  <a:pt x="7805115" y="8302737"/>
                  <a:pt x="7805115" y="8302737"/>
                </a:cubicBezTo>
                <a:cubicBezTo>
                  <a:pt x="7805115" y="8302737"/>
                  <a:pt x="7804513" y="8307227"/>
                  <a:pt x="7804513" y="8307227"/>
                </a:cubicBezTo>
                <a:cubicBezTo>
                  <a:pt x="7804513" y="8307227"/>
                  <a:pt x="7796529" y="8305512"/>
                  <a:pt x="7796529" y="8305512"/>
                </a:cubicBezTo>
                <a:cubicBezTo>
                  <a:pt x="7796529" y="8305512"/>
                  <a:pt x="7796529" y="8305512"/>
                  <a:pt x="7797131" y="8301019"/>
                </a:cubicBezTo>
                <a:cubicBezTo>
                  <a:pt x="7797733" y="8296528"/>
                  <a:pt x="7797131" y="8301019"/>
                  <a:pt x="7798335" y="8292034"/>
                </a:cubicBezTo>
                <a:cubicBezTo>
                  <a:pt x="7798939" y="8287541"/>
                  <a:pt x="7798939" y="8287541"/>
                  <a:pt x="7799541" y="8283051"/>
                </a:cubicBezTo>
                <a:cubicBezTo>
                  <a:pt x="7799541" y="8283051"/>
                  <a:pt x="7799541" y="8283051"/>
                  <a:pt x="7800143" y="8278558"/>
                </a:cubicBezTo>
                <a:cubicBezTo>
                  <a:pt x="7800745" y="8274066"/>
                  <a:pt x="7800143" y="8278558"/>
                  <a:pt x="7790953" y="8285823"/>
                </a:cubicBezTo>
                <a:cubicBezTo>
                  <a:pt x="7797131" y="8301019"/>
                  <a:pt x="7795325" y="8314495"/>
                  <a:pt x="7786135" y="8321762"/>
                </a:cubicBezTo>
                <a:cubicBezTo>
                  <a:pt x="7784329" y="8335238"/>
                  <a:pt x="7783125" y="8344223"/>
                  <a:pt x="7781319" y="8357702"/>
                </a:cubicBezTo>
                <a:cubicBezTo>
                  <a:pt x="7778909" y="8375669"/>
                  <a:pt x="7775898" y="8398131"/>
                  <a:pt x="7774091" y="8411610"/>
                </a:cubicBezTo>
                <a:cubicBezTo>
                  <a:pt x="7773489" y="8416100"/>
                  <a:pt x="7772283" y="8425086"/>
                  <a:pt x="7771681" y="8429576"/>
                </a:cubicBezTo>
                <a:cubicBezTo>
                  <a:pt x="7771081" y="8434070"/>
                  <a:pt x="7771081" y="8434070"/>
                  <a:pt x="7763097" y="8432352"/>
                </a:cubicBezTo>
                <a:cubicBezTo>
                  <a:pt x="7763097" y="8432352"/>
                  <a:pt x="7762495" y="8436843"/>
                  <a:pt x="7762495" y="8436843"/>
                </a:cubicBezTo>
                <a:cubicBezTo>
                  <a:pt x="7769875" y="8443055"/>
                  <a:pt x="7768069" y="8456531"/>
                  <a:pt x="7767466" y="8461024"/>
                </a:cubicBezTo>
                <a:cubicBezTo>
                  <a:pt x="7767466" y="8461024"/>
                  <a:pt x="7767466" y="8461024"/>
                  <a:pt x="7766864" y="8465515"/>
                </a:cubicBezTo>
                <a:cubicBezTo>
                  <a:pt x="7766261" y="8470007"/>
                  <a:pt x="7765057" y="8478992"/>
                  <a:pt x="7764455" y="8483485"/>
                </a:cubicBezTo>
                <a:cubicBezTo>
                  <a:pt x="7763853" y="8487977"/>
                  <a:pt x="7763853" y="8487977"/>
                  <a:pt x="7763250" y="8492468"/>
                </a:cubicBezTo>
                <a:cubicBezTo>
                  <a:pt x="7763703" y="8489099"/>
                  <a:pt x="7768645" y="8486697"/>
                  <a:pt x="7770835" y="8487601"/>
                </a:cubicBezTo>
                <a:lnTo>
                  <a:pt x="7771837" y="8489696"/>
                </a:lnTo>
                <a:lnTo>
                  <a:pt x="7771687" y="8490818"/>
                </a:lnTo>
                <a:cubicBezTo>
                  <a:pt x="7771387" y="8493063"/>
                  <a:pt x="7770935" y="8496432"/>
                  <a:pt x="7770633" y="8498679"/>
                </a:cubicBezTo>
                <a:cubicBezTo>
                  <a:pt x="7769429" y="8507664"/>
                  <a:pt x="7762046" y="8501454"/>
                  <a:pt x="7761444" y="8505947"/>
                </a:cubicBezTo>
                <a:lnTo>
                  <a:pt x="7759637" y="8519424"/>
                </a:lnTo>
                <a:lnTo>
                  <a:pt x="7756023" y="8546377"/>
                </a:lnTo>
                <a:cubicBezTo>
                  <a:pt x="7756023" y="8546377"/>
                  <a:pt x="7757229" y="8537393"/>
                  <a:pt x="7765213" y="8539110"/>
                </a:cubicBezTo>
                <a:cubicBezTo>
                  <a:pt x="7763407" y="8552587"/>
                  <a:pt x="7762202" y="8561571"/>
                  <a:pt x="7760998" y="8570557"/>
                </a:cubicBezTo>
                <a:cubicBezTo>
                  <a:pt x="7769583" y="8567781"/>
                  <a:pt x="7770787" y="8558797"/>
                  <a:pt x="7771390" y="8554306"/>
                </a:cubicBezTo>
                <a:lnTo>
                  <a:pt x="7768379" y="8576767"/>
                </a:lnTo>
                <a:lnTo>
                  <a:pt x="7762803" y="8618365"/>
                </a:lnTo>
                <a:lnTo>
                  <a:pt x="7767340" y="8621749"/>
                </a:lnTo>
                <a:cubicBezTo>
                  <a:pt x="7768487" y="8620840"/>
                  <a:pt x="7768789" y="8618594"/>
                  <a:pt x="7768789" y="8618594"/>
                </a:cubicBezTo>
                <a:cubicBezTo>
                  <a:pt x="7768187" y="8623087"/>
                  <a:pt x="7766982" y="8632072"/>
                  <a:pt x="7766380" y="8636563"/>
                </a:cubicBezTo>
                <a:cubicBezTo>
                  <a:pt x="7766380" y="8636563"/>
                  <a:pt x="7774365" y="8638281"/>
                  <a:pt x="7774365" y="8638281"/>
                </a:cubicBezTo>
                <a:cubicBezTo>
                  <a:pt x="7771355" y="8660743"/>
                  <a:pt x="7772559" y="8651759"/>
                  <a:pt x="7779941" y="8657969"/>
                </a:cubicBezTo>
                <a:lnTo>
                  <a:pt x="7779339" y="8662461"/>
                </a:lnTo>
                <a:cubicBezTo>
                  <a:pt x="7771355" y="8660743"/>
                  <a:pt x="7770751" y="8665235"/>
                  <a:pt x="7770751" y="8665235"/>
                </a:cubicBezTo>
                <a:cubicBezTo>
                  <a:pt x="7768343" y="8683204"/>
                  <a:pt x="7766536" y="8696682"/>
                  <a:pt x="7764127" y="8714651"/>
                </a:cubicBezTo>
                <a:cubicBezTo>
                  <a:pt x="7756745" y="8708441"/>
                  <a:pt x="7757347" y="8703948"/>
                  <a:pt x="7757949" y="8699455"/>
                </a:cubicBezTo>
                <a:cubicBezTo>
                  <a:pt x="7757347" y="8703948"/>
                  <a:pt x="7756141" y="8712933"/>
                  <a:pt x="7755539" y="8717425"/>
                </a:cubicBezTo>
                <a:lnTo>
                  <a:pt x="7750195" y="8712405"/>
                </a:lnTo>
                <a:lnTo>
                  <a:pt x="7748505" y="8725012"/>
                </a:lnTo>
                <a:cubicBezTo>
                  <a:pt x="7748505" y="8725012"/>
                  <a:pt x="7748205" y="8727257"/>
                  <a:pt x="7746905" y="8729289"/>
                </a:cubicBezTo>
                <a:lnTo>
                  <a:pt x="7745671" y="8729776"/>
                </a:lnTo>
                <a:lnTo>
                  <a:pt x="7745147" y="8733676"/>
                </a:lnTo>
                <a:lnTo>
                  <a:pt x="7742153" y="8733032"/>
                </a:lnTo>
                <a:lnTo>
                  <a:pt x="7742675" y="8730956"/>
                </a:lnTo>
                <a:lnTo>
                  <a:pt x="7739317" y="8732278"/>
                </a:lnTo>
                <a:lnTo>
                  <a:pt x="7739459" y="8731216"/>
                </a:lnTo>
                <a:lnTo>
                  <a:pt x="7737163" y="8731957"/>
                </a:lnTo>
                <a:lnTo>
                  <a:pt x="7742153" y="8733032"/>
                </a:lnTo>
                <a:lnTo>
                  <a:pt x="7733540" y="8767323"/>
                </a:lnTo>
                <a:lnTo>
                  <a:pt x="7733898" y="8772710"/>
                </a:lnTo>
                <a:lnTo>
                  <a:pt x="7732399" y="8771870"/>
                </a:lnTo>
                <a:lnTo>
                  <a:pt x="7731141" y="8776881"/>
                </a:lnTo>
                <a:cubicBezTo>
                  <a:pt x="7730538" y="8781372"/>
                  <a:pt x="7731742" y="8772388"/>
                  <a:pt x="7739125" y="8778598"/>
                </a:cubicBezTo>
                <a:lnTo>
                  <a:pt x="7740932" y="8765124"/>
                </a:lnTo>
                <a:cubicBezTo>
                  <a:pt x="7740932" y="8765124"/>
                  <a:pt x="7748915" y="8766842"/>
                  <a:pt x="7748313" y="8771332"/>
                </a:cubicBezTo>
                <a:cubicBezTo>
                  <a:pt x="7747109" y="8780317"/>
                  <a:pt x="7747109" y="8780317"/>
                  <a:pt x="7745904" y="8789302"/>
                </a:cubicBezTo>
                <a:cubicBezTo>
                  <a:pt x="7745904" y="8789302"/>
                  <a:pt x="7744699" y="8798286"/>
                  <a:pt x="7744097" y="8802778"/>
                </a:cubicBezTo>
                <a:cubicBezTo>
                  <a:pt x="7743495" y="8807270"/>
                  <a:pt x="7742894" y="8811764"/>
                  <a:pt x="7742291" y="8816256"/>
                </a:cubicBezTo>
                <a:cubicBezTo>
                  <a:pt x="7742291" y="8816256"/>
                  <a:pt x="7750877" y="8813482"/>
                  <a:pt x="7750276" y="8817974"/>
                </a:cubicBezTo>
                <a:cubicBezTo>
                  <a:pt x="7750276" y="8817974"/>
                  <a:pt x="7751481" y="8808989"/>
                  <a:pt x="7752083" y="8804497"/>
                </a:cubicBezTo>
                <a:cubicBezTo>
                  <a:pt x="7759465" y="8810707"/>
                  <a:pt x="7753287" y="8795512"/>
                  <a:pt x="7760670" y="8801724"/>
                </a:cubicBezTo>
                <a:lnTo>
                  <a:pt x="7761272" y="8797231"/>
                </a:lnTo>
                <a:cubicBezTo>
                  <a:pt x="7762477" y="8788245"/>
                  <a:pt x="7761875" y="8792738"/>
                  <a:pt x="7763079" y="8783754"/>
                </a:cubicBezTo>
                <a:cubicBezTo>
                  <a:pt x="7763681" y="8779263"/>
                  <a:pt x="7763681" y="8779263"/>
                  <a:pt x="7764885" y="8770277"/>
                </a:cubicBezTo>
                <a:cubicBezTo>
                  <a:pt x="7763079" y="8783754"/>
                  <a:pt x="7764885" y="8770277"/>
                  <a:pt x="7772868" y="8771996"/>
                </a:cubicBezTo>
                <a:lnTo>
                  <a:pt x="7773471" y="8767501"/>
                </a:lnTo>
                <a:cubicBezTo>
                  <a:pt x="7773471" y="8767501"/>
                  <a:pt x="7773471" y="8767501"/>
                  <a:pt x="7774073" y="8763011"/>
                </a:cubicBezTo>
                <a:cubicBezTo>
                  <a:pt x="7774073" y="8763011"/>
                  <a:pt x="7774375" y="8760764"/>
                  <a:pt x="7774600" y="8759079"/>
                </a:cubicBezTo>
                <a:lnTo>
                  <a:pt x="7774675" y="8758519"/>
                </a:lnTo>
                <a:lnTo>
                  <a:pt x="7783469" y="8746544"/>
                </a:lnTo>
                <a:cubicBezTo>
                  <a:pt x="7785070" y="8742267"/>
                  <a:pt x="7785672" y="8737776"/>
                  <a:pt x="7786274" y="8733284"/>
                </a:cubicBezTo>
                <a:cubicBezTo>
                  <a:pt x="7786876" y="8728790"/>
                  <a:pt x="7788080" y="8719806"/>
                  <a:pt x="7788683" y="8715313"/>
                </a:cubicBezTo>
                <a:cubicBezTo>
                  <a:pt x="7789285" y="8710821"/>
                  <a:pt x="7789887" y="8706328"/>
                  <a:pt x="7781903" y="8704610"/>
                </a:cubicBezTo>
                <a:cubicBezTo>
                  <a:pt x="7782505" y="8700119"/>
                  <a:pt x="7791091" y="8697345"/>
                  <a:pt x="7791693" y="8692852"/>
                </a:cubicBezTo>
                <a:cubicBezTo>
                  <a:pt x="7791693" y="8692852"/>
                  <a:pt x="7803291" y="8667615"/>
                  <a:pt x="7801483" y="8681094"/>
                </a:cubicBezTo>
                <a:cubicBezTo>
                  <a:pt x="7800279" y="8690076"/>
                  <a:pt x="7800881" y="8685584"/>
                  <a:pt x="7799677" y="8694569"/>
                </a:cubicBezTo>
                <a:cubicBezTo>
                  <a:pt x="7797268" y="8712540"/>
                  <a:pt x="7794860" y="8730508"/>
                  <a:pt x="7784467" y="8746759"/>
                </a:cubicBezTo>
                <a:cubicBezTo>
                  <a:pt x="7783865" y="8751250"/>
                  <a:pt x="7791848" y="8752968"/>
                  <a:pt x="7791245" y="8757463"/>
                </a:cubicBezTo>
                <a:cubicBezTo>
                  <a:pt x="7790643" y="8761955"/>
                  <a:pt x="7790041" y="8766446"/>
                  <a:pt x="7790041" y="8766446"/>
                </a:cubicBezTo>
                <a:cubicBezTo>
                  <a:pt x="7787031" y="8788908"/>
                  <a:pt x="7778445" y="8791682"/>
                  <a:pt x="7784621" y="8806877"/>
                </a:cubicBezTo>
                <a:cubicBezTo>
                  <a:pt x="7785223" y="8802384"/>
                  <a:pt x="7783417" y="8815861"/>
                  <a:pt x="7791402" y="8817580"/>
                </a:cubicBezTo>
                <a:lnTo>
                  <a:pt x="7788993" y="8835549"/>
                </a:lnTo>
                <a:cubicBezTo>
                  <a:pt x="7788993" y="8835549"/>
                  <a:pt x="7788391" y="8840042"/>
                  <a:pt x="7788391" y="8840042"/>
                </a:cubicBezTo>
                <a:lnTo>
                  <a:pt x="7787789" y="8844535"/>
                </a:lnTo>
                <a:cubicBezTo>
                  <a:pt x="7787789" y="8844535"/>
                  <a:pt x="7787185" y="8849026"/>
                  <a:pt x="7787185" y="8849026"/>
                </a:cubicBezTo>
                <a:cubicBezTo>
                  <a:pt x="7785981" y="8858011"/>
                  <a:pt x="7784777" y="8866994"/>
                  <a:pt x="7792760" y="8868713"/>
                </a:cubicBezTo>
                <a:lnTo>
                  <a:pt x="7793965" y="8859728"/>
                </a:lnTo>
                <a:cubicBezTo>
                  <a:pt x="7800746" y="8870432"/>
                  <a:pt x="7808729" y="8872148"/>
                  <a:pt x="7810536" y="8858673"/>
                </a:cubicBezTo>
                <a:lnTo>
                  <a:pt x="7807525" y="8881133"/>
                </a:lnTo>
                <a:cubicBezTo>
                  <a:pt x="7806923" y="8885625"/>
                  <a:pt x="7806923" y="8885625"/>
                  <a:pt x="7806321" y="8890119"/>
                </a:cubicBezTo>
                <a:cubicBezTo>
                  <a:pt x="7806321" y="8890119"/>
                  <a:pt x="7805116" y="8899102"/>
                  <a:pt x="7805116" y="8899102"/>
                </a:cubicBezTo>
                <a:cubicBezTo>
                  <a:pt x="7805116" y="8899102"/>
                  <a:pt x="7804513" y="8903593"/>
                  <a:pt x="7804513" y="8903593"/>
                </a:cubicBezTo>
                <a:cubicBezTo>
                  <a:pt x="7804513" y="8903593"/>
                  <a:pt x="7796531" y="8901877"/>
                  <a:pt x="7796531" y="8901877"/>
                </a:cubicBezTo>
                <a:cubicBezTo>
                  <a:pt x="7796531" y="8901877"/>
                  <a:pt x="7796531" y="8901877"/>
                  <a:pt x="7797133" y="8897384"/>
                </a:cubicBezTo>
                <a:cubicBezTo>
                  <a:pt x="7797735" y="8892894"/>
                  <a:pt x="7797133" y="8897384"/>
                  <a:pt x="7798337" y="8888401"/>
                </a:cubicBezTo>
                <a:cubicBezTo>
                  <a:pt x="7798939" y="8883908"/>
                  <a:pt x="7798939" y="8883908"/>
                  <a:pt x="7799541" y="8879416"/>
                </a:cubicBezTo>
                <a:cubicBezTo>
                  <a:pt x="7799541" y="8879416"/>
                  <a:pt x="7799541" y="8879416"/>
                  <a:pt x="7800143" y="8874924"/>
                </a:cubicBezTo>
                <a:cubicBezTo>
                  <a:pt x="7800746" y="8870432"/>
                  <a:pt x="7800143" y="8874924"/>
                  <a:pt x="7790954" y="8882190"/>
                </a:cubicBezTo>
                <a:cubicBezTo>
                  <a:pt x="7797133" y="8897384"/>
                  <a:pt x="7795327" y="8910861"/>
                  <a:pt x="7786136" y="8918129"/>
                </a:cubicBezTo>
                <a:cubicBezTo>
                  <a:pt x="7784329" y="8931605"/>
                  <a:pt x="7783125" y="8940589"/>
                  <a:pt x="7781319" y="8954068"/>
                </a:cubicBezTo>
                <a:cubicBezTo>
                  <a:pt x="7778909" y="8972035"/>
                  <a:pt x="7775898" y="8994497"/>
                  <a:pt x="7774091" y="9007976"/>
                </a:cubicBezTo>
                <a:cubicBezTo>
                  <a:pt x="7773489" y="9012467"/>
                  <a:pt x="7772285" y="9021451"/>
                  <a:pt x="7771683" y="9025943"/>
                </a:cubicBezTo>
                <a:cubicBezTo>
                  <a:pt x="7771081" y="9030435"/>
                  <a:pt x="7771081" y="9030435"/>
                  <a:pt x="7763097" y="9028718"/>
                </a:cubicBezTo>
                <a:cubicBezTo>
                  <a:pt x="7763097" y="9028718"/>
                  <a:pt x="7762495" y="9033210"/>
                  <a:pt x="7762495" y="9033210"/>
                </a:cubicBezTo>
                <a:cubicBezTo>
                  <a:pt x="7769876" y="9039420"/>
                  <a:pt x="7768069" y="9052897"/>
                  <a:pt x="7767467" y="9057390"/>
                </a:cubicBezTo>
                <a:cubicBezTo>
                  <a:pt x="7767467" y="9057390"/>
                  <a:pt x="7767467" y="9057390"/>
                  <a:pt x="7766865" y="9061881"/>
                </a:cubicBezTo>
                <a:cubicBezTo>
                  <a:pt x="7766262" y="9066373"/>
                  <a:pt x="7765057" y="9075359"/>
                  <a:pt x="7764455" y="9079850"/>
                </a:cubicBezTo>
                <a:cubicBezTo>
                  <a:pt x="7763853" y="9084342"/>
                  <a:pt x="7763853" y="9084342"/>
                  <a:pt x="7763251" y="9088835"/>
                </a:cubicBezTo>
                <a:cubicBezTo>
                  <a:pt x="7763703" y="9085466"/>
                  <a:pt x="7768646" y="9083064"/>
                  <a:pt x="7770836" y="9083967"/>
                </a:cubicBezTo>
                <a:lnTo>
                  <a:pt x="7771839" y="9086061"/>
                </a:lnTo>
                <a:lnTo>
                  <a:pt x="7771688" y="9087183"/>
                </a:lnTo>
                <a:cubicBezTo>
                  <a:pt x="7771387" y="9089430"/>
                  <a:pt x="7770936" y="9092798"/>
                  <a:pt x="7770634" y="9095046"/>
                </a:cubicBezTo>
                <a:cubicBezTo>
                  <a:pt x="7769429" y="9104031"/>
                  <a:pt x="7762047" y="9097819"/>
                  <a:pt x="7761445" y="9102312"/>
                </a:cubicBezTo>
                <a:lnTo>
                  <a:pt x="7759638" y="9115789"/>
                </a:lnTo>
                <a:lnTo>
                  <a:pt x="7756025" y="9142742"/>
                </a:lnTo>
                <a:cubicBezTo>
                  <a:pt x="7756025" y="9142742"/>
                  <a:pt x="7757229" y="9133758"/>
                  <a:pt x="7765213" y="9135476"/>
                </a:cubicBezTo>
                <a:cubicBezTo>
                  <a:pt x="7763407" y="9148953"/>
                  <a:pt x="7762203" y="9157938"/>
                  <a:pt x="7760999" y="9166922"/>
                </a:cubicBezTo>
                <a:cubicBezTo>
                  <a:pt x="7769584" y="9164147"/>
                  <a:pt x="7770788" y="9155162"/>
                  <a:pt x="7771391" y="9150671"/>
                </a:cubicBezTo>
                <a:lnTo>
                  <a:pt x="7768379" y="9173134"/>
                </a:lnTo>
                <a:cubicBezTo>
                  <a:pt x="7765971" y="9191102"/>
                  <a:pt x="7764163" y="9204578"/>
                  <a:pt x="7761755" y="9222549"/>
                </a:cubicBezTo>
                <a:cubicBezTo>
                  <a:pt x="7761153" y="9227040"/>
                  <a:pt x="7760551" y="9231533"/>
                  <a:pt x="7759949" y="9236025"/>
                </a:cubicBezTo>
                <a:cubicBezTo>
                  <a:pt x="7759347" y="9240516"/>
                  <a:pt x="7759347" y="9240516"/>
                  <a:pt x="7759347" y="9240516"/>
                </a:cubicBezTo>
                <a:cubicBezTo>
                  <a:pt x="7758743" y="9245009"/>
                  <a:pt x="7758743" y="9245009"/>
                  <a:pt x="7758141" y="9249502"/>
                </a:cubicBezTo>
                <a:lnTo>
                  <a:pt x="7757539" y="9253994"/>
                </a:lnTo>
                <a:lnTo>
                  <a:pt x="7756937" y="9258485"/>
                </a:lnTo>
                <a:lnTo>
                  <a:pt x="7756335" y="9262979"/>
                </a:lnTo>
                <a:cubicBezTo>
                  <a:pt x="7755733" y="9267472"/>
                  <a:pt x="7755733" y="9267472"/>
                  <a:pt x="7755130" y="9271963"/>
                </a:cubicBezTo>
                <a:cubicBezTo>
                  <a:pt x="7752721" y="9289932"/>
                  <a:pt x="7750915" y="9303410"/>
                  <a:pt x="7748506" y="9321377"/>
                </a:cubicBezTo>
                <a:cubicBezTo>
                  <a:pt x="7748506" y="9321377"/>
                  <a:pt x="7747301" y="9330362"/>
                  <a:pt x="7739317" y="9328644"/>
                </a:cubicBezTo>
                <a:cubicBezTo>
                  <a:pt x="7739919" y="9324153"/>
                  <a:pt x="7741125" y="9315169"/>
                  <a:pt x="7741125" y="9315169"/>
                </a:cubicBezTo>
                <a:cubicBezTo>
                  <a:pt x="7741727" y="9310676"/>
                  <a:pt x="7741727" y="9310676"/>
                  <a:pt x="7741727" y="9310676"/>
                </a:cubicBezTo>
                <a:cubicBezTo>
                  <a:pt x="7741727" y="9310676"/>
                  <a:pt x="7742329" y="9306183"/>
                  <a:pt x="7734947" y="9299974"/>
                </a:cubicBezTo>
                <a:cubicBezTo>
                  <a:pt x="7734344" y="9304465"/>
                  <a:pt x="7733140" y="9313450"/>
                  <a:pt x="7724555" y="9316224"/>
                </a:cubicBezTo>
                <a:cubicBezTo>
                  <a:pt x="7723952" y="9320716"/>
                  <a:pt x="7723952" y="9320716"/>
                  <a:pt x="7722747" y="9329702"/>
                </a:cubicBezTo>
                <a:cubicBezTo>
                  <a:pt x="7722145" y="9334193"/>
                  <a:pt x="7722747" y="9329702"/>
                  <a:pt x="7722145" y="9334193"/>
                </a:cubicBezTo>
                <a:cubicBezTo>
                  <a:pt x="7722145" y="9334193"/>
                  <a:pt x="7720941" y="9343178"/>
                  <a:pt x="7720338" y="9347669"/>
                </a:cubicBezTo>
                <a:cubicBezTo>
                  <a:pt x="7728321" y="9349388"/>
                  <a:pt x="7727719" y="9353881"/>
                  <a:pt x="7727719" y="9353881"/>
                </a:cubicBezTo>
                <a:cubicBezTo>
                  <a:pt x="7727719" y="9353881"/>
                  <a:pt x="7728321" y="9349388"/>
                  <a:pt x="7728321" y="9349388"/>
                </a:cubicBezTo>
                <a:cubicBezTo>
                  <a:pt x="7728321" y="9349388"/>
                  <a:pt x="7728924" y="9344896"/>
                  <a:pt x="7728924" y="9344896"/>
                </a:cubicBezTo>
                <a:cubicBezTo>
                  <a:pt x="7729525" y="9340404"/>
                  <a:pt x="7729525" y="9340404"/>
                  <a:pt x="7730129" y="9335910"/>
                </a:cubicBezTo>
                <a:lnTo>
                  <a:pt x="7730730" y="9331419"/>
                </a:lnTo>
                <a:cubicBezTo>
                  <a:pt x="7729525" y="9340404"/>
                  <a:pt x="7735704" y="9355599"/>
                  <a:pt x="7733899" y="9369077"/>
                </a:cubicBezTo>
                <a:cubicBezTo>
                  <a:pt x="7725913" y="9367358"/>
                  <a:pt x="7726515" y="9362864"/>
                  <a:pt x="7726515" y="9362864"/>
                </a:cubicBezTo>
                <a:lnTo>
                  <a:pt x="7718201" y="9375866"/>
                </a:lnTo>
                <a:lnTo>
                  <a:pt x="7717648" y="9375401"/>
                </a:lnTo>
                <a:lnTo>
                  <a:pt x="7720697" y="9367968"/>
                </a:lnTo>
                <a:cubicBezTo>
                  <a:pt x="7722221" y="9364251"/>
                  <a:pt x="7722825" y="9359759"/>
                  <a:pt x="7719736" y="9352163"/>
                </a:cubicBezTo>
                <a:lnTo>
                  <a:pt x="7718531" y="9361148"/>
                </a:lnTo>
                <a:cubicBezTo>
                  <a:pt x="7710547" y="9359430"/>
                  <a:pt x="7717327" y="9370132"/>
                  <a:pt x="7709341" y="9368414"/>
                </a:cubicBezTo>
                <a:cubicBezTo>
                  <a:pt x="7709341" y="9368414"/>
                  <a:pt x="7709341" y="9368414"/>
                  <a:pt x="7708741" y="9372905"/>
                </a:cubicBezTo>
                <a:cubicBezTo>
                  <a:pt x="7708741" y="9372905"/>
                  <a:pt x="7716725" y="9374625"/>
                  <a:pt x="7716725" y="9374625"/>
                </a:cubicBezTo>
                <a:lnTo>
                  <a:pt x="7717648" y="9375401"/>
                </a:lnTo>
                <a:lnTo>
                  <a:pt x="7716123" y="9379117"/>
                </a:lnTo>
                <a:lnTo>
                  <a:pt x="7718201" y="9375866"/>
                </a:lnTo>
                <a:lnTo>
                  <a:pt x="7724107" y="9380834"/>
                </a:lnTo>
                <a:cubicBezTo>
                  <a:pt x="7721697" y="9398803"/>
                  <a:pt x="7718685" y="9421264"/>
                  <a:pt x="7715675" y="9443727"/>
                </a:cubicBezTo>
                <a:cubicBezTo>
                  <a:pt x="7715073" y="9448219"/>
                  <a:pt x="7714470" y="9452711"/>
                  <a:pt x="7713868" y="9457202"/>
                </a:cubicBezTo>
                <a:cubicBezTo>
                  <a:pt x="7713266" y="9461695"/>
                  <a:pt x="7719444" y="9476891"/>
                  <a:pt x="7710255" y="9484157"/>
                </a:cubicBezTo>
                <a:lnTo>
                  <a:pt x="7713266" y="9461695"/>
                </a:lnTo>
                <a:cubicBezTo>
                  <a:pt x="7713868" y="9457202"/>
                  <a:pt x="7706487" y="9450993"/>
                  <a:pt x="7707691" y="9442009"/>
                </a:cubicBezTo>
                <a:cubicBezTo>
                  <a:pt x="7705885" y="9455485"/>
                  <a:pt x="7712061" y="9470680"/>
                  <a:pt x="7702271" y="9482439"/>
                </a:cubicBezTo>
                <a:cubicBezTo>
                  <a:pt x="7701669" y="9486933"/>
                  <a:pt x="7700465" y="9495916"/>
                  <a:pt x="7699863" y="9500408"/>
                </a:cubicBezTo>
                <a:cubicBezTo>
                  <a:pt x="7706641" y="9511110"/>
                  <a:pt x="7708447" y="9497635"/>
                  <a:pt x="7707243" y="9506619"/>
                </a:cubicBezTo>
                <a:cubicBezTo>
                  <a:pt x="7715229" y="9508337"/>
                  <a:pt x="7715229" y="9508337"/>
                  <a:pt x="7715831" y="9503845"/>
                </a:cubicBezTo>
                <a:cubicBezTo>
                  <a:pt x="7714024" y="9517321"/>
                  <a:pt x="7704835" y="9524587"/>
                  <a:pt x="7711615" y="9535292"/>
                </a:cubicBezTo>
                <a:cubicBezTo>
                  <a:pt x="7711615" y="9535292"/>
                  <a:pt x="7711615" y="9535292"/>
                  <a:pt x="7703630" y="9533573"/>
                </a:cubicBezTo>
                <a:cubicBezTo>
                  <a:pt x="7711013" y="9539783"/>
                  <a:pt x="7711013" y="9539783"/>
                  <a:pt x="7710411" y="9544275"/>
                </a:cubicBezTo>
                <a:cubicBezTo>
                  <a:pt x="7710411" y="9544275"/>
                  <a:pt x="7710411" y="9544275"/>
                  <a:pt x="7709809" y="9548768"/>
                </a:cubicBezTo>
                <a:lnTo>
                  <a:pt x="7708027" y="9562058"/>
                </a:lnTo>
                <a:lnTo>
                  <a:pt x="7708003" y="9562231"/>
                </a:lnTo>
                <a:lnTo>
                  <a:pt x="7707625" y="9565052"/>
                </a:lnTo>
                <a:cubicBezTo>
                  <a:pt x="7707249" y="9567860"/>
                  <a:pt x="7706797" y="9571229"/>
                  <a:pt x="7706797" y="9571229"/>
                </a:cubicBezTo>
                <a:cubicBezTo>
                  <a:pt x="7698209" y="9574003"/>
                  <a:pt x="7698811" y="9569510"/>
                  <a:pt x="7699415" y="9565018"/>
                </a:cubicBezTo>
                <a:cubicBezTo>
                  <a:pt x="7698811" y="9569510"/>
                  <a:pt x="7697608" y="9578494"/>
                  <a:pt x="7689023" y="9581269"/>
                </a:cubicBezTo>
                <a:lnTo>
                  <a:pt x="7689625" y="9576776"/>
                </a:lnTo>
                <a:cubicBezTo>
                  <a:pt x="7689023" y="9581269"/>
                  <a:pt x="7681037" y="9579550"/>
                  <a:pt x="7680435" y="9584043"/>
                </a:cubicBezTo>
                <a:cubicBezTo>
                  <a:pt x="7686613" y="9599239"/>
                  <a:pt x="7677424" y="9606504"/>
                  <a:pt x="7675617" y="9619981"/>
                </a:cubicBezTo>
                <a:cubicBezTo>
                  <a:pt x="7683603" y="9621700"/>
                  <a:pt x="7684205" y="9617207"/>
                  <a:pt x="7684205" y="9617207"/>
                </a:cubicBezTo>
                <a:lnTo>
                  <a:pt x="7686011" y="9603730"/>
                </a:lnTo>
                <a:cubicBezTo>
                  <a:pt x="7683603" y="9621700"/>
                  <a:pt x="7690381" y="9632401"/>
                  <a:pt x="7680590" y="9644161"/>
                </a:cubicBezTo>
                <a:cubicBezTo>
                  <a:pt x="7681193" y="9639668"/>
                  <a:pt x="7682398" y="9630685"/>
                  <a:pt x="7673207" y="9637951"/>
                </a:cubicBezTo>
                <a:cubicBezTo>
                  <a:pt x="7672607" y="9642444"/>
                  <a:pt x="7672607" y="9642444"/>
                  <a:pt x="7670799" y="9655921"/>
                </a:cubicBezTo>
                <a:cubicBezTo>
                  <a:pt x="7670799" y="9655921"/>
                  <a:pt x="7678784" y="9657638"/>
                  <a:pt x="7678182" y="9662132"/>
                </a:cubicBezTo>
                <a:lnTo>
                  <a:pt x="7676375" y="9675607"/>
                </a:lnTo>
                <a:cubicBezTo>
                  <a:pt x="7684359" y="9677325"/>
                  <a:pt x="7684359" y="9677325"/>
                  <a:pt x="7684359" y="9677325"/>
                </a:cubicBezTo>
                <a:cubicBezTo>
                  <a:pt x="7684359" y="9677325"/>
                  <a:pt x="7684359" y="9677325"/>
                  <a:pt x="7683757" y="9681817"/>
                </a:cubicBezTo>
                <a:cubicBezTo>
                  <a:pt x="7683155" y="9686310"/>
                  <a:pt x="7682551" y="9690803"/>
                  <a:pt x="7681951" y="9695295"/>
                </a:cubicBezTo>
                <a:cubicBezTo>
                  <a:pt x="7681951" y="9695295"/>
                  <a:pt x="7681347" y="9699786"/>
                  <a:pt x="7681347" y="9699786"/>
                </a:cubicBezTo>
                <a:cubicBezTo>
                  <a:pt x="7679541" y="9713263"/>
                  <a:pt x="7670353" y="9720530"/>
                  <a:pt x="7669751" y="9725023"/>
                </a:cubicBezTo>
                <a:cubicBezTo>
                  <a:pt x="7669751" y="9725023"/>
                  <a:pt x="7670353" y="9720530"/>
                  <a:pt x="7670353" y="9720530"/>
                </a:cubicBezTo>
                <a:cubicBezTo>
                  <a:pt x="7669751" y="9725023"/>
                  <a:pt x="7661163" y="9727796"/>
                  <a:pt x="7659959" y="9736781"/>
                </a:cubicBezTo>
                <a:cubicBezTo>
                  <a:pt x="7659357" y="9741273"/>
                  <a:pt x="7658755" y="9745765"/>
                  <a:pt x="7658755" y="9745765"/>
                </a:cubicBezTo>
                <a:cubicBezTo>
                  <a:pt x="7658755" y="9745765"/>
                  <a:pt x="7659357" y="9741273"/>
                  <a:pt x="7667342" y="9742990"/>
                </a:cubicBezTo>
                <a:cubicBezTo>
                  <a:pt x="7667342" y="9742990"/>
                  <a:pt x="7667342" y="9742990"/>
                  <a:pt x="7667945" y="9738500"/>
                </a:cubicBezTo>
                <a:cubicBezTo>
                  <a:pt x="7666138" y="9751975"/>
                  <a:pt x="7666138" y="9751975"/>
                  <a:pt x="7672917" y="9762680"/>
                </a:cubicBezTo>
                <a:cubicBezTo>
                  <a:pt x="7682707" y="9750921"/>
                  <a:pt x="7686321" y="9723967"/>
                  <a:pt x="7689935" y="9697013"/>
                </a:cubicBezTo>
                <a:cubicBezTo>
                  <a:pt x="7690537" y="9692521"/>
                  <a:pt x="7690537" y="9692521"/>
                  <a:pt x="7698521" y="9694239"/>
                </a:cubicBezTo>
                <a:cubicBezTo>
                  <a:pt x="7694907" y="9721192"/>
                  <a:pt x="7693100" y="9734670"/>
                  <a:pt x="7681503" y="9759904"/>
                </a:cubicBezTo>
                <a:cubicBezTo>
                  <a:pt x="7681503" y="9759904"/>
                  <a:pt x="7680901" y="9764397"/>
                  <a:pt x="7680901" y="9764397"/>
                </a:cubicBezTo>
                <a:cubicBezTo>
                  <a:pt x="7680901" y="9764397"/>
                  <a:pt x="7679697" y="9773382"/>
                  <a:pt x="7679697" y="9773382"/>
                </a:cubicBezTo>
                <a:cubicBezTo>
                  <a:pt x="7679697" y="9773382"/>
                  <a:pt x="7677890" y="9786859"/>
                  <a:pt x="7676685" y="9795842"/>
                </a:cubicBezTo>
                <a:cubicBezTo>
                  <a:pt x="7668099" y="9798617"/>
                  <a:pt x="7668099" y="9798617"/>
                  <a:pt x="7668099" y="9798617"/>
                </a:cubicBezTo>
                <a:cubicBezTo>
                  <a:pt x="7666895" y="9807603"/>
                  <a:pt x="7666895" y="9807603"/>
                  <a:pt x="7665689" y="9816585"/>
                </a:cubicBezTo>
                <a:lnTo>
                  <a:pt x="7658958" y="9821910"/>
                </a:lnTo>
                <a:lnTo>
                  <a:pt x="7658655" y="9824174"/>
                </a:lnTo>
                <a:lnTo>
                  <a:pt x="7656549" y="9828304"/>
                </a:lnTo>
                <a:lnTo>
                  <a:pt x="7654695" y="9837329"/>
                </a:lnTo>
                <a:cubicBezTo>
                  <a:pt x="7654092" y="9841822"/>
                  <a:pt x="7653490" y="9846315"/>
                  <a:pt x="7652888" y="9850808"/>
                </a:cubicBezTo>
                <a:cubicBezTo>
                  <a:pt x="7652286" y="9855298"/>
                  <a:pt x="7651685" y="9859790"/>
                  <a:pt x="7651081" y="9864285"/>
                </a:cubicBezTo>
                <a:cubicBezTo>
                  <a:pt x="7659065" y="9866001"/>
                  <a:pt x="7659667" y="9861509"/>
                  <a:pt x="7659667" y="9861509"/>
                </a:cubicBezTo>
                <a:cubicBezTo>
                  <a:pt x="7658462" y="9870493"/>
                  <a:pt x="7648673" y="9882251"/>
                  <a:pt x="7655451" y="9892955"/>
                </a:cubicBezTo>
                <a:lnTo>
                  <a:pt x="7654849" y="9897447"/>
                </a:lnTo>
                <a:lnTo>
                  <a:pt x="7654247" y="9901939"/>
                </a:lnTo>
                <a:lnTo>
                  <a:pt x="7653645" y="9906432"/>
                </a:lnTo>
                <a:lnTo>
                  <a:pt x="7652439" y="9915417"/>
                </a:lnTo>
                <a:cubicBezTo>
                  <a:pt x="7660425" y="9917135"/>
                  <a:pt x="7661629" y="9908151"/>
                  <a:pt x="7661629" y="9908151"/>
                </a:cubicBezTo>
                <a:cubicBezTo>
                  <a:pt x="7664641" y="9885688"/>
                  <a:pt x="7667653" y="9863227"/>
                  <a:pt x="7670061" y="9845259"/>
                </a:cubicBezTo>
                <a:cubicBezTo>
                  <a:pt x="7678647" y="9842484"/>
                  <a:pt x="7670061" y="9845259"/>
                  <a:pt x="7678045" y="9846977"/>
                </a:cubicBezTo>
                <a:lnTo>
                  <a:pt x="7681055" y="9824513"/>
                </a:lnTo>
                <a:cubicBezTo>
                  <a:pt x="7681055" y="9824513"/>
                  <a:pt x="7689041" y="9826232"/>
                  <a:pt x="7689041" y="9826232"/>
                </a:cubicBezTo>
                <a:cubicBezTo>
                  <a:pt x="7693411" y="9854904"/>
                  <a:pt x="7682416" y="9875648"/>
                  <a:pt x="7680007" y="9893618"/>
                </a:cubicBezTo>
                <a:cubicBezTo>
                  <a:pt x="7680610" y="9889124"/>
                  <a:pt x="7688593" y="9890842"/>
                  <a:pt x="7689195" y="9886350"/>
                </a:cubicBezTo>
                <a:cubicBezTo>
                  <a:pt x="7688593" y="9890842"/>
                  <a:pt x="7687991" y="9895336"/>
                  <a:pt x="7687387" y="9899828"/>
                </a:cubicBezTo>
                <a:cubicBezTo>
                  <a:pt x="7684979" y="9917796"/>
                  <a:pt x="7692362" y="9924008"/>
                  <a:pt x="7689953" y="9941977"/>
                </a:cubicBezTo>
                <a:cubicBezTo>
                  <a:pt x="7688749" y="9950961"/>
                  <a:pt x="7678957" y="9962720"/>
                  <a:pt x="7676548" y="9980688"/>
                </a:cubicBezTo>
                <a:cubicBezTo>
                  <a:pt x="7685135" y="9977916"/>
                  <a:pt x="7685738" y="9973422"/>
                  <a:pt x="7685135" y="9977916"/>
                </a:cubicBezTo>
                <a:cubicBezTo>
                  <a:pt x="7683329" y="9991393"/>
                  <a:pt x="7679715" y="10018345"/>
                  <a:pt x="7678511" y="10027332"/>
                </a:cubicBezTo>
                <a:lnTo>
                  <a:pt x="7676704" y="10040808"/>
                </a:lnTo>
                <a:cubicBezTo>
                  <a:pt x="7684689" y="10042526"/>
                  <a:pt x="7684689" y="10042526"/>
                  <a:pt x="7684689" y="10042526"/>
                </a:cubicBezTo>
                <a:cubicBezTo>
                  <a:pt x="7684689" y="10042526"/>
                  <a:pt x="7684087" y="10047017"/>
                  <a:pt x="7684087" y="10047017"/>
                </a:cubicBezTo>
                <a:cubicBezTo>
                  <a:pt x="7683485" y="10051510"/>
                  <a:pt x="7683485" y="10051510"/>
                  <a:pt x="7683485" y="10051510"/>
                </a:cubicBezTo>
                <a:cubicBezTo>
                  <a:pt x="7682883" y="10056003"/>
                  <a:pt x="7682883" y="10056003"/>
                  <a:pt x="7682883" y="10056003"/>
                </a:cubicBezTo>
                <a:cubicBezTo>
                  <a:pt x="7673091" y="10067761"/>
                  <a:pt x="7669478" y="10094716"/>
                  <a:pt x="7678064" y="10091941"/>
                </a:cubicBezTo>
                <a:cubicBezTo>
                  <a:pt x="7676860" y="10100925"/>
                  <a:pt x="7676860" y="10100925"/>
                  <a:pt x="7684843" y="10102643"/>
                </a:cubicBezTo>
                <a:cubicBezTo>
                  <a:pt x="7684241" y="10107136"/>
                  <a:pt x="7675656" y="10109910"/>
                  <a:pt x="7675054" y="10114403"/>
                </a:cubicBezTo>
                <a:cubicBezTo>
                  <a:pt x="7681229" y="10129597"/>
                  <a:pt x="7678219" y="10152058"/>
                  <a:pt x="7677015" y="10161043"/>
                </a:cubicBezTo>
                <a:cubicBezTo>
                  <a:pt x="7666621" y="10177295"/>
                  <a:pt x="7672798" y="10192490"/>
                  <a:pt x="7670390" y="10210458"/>
                </a:cubicBezTo>
                <a:cubicBezTo>
                  <a:pt x="7668583" y="10223935"/>
                  <a:pt x="7666777" y="10237412"/>
                  <a:pt x="7664367" y="10255382"/>
                </a:cubicBezTo>
                <a:cubicBezTo>
                  <a:pt x="7664367" y="10255382"/>
                  <a:pt x="7663765" y="10259874"/>
                  <a:pt x="7663162" y="10264366"/>
                </a:cubicBezTo>
                <a:cubicBezTo>
                  <a:pt x="7662561" y="10268859"/>
                  <a:pt x="7661959" y="10273350"/>
                  <a:pt x="7660753" y="10282335"/>
                </a:cubicBezTo>
                <a:cubicBezTo>
                  <a:pt x="7660153" y="10286827"/>
                  <a:pt x="7660153" y="10286827"/>
                  <a:pt x="7659549" y="10291320"/>
                </a:cubicBezTo>
                <a:cubicBezTo>
                  <a:pt x="7658345" y="10300304"/>
                  <a:pt x="7657140" y="10309289"/>
                  <a:pt x="7655936" y="10318273"/>
                </a:cubicBezTo>
                <a:cubicBezTo>
                  <a:pt x="7655334" y="10322766"/>
                  <a:pt x="7655334" y="10322766"/>
                  <a:pt x="7654732" y="10327259"/>
                </a:cubicBezTo>
                <a:cubicBezTo>
                  <a:pt x="7654129" y="10331750"/>
                  <a:pt x="7653528" y="10336244"/>
                  <a:pt x="7653528" y="10336244"/>
                </a:cubicBezTo>
                <a:cubicBezTo>
                  <a:pt x="7652925" y="10340736"/>
                  <a:pt x="7653528" y="10336244"/>
                  <a:pt x="7652925" y="10340736"/>
                </a:cubicBezTo>
                <a:cubicBezTo>
                  <a:pt x="7660307" y="10346947"/>
                  <a:pt x="7651117" y="10354211"/>
                  <a:pt x="7650517" y="10358705"/>
                </a:cubicBezTo>
                <a:cubicBezTo>
                  <a:pt x="7649311" y="10367689"/>
                  <a:pt x="7656694" y="10373900"/>
                  <a:pt x="7655489" y="10382884"/>
                </a:cubicBezTo>
                <a:lnTo>
                  <a:pt x="7656694" y="10373900"/>
                </a:lnTo>
                <a:cubicBezTo>
                  <a:pt x="7664076" y="10380109"/>
                  <a:pt x="7662871" y="10389095"/>
                  <a:pt x="7662269" y="10393586"/>
                </a:cubicBezTo>
                <a:cubicBezTo>
                  <a:pt x="7661667" y="10398079"/>
                  <a:pt x="7659859" y="10411555"/>
                  <a:pt x="7658655" y="10420541"/>
                </a:cubicBezTo>
                <a:cubicBezTo>
                  <a:pt x="7658053" y="10425032"/>
                  <a:pt x="7648263" y="10436791"/>
                  <a:pt x="7647058" y="10445776"/>
                </a:cubicBezTo>
                <a:cubicBezTo>
                  <a:pt x="7646457" y="10450268"/>
                  <a:pt x="7646457" y="10450268"/>
                  <a:pt x="7645855" y="10454761"/>
                </a:cubicBezTo>
                <a:cubicBezTo>
                  <a:pt x="7644047" y="10468237"/>
                  <a:pt x="7643445" y="10472730"/>
                  <a:pt x="7642241" y="10481714"/>
                </a:cubicBezTo>
                <a:lnTo>
                  <a:pt x="7639831" y="10499684"/>
                </a:lnTo>
                <a:cubicBezTo>
                  <a:pt x="7641036" y="10490698"/>
                  <a:pt x="7634255" y="10479996"/>
                  <a:pt x="7633653" y="10484489"/>
                </a:cubicBezTo>
                <a:cubicBezTo>
                  <a:pt x="7633653" y="10484489"/>
                  <a:pt x="7633653" y="10484489"/>
                  <a:pt x="7633051" y="10488980"/>
                </a:cubicBezTo>
                <a:cubicBezTo>
                  <a:pt x="7633051" y="10488980"/>
                  <a:pt x="7632449" y="10493473"/>
                  <a:pt x="7632449" y="10493473"/>
                </a:cubicBezTo>
                <a:lnTo>
                  <a:pt x="7630642" y="10506949"/>
                </a:lnTo>
                <a:cubicBezTo>
                  <a:pt x="7631244" y="10502458"/>
                  <a:pt x="7639229" y="10504176"/>
                  <a:pt x="7639831" y="10499684"/>
                </a:cubicBezTo>
                <a:lnTo>
                  <a:pt x="7635615" y="10531130"/>
                </a:lnTo>
                <a:cubicBezTo>
                  <a:pt x="7635315" y="10533375"/>
                  <a:pt x="7634863" y="10536744"/>
                  <a:pt x="7634563" y="10538992"/>
                </a:cubicBezTo>
                <a:lnTo>
                  <a:pt x="7634411" y="10540113"/>
                </a:lnTo>
                <a:lnTo>
                  <a:pt x="7635053" y="10562133"/>
                </a:lnTo>
                <a:cubicBezTo>
                  <a:pt x="7633981" y="10581618"/>
                  <a:pt x="7629181" y="10594452"/>
                  <a:pt x="7633361" y="10609215"/>
                </a:cubicBezTo>
                <a:cubicBezTo>
                  <a:pt x="7632759" y="10613710"/>
                  <a:pt x="7632759" y="10613710"/>
                  <a:pt x="7624775" y="10611990"/>
                </a:cubicBezTo>
                <a:cubicBezTo>
                  <a:pt x="7615587" y="10619257"/>
                  <a:pt x="7621765" y="10634453"/>
                  <a:pt x="7619959" y="10647928"/>
                </a:cubicBezTo>
                <a:cubicBezTo>
                  <a:pt x="7618753" y="10656914"/>
                  <a:pt x="7618753" y="10656914"/>
                  <a:pt x="7617549" y="10665897"/>
                </a:cubicBezTo>
                <a:cubicBezTo>
                  <a:pt x="7609565" y="10664180"/>
                  <a:pt x="7610166" y="10659688"/>
                  <a:pt x="7609565" y="10664180"/>
                </a:cubicBezTo>
                <a:cubicBezTo>
                  <a:pt x="7602183" y="10657970"/>
                  <a:pt x="7611973" y="10646210"/>
                  <a:pt x="7603990" y="10644492"/>
                </a:cubicBezTo>
                <a:cubicBezTo>
                  <a:pt x="7604592" y="10640001"/>
                  <a:pt x="7605194" y="10635508"/>
                  <a:pt x="7605796" y="10631015"/>
                </a:cubicBezTo>
                <a:cubicBezTo>
                  <a:pt x="7605796" y="10631015"/>
                  <a:pt x="7605194" y="10635508"/>
                  <a:pt x="7613177" y="10637227"/>
                </a:cubicBezTo>
                <a:cubicBezTo>
                  <a:pt x="7615587" y="10619257"/>
                  <a:pt x="7618597" y="10596796"/>
                  <a:pt x="7621609" y="10574334"/>
                </a:cubicBezTo>
                <a:cubicBezTo>
                  <a:pt x="7622211" y="10569842"/>
                  <a:pt x="7632605" y="10553590"/>
                  <a:pt x="7626426" y="10538395"/>
                </a:cubicBezTo>
                <a:lnTo>
                  <a:pt x="7630040" y="10511442"/>
                </a:lnTo>
                <a:cubicBezTo>
                  <a:pt x="7628233" y="10524918"/>
                  <a:pt x="7619045" y="10532186"/>
                  <a:pt x="7617841" y="10541169"/>
                </a:cubicBezTo>
                <a:cubicBezTo>
                  <a:pt x="7618444" y="10536678"/>
                  <a:pt x="7619648" y="10527693"/>
                  <a:pt x="7611061" y="10530467"/>
                </a:cubicBezTo>
                <a:cubicBezTo>
                  <a:pt x="7611663" y="10525974"/>
                  <a:pt x="7611663" y="10525974"/>
                  <a:pt x="7612265" y="10521482"/>
                </a:cubicBezTo>
                <a:cubicBezTo>
                  <a:pt x="7612265" y="10521482"/>
                  <a:pt x="7611061" y="10530467"/>
                  <a:pt x="7602473" y="10533240"/>
                </a:cubicBezTo>
                <a:cubicBezTo>
                  <a:pt x="7600667" y="10546717"/>
                  <a:pt x="7598859" y="10560196"/>
                  <a:pt x="7598257" y="10564686"/>
                </a:cubicBezTo>
                <a:cubicBezTo>
                  <a:pt x="7596451" y="10578163"/>
                  <a:pt x="7601425" y="10602343"/>
                  <a:pt x="7590428" y="10623088"/>
                </a:cubicBezTo>
                <a:cubicBezTo>
                  <a:pt x="7592235" y="10609609"/>
                  <a:pt x="7594644" y="10591642"/>
                  <a:pt x="7596451" y="10578163"/>
                </a:cubicBezTo>
                <a:cubicBezTo>
                  <a:pt x="7585457" y="10598906"/>
                  <a:pt x="7583650" y="10612386"/>
                  <a:pt x="7580036" y="10639338"/>
                </a:cubicBezTo>
                <a:cubicBezTo>
                  <a:pt x="7579434" y="10643832"/>
                  <a:pt x="7579434" y="10643832"/>
                  <a:pt x="7578832" y="10648322"/>
                </a:cubicBezTo>
                <a:cubicBezTo>
                  <a:pt x="7577627" y="10657308"/>
                  <a:pt x="7575821" y="10670784"/>
                  <a:pt x="7574617" y="10679769"/>
                </a:cubicBezTo>
                <a:cubicBezTo>
                  <a:pt x="7574013" y="10684260"/>
                  <a:pt x="7574617" y="10679769"/>
                  <a:pt x="7574013" y="10684260"/>
                </a:cubicBezTo>
                <a:cubicBezTo>
                  <a:pt x="7583201" y="10676994"/>
                  <a:pt x="7580190" y="10699455"/>
                  <a:pt x="7579589" y="10703949"/>
                </a:cubicBezTo>
                <a:cubicBezTo>
                  <a:pt x="7586971" y="10710159"/>
                  <a:pt x="7587573" y="10705666"/>
                  <a:pt x="7586971" y="10710159"/>
                </a:cubicBezTo>
                <a:cubicBezTo>
                  <a:pt x="7586369" y="10714651"/>
                  <a:pt x="7586369" y="10714651"/>
                  <a:pt x="7578384" y="10712933"/>
                </a:cubicBezTo>
                <a:cubicBezTo>
                  <a:pt x="7575975" y="10730902"/>
                  <a:pt x="7580949" y="10755083"/>
                  <a:pt x="7571157" y="10766840"/>
                </a:cubicBezTo>
                <a:cubicBezTo>
                  <a:pt x="7569953" y="10775825"/>
                  <a:pt x="7568747" y="10784809"/>
                  <a:pt x="7567543" y="10793794"/>
                </a:cubicBezTo>
                <a:cubicBezTo>
                  <a:pt x="7566339" y="10802778"/>
                  <a:pt x="7564533" y="10816256"/>
                  <a:pt x="7562726" y="10829732"/>
                </a:cubicBezTo>
                <a:cubicBezTo>
                  <a:pt x="7562124" y="10834224"/>
                  <a:pt x="7560919" y="10843210"/>
                  <a:pt x="7560919" y="10843210"/>
                </a:cubicBezTo>
                <a:cubicBezTo>
                  <a:pt x="7560317" y="10847701"/>
                  <a:pt x="7559715" y="10852193"/>
                  <a:pt x="7559112" y="10856686"/>
                </a:cubicBezTo>
                <a:cubicBezTo>
                  <a:pt x="7558510" y="10861180"/>
                  <a:pt x="7557907" y="10865670"/>
                  <a:pt x="7556703" y="10874655"/>
                </a:cubicBezTo>
                <a:cubicBezTo>
                  <a:pt x="7556703" y="10874655"/>
                  <a:pt x="7547516" y="10881923"/>
                  <a:pt x="7546913" y="10886414"/>
                </a:cubicBezTo>
                <a:cubicBezTo>
                  <a:pt x="7546311" y="10890907"/>
                  <a:pt x="7554897" y="10888133"/>
                  <a:pt x="7554295" y="10892624"/>
                </a:cubicBezTo>
                <a:cubicBezTo>
                  <a:pt x="7553089" y="10901609"/>
                  <a:pt x="7553693" y="10897116"/>
                  <a:pt x="7551885" y="10910594"/>
                </a:cubicBezTo>
                <a:cubicBezTo>
                  <a:pt x="7551885" y="10910594"/>
                  <a:pt x="7543902" y="10908875"/>
                  <a:pt x="7543300" y="10913368"/>
                </a:cubicBezTo>
                <a:cubicBezTo>
                  <a:pt x="7542697" y="10917861"/>
                  <a:pt x="7551283" y="10915087"/>
                  <a:pt x="7550681" y="10919578"/>
                </a:cubicBezTo>
                <a:cubicBezTo>
                  <a:pt x="7542095" y="10922354"/>
                  <a:pt x="7540289" y="10935830"/>
                  <a:pt x="7539084" y="10944814"/>
                </a:cubicBezTo>
                <a:cubicBezTo>
                  <a:pt x="7539084" y="10944814"/>
                  <a:pt x="7538482" y="10949307"/>
                  <a:pt x="7538482" y="10949307"/>
                </a:cubicBezTo>
                <a:cubicBezTo>
                  <a:pt x="7538482" y="10949307"/>
                  <a:pt x="7537880" y="10953798"/>
                  <a:pt x="7537880" y="10953798"/>
                </a:cubicBezTo>
                <a:cubicBezTo>
                  <a:pt x="7537278" y="10958292"/>
                  <a:pt x="7537278" y="10958292"/>
                  <a:pt x="7536676" y="10962783"/>
                </a:cubicBezTo>
                <a:cubicBezTo>
                  <a:pt x="7536073" y="10967275"/>
                  <a:pt x="7534869" y="10976260"/>
                  <a:pt x="7533665" y="10985245"/>
                </a:cubicBezTo>
                <a:cubicBezTo>
                  <a:pt x="7532461" y="10994229"/>
                  <a:pt x="7531256" y="11003214"/>
                  <a:pt x="7530654" y="11007707"/>
                </a:cubicBezTo>
                <a:cubicBezTo>
                  <a:pt x="7530052" y="11012198"/>
                  <a:pt x="7528847" y="11021183"/>
                  <a:pt x="7528244" y="11025674"/>
                </a:cubicBezTo>
                <a:cubicBezTo>
                  <a:pt x="7527039" y="11034659"/>
                  <a:pt x="7527039" y="11034659"/>
                  <a:pt x="7526438" y="11039153"/>
                </a:cubicBezTo>
                <a:cubicBezTo>
                  <a:pt x="7525233" y="11048138"/>
                  <a:pt x="7525233" y="11048138"/>
                  <a:pt x="7524029" y="11057121"/>
                </a:cubicBezTo>
                <a:cubicBezTo>
                  <a:pt x="7524029" y="11057121"/>
                  <a:pt x="7523426" y="11061614"/>
                  <a:pt x="7523426" y="11061614"/>
                </a:cubicBezTo>
                <a:cubicBezTo>
                  <a:pt x="7523426" y="11061614"/>
                  <a:pt x="7522824" y="11066106"/>
                  <a:pt x="7530807" y="11067823"/>
                </a:cubicBezTo>
                <a:cubicBezTo>
                  <a:pt x="7522222" y="11070598"/>
                  <a:pt x="7520415" y="11084075"/>
                  <a:pt x="7519813" y="11088567"/>
                </a:cubicBezTo>
                <a:cubicBezTo>
                  <a:pt x="7519813" y="11088567"/>
                  <a:pt x="7519211" y="11093059"/>
                  <a:pt x="7518609" y="11097552"/>
                </a:cubicBezTo>
                <a:cubicBezTo>
                  <a:pt x="7516200" y="11115521"/>
                  <a:pt x="7520569" y="11144193"/>
                  <a:pt x="7518160" y="11162162"/>
                </a:cubicBezTo>
                <a:cubicBezTo>
                  <a:pt x="7518160" y="11162162"/>
                  <a:pt x="7510178" y="11160445"/>
                  <a:pt x="7510178" y="11160445"/>
                </a:cubicBezTo>
                <a:cubicBezTo>
                  <a:pt x="7508370" y="11173922"/>
                  <a:pt x="7505961" y="11191890"/>
                  <a:pt x="7504155" y="11205368"/>
                </a:cubicBezTo>
                <a:cubicBezTo>
                  <a:pt x="7504155" y="11205368"/>
                  <a:pt x="7504758" y="11200874"/>
                  <a:pt x="7512741" y="11202592"/>
                </a:cubicBezTo>
                <a:cubicBezTo>
                  <a:pt x="7513343" y="11198100"/>
                  <a:pt x="7513945" y="11193609"/>
                  <a:pt x="7514548" y="11189116"/>
                </a:cubicBezTo>
                <a:lnTo>
                  <a:pt x="7516354" y="11175639"/>
                </a:lnTo>
                <a:cubicBezTo>
                  <a:pt x="7523134" y="11186342"/>
                  <a:pt x="7515752" y="11180131"/>
                  <a:pt x="7523134" y="11186342"/>
                </a:cubicBezTo>
                <a:cubicBezTo>
                  <a:pt x="7521328" y="11199818"/>
                  <a:pt x="7520122" y="11208803"/>
                  <a:pt x="7510934" y="11216070"/>
                </a:cubicBezTo>
                <a:cubicBezTo>
                  <a:pt x="7517714" y="11226774"/>
                  <a:pt x="7509127" y="11229546"/>
                  <a:pt x="7507321" y="11243023"/>
                </a:cubicBezTo>
                <a:cubicBezTo>
                  <a:pt x="7506719" y="11247516"/>
                  <a:pt x="7506719" y="11247516"/>
                  <a:pt x="7506719" y="11247516"/>
                </a:cubicBezTo>
                <a:cubicBezTo>
                  <a:pt x="7506719" y="11247516"/>
                  <a:pt x="7506719" y="11247516"/>
                  <a:pt x="7506116" y="11252009"/>
                </a:cubicBezTo>
                <a:cubicBezTo>
                  <a:pt x="7512294" y="11267203"/>
                  <a:pt x="7501298" y="11287948"/>
                  <a:pt x="7500094" y="11296932"/>
                </a:cubicBezTo>
                <a:cubicBezTo>
                  <a:pt x="7507477" y="11303143"/>
                  <a:pt x="7507477" y="11303143"/>
                  <a:pt x="7507477" y="11303143"/>
                </a:cubicBezTo>
                <a:lnTo>
                  <a:pt x="7508079" y="11298649"/>
                </a:lnTo>
                <a:cubicBezTo>
                  <a:pt x="7508079" y="11298649"/>
                  <a:pt x="7516064" y="11300367"/>
                  <a:pt x="7516064" y="11300367"/>
                </a:cubicBezTo>
                <a:cubicBezTo>
                  <a:pt x="7516064" y="11300367"/>
                  <a:pt x="7516064" y="11300367"/>
                  <a:pt x="7515461" y="11304859"/>
                </a:cubicBezTo>
                <a:cubicBezTo>
                  <a:pt x="7515461" y="11304859"/>
                  <a:pt x="7514860" y="11309352"/>
                  <a:pt x="7514860" y="11309352"/>
                </a:cubicBezTo>
                <a:cubicBezTo>
                  <a:pt x="7514257" y="11313844"/>
                  <a:pt x="7513655" y="11318337"/>
                  <a:pt x="7513053" y="11322829"/>
                </a:cubicBezTo>
                <a:cubicBezTo>
                  <a:pt x="7505067" y="11321113"/>
                  <a:pt x="7505670" y="11316618"/>
                  <a:pt x="7505670" y="11316618"/>
                </a:cubicBezTo>
                <a:lnTo>
                  <a:pt x="7504465" y="11325603"/>
                </a:lnTo>
                <a:cubicBezTo>
                  <a:pt x="7505067" y="11321113"/>
                  <a:pt x="7496481" y="11323886"/>
                  <a:pt x="7497685" y="11314901"/>
                </a:cubicBezTo>
                <a:cubicBezTo>
                  <a:pt x="7497083" y="11319393"/>
                  <a:pt x="7495879" y="11328377"/>
                  <a:pt x="7493469" y="11346345"/>
                </a:cubicBezTo>
                <a:cubicBezTo>
                  <a:pt x="7492264" y="11355331"/>
                  <a:pt x="7491060" y="11364316"/>
                  <a:pt x="7489856" y="11373299"/>
                </a:cubicBezTo>
                <a:cubicBezTo>
                  <a:pt x="7489253" y="11377791"/>
                  <a:pt x="7489253" y="11377791"/>
                  <a:pt x="7488651" y="11382284"/>
                </a:cubicBezTo>
                <a:cubicBezTo>
                  <a:pt x="7486242" y="11400253"/>
                  <a:pt x="7491817" y="11419941"/>
                  <a:pt x="7489410" y="11437910"/>
                </a:cubicBezTo>
                <a:cubicBezTo>
                  <a:pt x="7488807" y="11442402"/>
                  <a:pt x="7488205" y="11446895"/>
                  <a:pt x="7488205" y="11446895"/>
                </a:cubicBezTo>
                <a:cubicBezTo>
                  <a:pt x="7487603" y="11451386"/>
                  <a:pt x="7487603" y="11451386"/>
                  <a:pt x="7487001" y="11455879"/>
                </a:cubicBezTo>
                <a:lnTo>
                  <a:pt x="7486398" y="11460372"/>
                </a:lnTo>
                <a:cubicBezTo>
                  <a:pt x="7486398" y="11460372"/>
                  <a:pt x="7487001" y="11455879"/>
                  <a:pt x="7494986" y="11457598"/>
                </a:cubicBezTo>
                <a:lnTo>
                  <a:pt x="7496191" y="11448614"/>
                </a:lnTo>
                <a:cubicBezTo>
                  <a:pt x="7502367" y="11463808"/>
                  <a:pt x="7500559" y="11477284"/>
                  <a:pt x="7498753" y="11490762"/>
                </a:cubicBezTo>
                <a:cubicBezTo>
                  <a:pt x="7498753" y="11490762"/>
                  <a:pt x="7498753" y="11490762"/>
                  <a:pt x="7490770" y="11489045"/>
                </a:cubicBezTo>
                <a:cubicBezTo>
                  <a:pt x="7490770" y="11489045"/>
                  <a:pt x="7492576" y="11475566"/>
                  <a:pt x="7492576" y="11475566"/>
                </a:cubicBezTo>
                <a:cubicBezTo>
                  <a:pt x="7491372" y="11484551"/>
                  <a:pt x="7491974" y="11480061"/>
                  <a:pt x="7483989" y="11478341"/>
                </a:cubicBezTo>
                <a:cubicBezTo>
                  <a:pt x="7481580" y="11496309"/>
                  <a:pt x="7477966" y="11523265"/>
                  <a:pt x="7475557" y="11541233"/>
                </a:cubicBezTo>
                <a:cubicBezTo>
                  <a:pt x="7475557" y="11541233"/>
                  <a:pt x="7483543" y="11542953"/>
                  <a:pt x="7483543" y="11542953"/>
                </a:cubicBezTo>
                <a:cubicBezTo>
                  <a:pt x="7481736" y="11556429"/>
                  <a:pt x="7481135" y="11560921"/>
                  <a:pt x="7479930" y="11569905"/>
                </a:cubicBezTo>
                <a:cubicBezTo>
                  <a:pt x="7479930" y="11569905"/>
                  <a:pt x="7472547" y="11563694"/>
                  <a:pt x="7472547" y="11563694"/>
                </a:cubicBezTo>
                <a:cubicBezTo>
                  <a:pt x="7471343" y="11572680"/>
                  <a:pt x="7468934" y="11590649"/>
                  <a:pt x="7460948" y="11588929"/>
                </a:cubicBezTo>
                <a:cubicBezTo>
                  <a:pt x="7459744" y="11597914"/>
                  <a:pt x="7459744" y="11597914"/>
                  <a:pt x="7459744" y="11597914"/>
                </a:cubicBezTo>
                <a:cubicBezTo>
                  <a:pt x="7459142" y="11602408"/>
                  <a:pt x="7459142" y="11602408"/>
                  <a:pt x="7459142" y="11602408"/>
                </a:cubicBezTo>
                <a:cubicBezTo>
                  <a:pt x="7458539" y="11606899"/>
                  <a:pt x="7467126" y="11604125"/>
                  <a:pt x="7467126" y="11604125"/>
                </a:cubicBezTo>
                <a:cubicBezTo>
                  <a:pt x="7466526" y="11608618"/>
                  <a:pt x="7457937" y="11611392"/>
                  <a:pt x="7458539" y="11606899"/>
                </a:cubicBezTo>
                <a:cubicBezTo>
                  <a:pt x="7457335" y="11615885"/>
                  <a:pt x="7464115" y="11626587"/>
                  <a:pt x="7454927" y="11633854"/>
                </a:cubicBezTo>
                <a:cubicBezTo>
                  <a:pt x="7461104" y="11649049"/>
                  <a:pt x="7456889" y="11680494"/>
                  <a:pt x="7454480" y="11698464"/>
                </a:cubicBezTo>
                <a:cubicBezTo>
                  <a:pt x="7455082" y="11693970"/>
                  <a:pt x="7454480" y="11698464"/>
                  <a:pt x="7446494" y="11696744"/>
                </a:cubicBezTo>
                <a:cubicBezTo>
                  <a:pt x="7437909" y="11699519"/>
                  <a:pt x="7445290" y="11705730"/>
                  <a:pt x="7437307" y="11704011"/>
                </a:cubicBezTo>
                <a:cubicBezTo>
                  <a:pt x="7436102" y="11712995"/>
                  <a:pt x="7444086" y="11714713"/>
                  <a:pt x="7435500" y="11717488"/>
                </a:cubicBezTo>
                <a:cubicBezTo>
                  <a:pt x="7442882" y="11723698"/>
                  <a:pt x="7442882" y="11723698"/>
                  <a:pt x="7434296" y="11726473"/>
                </a:cubicBezTo>
                <a:cubicBezTo>
                  <a:pt x="7442279" y="11728191"/>
                  <a:pt x="7442279" y="11728191"/>
                  <a:pt x="7442279" y="11728191"/>
                </a:cubicBezTo>
                <a:cubicBezTo>
                  <a:pt x="7442279" y="11728191"/>
                  <a:pt x="7441677" y="11732684"/>
                  <a:pt x="7441677" y="11732684"/>
                </a:cubicBezTo>
                <a:cubicBezTo>
                  <a:pt x="7441074" y="11737177"/>
                  <a:pt x="7441074" y="11737177"/>
                  <a:pt x="7441074" y="11737177"/>
                </a:cubicBezTo>
                <a:cubicBezTo>
                  <a:pt x="7441074" y="11737177"/>
                  <a:pt x="7440472" y="11741667"/>
                  <a:pt x="7440472" y="11741667"/>
                </a:cubicBezTo>
                <a:cubicBezTo>
                  <a:pt x="7439871" y="11746160"/>
                  <a:pt x="7438064" y="11759638"/>
                  <a:pt x="7438666" y="11755145"/>
                </a:cubicBezTo>
                <a:cubicBezTo>
                  <a:pt x="7438064" y="11759638"/>
                  <a:pt x="7438064" y="11759638"/>
                  <a:pt x="7438064" y="11759638"/>
                </a:cubicBezTo>
                <a:cubicBezTo>
                  <a:pt x="7436859" y="11768622"/>
                  <a:pt x="7436859" y="11768622"/>
                  <a:pt x="7444242" y="11774833"/>
                </a:cubicBezTo>
                <a:cubicBezTo>
                  <a:pt x="7436859" y="11768622"/>
                  <a:pt x="7443037" y="11783817"/>
                  <a:pt x="7443640" y="11779325"/>
                </a:cubicBezTo>
                <a:cubicBezTo>
                  <a:pt x="7441833" y="11792801"/>
                  <a:pt x="7442435" y="11788309"/>
                  <a:pt x="7441833" y="11792801"/>
                </a:cubicBezTo>
                <a:cubicBezTo>
                  <a:pt x="7441833" y="11792801"/>
                  <a:pt x="7441833" y="11792801"/>
                  <a:pt x="7449818" y="11794519"/>
                </a:cubicBezTo>
                <a:cubicBezTo>
                  <a:pt x="7449216" y="11799011"/>
                  <a:pt x="7448011" y="11807997"/>
                  <a:pt x="7447409" y="11812490"/>
                </a:cubicBezTo>
                <a:cubicBezTo>
                  <a:pt x="7447409" y="11812490"/>
                  <a:pt x="7438823" y="11815264"/>
                  <a:pt x="7446204" y="11821474"/>
                </a:cubicBezTo>
                <a:cubicBezTo>
                  <a:pt x="7445602" y="11825965"/>
                  <a:pt x="7444398" y="11834950"/>
                  <a:pt x="7435208" y="11842218"/>
                </a:cubicBezTo>
                <a:cubicBezTo>
                  <a:pt x="7442591" y="11848427"/>
                  <a:pt x="7443796" y="11839443"/>
                  <a:pt x="7443193" y="11843935"/>
                </a:cubicBezTo>
                <a:cubicBezTo>
                  <a:pt x="7442591" y="11848427"/>
                  <a:pt x="7443193" y="11843935"/>
                  <a:pt x="7442591" y="11848427"/>
                </a:cubicBezTo>
                <a:cubicBezTo>
                  <a:pt x="7434004" y="11851201"/>
                  <a:pt x="7441386" y="11857412"/>
                  <a:pt x="7440785" y="11861904"/>
                </a:cubicBezTo>
                <a:cubicBezTo>
                  <a:pt x="7440785" y="11861904"/>
                  <a:pt x="7440785" y="11861904"/>
                  <a:pt x="7440183" y="11866396"/>
                </a:cubicBezTo>
                <a:cubicBezTo>
                  <a:pt x="7439580" y="11870889"/>
                  <a:pt x="7438376" y="11879873"/>
                  <a:pt x="7430390" y="11878154"/>
                </a:cubicBezTo>
                <a:cubicBezTo>
                  <a:pt x="7430992" y="11873662"/>
                  <a:pt x="7432197" y="11864678"/>
                  <a:pt x="7424213" y="11862960"/>
                </a:cubicBezTo>
                <a:cubicBezTo>
                  <a:pt x="7424815" y="11858467"/>
                  <a:pt x="7433401" y="11855693"/>
                  <a:pt x="7434004" y="11851201"/>
                </a:cubicBezTo>
                <a:cubicBezTo>
                  <a:pt x="7434606" y="11846708"/>
                  <a:pt x="7434606" y="11846708"/>
                  <a:pt x="7434606" y="11846708"/>
                </a:cubicBezTo>
                <a:cubicBezTo>
                  <a:pt x="7426019" y="11849483"/>
                  <a:pt x="7426622" y="11844990"/>
                  <a:pt x="7426019" y="11849483"/>
                </a:cubicBezTo>
                <a:cubicBezTo>
                  <a:pt x="7426622" y="11844990"/>
                  <a:pt x="7424213" y="11862960"/>
                  <a:pt x="7424213" y="11862960"/>
                </a:cubicBezTo>
                <a:cubicBezTo>
                  <a:pt x="7423610" y="11867453"/>
                  <a:pt x="7423008" y="11871945"/>
                  <a:pt x="7423008" y="11871945"/>
                </a:cubicBezTo>
                <a:lnTo>
                  <a:pt x="7423505" y="11880850"/>
                </a:lnTo>
                <a:lnTo>
                  <a:pt x="7338500" y="11880850"/>
                </a:lnTo>
                <a:lnTo>
                  <a:pt x="7337763" y="11872088"/>
                </a:lnTo>
                <a:cubicBezTo>
                  <a:pt x="7337217" y="11868504"/>
                  <a:pt x="7337668" y="11865134"/>
                  <a:pt x="7342564" y="11859255"/>
                </a:cubicBezTo>
                <a:cubicBezTo>
                  <a:pt x="7342564" y="11859255"/>
                  <a:pt x="7343166" y="11854763"/>
                  <a:pt x="7343166" y="11854763"/>
                </a:cubicBezTo>
                <a:cubicBezTo>
                  <a:pt x="7335784" y="11848552"/>
                  <a:pt x="7344370" y="11845779"/>
                  <a:pt x="7336988" y="11839569"/>
                </a:cubicBezTo>
                <a:cubicBezTo>
                  <a:pt x="7345575" y="11836795"/>
                  <a:pt x="7347984" y="11818825"/>
                  <a:pt x="7349189" y="11809841"/>
                </a:cubicBezTo>
                <a:cubicBezTo>
                  <a:pt x="7349790" y="11805347"/>
                  <a:pt x="7350543" y="11799732"/>
                  <a:pt x="7351371" y="11793556"/>
                </a:cubicBezTo>
                <a:lnTo>
                  <a:pt x="7353885" y="11774804"/>
                </a:lnTo>
                <a:lnTo>
                  <a:pt x="7354006" y="11773901"/>
                </a:lnTo>
                <a:lnTo>
                  <a:pt x="7353977" y="11774115"/>
                </a:lnTo>
                <a:lnTo>
                  <a:pt x="7354157" y="11772778"/>
                </a:lnTo>
                <a:cubicBezTo>
                  <a:pt x="7354459" y="11770532"/>
                  <a:pt x="7354910" y="11767164"/>
                  <a:pt x="7355211" y="11764917"/>
                </a:cubicBezTo>
                <a:cubicBezTo>
                  <a:pt x="7355813" y="11760425"/>
                  <a:pt x="7355211" y="11764917"/>
                  <a:pt x="7364400" y="11757651"/>
                </a:cubicBezTo>
                <a:cubicBezTo>
                  <a:pt x="7356415" y="11755933"/>
                  <a:pt x="7355211" y="11764917"/>
                  <a:pt x="7358222" y="11742456"/>
                </a:cubicBezTo>
                <a:cubicBezTo>
                  <a:pt x="7360028" y="11728978"/>
                  <a:pt x="7362437" y="11711009"/>
                  <a:pt x="7355657" y="11700306"/>
                </a:cubicBezTo>
                <a:cubicBezTo>
                  <a:pt x="7356259" y="11695814"/>
                  <a:pt x="7357464" y="11686831"/>
                  <a:pt x="7357464" y="11686831"/>
                </a:cubicBezTo>
                <a:cubicBezTo>
                  <a:pt x="7349480" y="11685112"/>
                  <a:pt x="7348878" y="11689605"/>
                  <a:pt x="7348878" y="11689605"/>
                </a:cubicBezTo>
                <a:cubicBezTo>
                  <a:pt x="7347674" y="11698589"/>
                  <a:pt x="7347674" y="11698589"/>
                  <a:pt x="7346469" y="11707575"/>
                </a:cubicBezTo>
                <a:cubicBezTo>
                  <a:pt x="7345867" y="11712065"/>
                  <a:pt x="7345867" y="11712065"/>
                  <a:pt x="7345867" y="11712065"/>
                </a:cubicBezTo>
                <a:cubicBezTo>
                  <a:pt x="7344060" y="11725543"/>
                  <a:pt x="7343458" y="11730035"/>
                  <a:pt x="7342855" y="11734528"/>
                </a:cubicBezTo>
                <a:cubicBezTo>
                  <a:pt x="7342855" y="11734528"/>
                  <a:pt x="7342254" y="11739020"/>
                  <a:pt x="7342254" y="11739020"/>
                </a:cubicBezTo>
                <a:cubicBezTo>
                  <a:pt x="7334871" y="11732808"/>
                  <a:pt x="7344060" y="11725543"/>
                  <a:pt x="7336678" y="11719332"/>
                </a:cubicBezTo>
                <a:cubicBezTo>
                  <a:pt x="7337882" y="11710348"/>
                  <a:pt x="7329296" y="11713123"/>
                  <a:pt x="7330500" y="11704138"/>
                </a:cubicBezTo>
                <a:cubicBezTo>
                  <a:pt x="7339086" y="11701363"/>
                  <a:pt x="7342700" y="11674410"/>
                  <a:pt x="7345109" y="11656441"/>
                </a:cubicBezTo>
                <a:cubicBezTo>
                  <a:pt x="7345109" y="11656441"/>
                  <a:pt x="7343904" y="11665424"/>
                  <a:pt x="7352491" y="11662651"/>
                </a:cubicBezTo>
                <a:cubicBezTo>
                  <a:pt x="7351889" y="11667142"/>
                  <a:pt x="7351889" y="11667142"/>
                  <a:pt x="7351889" y="11667142"/>
                </a:cubicBezTo>
                <a:cubicBezTo>
                  <a:pt x="7352491" y="11662651"/>
                  <a:pt x="7352491" y="11662651"/>
                  <a:pt x="7360474" y="11664367"/>
                </a:cubicBezTo>
                <a:cubicBezTo>
                  <a:pt x="7362281" y="11650891"/>
                  <a:pt x="7364088" y="11637415"/>
                  <a:pt x="7356105" y="11635696"/>
                </a:cubicBezTo>
                <a:cubicBezTo>
                  <a:pt x="7355502" y="11640189"/>
                  <a:pt x="7354899" y="11644681"/>
                  <a:pt x="7346314" y="11647454"/>
                </a:cubicBezTo>
                <a:lnTo>
                  <a:pt x="7345711" y="11651947"/>
                </a:lnTo>
                <a:cubicBezTo>
                  <a:pt x="7346314" y="11647454"/>
                  <a:pt x="7338330" y="11645736"/>
                  <a:pt x="7339534" y="11636753"/>
                </a:cubicBezTo>
                <a:cubicBezTo>
                  <a:pt x="7332753" y="11626050"/>
                  <a:pt x="7333958" y="11617064"/>
                  <a:pt x="7335163" y="11608081"/>
                </a:cubicBezTo>
                <a:cubicBezTo>
                  <a:pt x="7343147" y="11609799"/>
                  <a:pt x="7344954" y="11596322"/>
                  <a:pt x="7345557" y="11591830"/>
                </a:cubicBezTo>
                <a:cubicBezTo>
                  <a:pt x="7346762" y="11582845"/>
                  <a:pt x="7346762" y="11582845"/>
                  <a:pt x="7347964" y="11573862"/>
                </a:cubicBezTo>
                <a:cubicBezTo>
                  <a:pt x="7349170" y="11564877"/>
                  <a:pt x="7349170" y="11564877"/>
                  <a:pt x="7350374" y="11555892"/>
                </a:cubicBezTo>
                <a:cubicBezTo>
                  <a:pt x="7350374" y="11555892"/>
                  <a:pt x="7358358" y="11557609"/>
                  <a:pt x="7358358" y="11557609"/>
                </a:cubicBezTo>
                <a:cubicBezTo>
                  <a:pt x="7359562" y="11548624"/>
                  <a:pt x="7360767" y="11539640"/>
                  <a:pt x="7352784" y="11537923"/>
                </a:cubicBezTo>
                <a:cubicBezTo>
                  <a:pt x="7353988" y="11528939"/>
                  <a:pt x="7361369" y="11535147"/>
                  <a:pt x="7362574" y="11526163"/>
                </a:cubicBezTo>
                <a:cubicBezTo>
                  <a:pt x="7363176" y="11521670"/>
                  <a:pt x="7354590" y="11524446"/>
                  <a:pt x="7354590" y="11524446"/>
                </a:cubicBezTo>
                <a:cubicBezTo>
                  <a:pt x="7355794" y="11515462"/>
                  <a:pt x="7356397" y="11510969"/>
                  <a:pt x="7357601" y="11501984"/>
                </a:cubicBezTo>
                <a:cubicBezTo>
                  <a:pt x="7357601" y="11501984"/>
                  <a:pt x="7356397" y="11510969"/>
                  <a:pt x="7348411" y="11509250"/>
                </a:cubicBezTo>
                <a:cubicBezTo>
                  <a:pt x="7350219" y="11495773"/>
                  <a:pt x="7351424" y="11486789"/>
                  <a:pt x="7353230" y="11473313"/>
                </a:cubicBezTo>
                <a:cubicBezTo>
                  <a:pt x="7352628" y="11477804"/>
                  <a:pt x="7344042" y="11480578"/>
                  <a:pt x="7342837" y="11489563"/>
                </a:cubicBezTo>
                <a:cubicBezTo>
                  <a:pt x="7342236" y="11494055"/>
                  <a:pt x="7349014" y="11504758"/>
                  <a:pt x="7347809" y="11513744"/>
                </a:cubicBezTo>
                <a:cubicBezTo>
                  <a:pt x="7346002" y="11527220"/>
                  <a:pt x="7335610" y="11543470"/>
                  <a:pt x="7342991" y="11549682"/>
                </a:cubicBezTo>
                <a:cubicBezTo>
                  <a:pt x="7344196" y="11540696"/>
                  <a:pt x="7345400" y="11531712"/>
                  <a:pt x="7346605" y="11522727"/>
                </a:cubicBezTo>
                <a:cubicBezTo>
                  <a:pt x="7347207" y="11518234"/>
                  <a:pt x="7353988" y="11528939"/>
                  <a:pt x="7353386" y="11533430"/>
                </a:cubicBezTo>
                <a:cubicBezTo>
                  <a:pt x="7344196" y="11540696"/>
                  <a:pt x="7342991" y="11549682"/>
                  <a:pt x="7341185" y="11563158"/>
                </a:cubicBezTo>
                <a:cubicBezTo>
                  <a:pt x="7340583" y="11567650"/>
                  <a:pt x="7340583" y="11567650"/>
                  <a:pt x="7339980" y="11572143"/>
                </a:cubicBezTo>
                <a:cubicBezTo>
                  <a:pt x="7339980" y="11572143"/>
                  <a:pt x="7339378" y="11576636"/>
                  <a:pt x="7338776" y="11581127"/>
                </a:cubicBezTo>
                <a:cubicBezTo>
                  <a:pt x="7338776" y="11581127"/>
                  <a:pt x="7346158" y="11587338"/>
                  <a:pt x="7345557" y="11591830"/>
                </a:cubicBezTo>
                <a:cubicBezTo>
                  <a:pt x="7336969" y="11594604"/>
                  <a:pt x="7336969" y="11594604"/>
                  <a:pt x="7335764" y="11603589"/>
                </a:cubicBezTo>
                <a:cubicBezTo>
                  <a:pt x="7335764" y="11603589"/>
                  <a:pt x="7336367" y="11599096"/>
                  <a:pt x="7328384" y="11597379"/>
                </a:cubicBezTo>
                <a:cubicBezTo>
                  <a:pt x="7327782" y="11601871"/>
                  <a:pt x="7326577" y="11610855"/>
                  <a:pt x="7325373" y="11619839"/>
                </a:cubicBezTo>
                <a:cubicBezTo>
                  <a:pt x="7322361" y="11642302"/>
                  <a:pt x="7319952" y="11660271"/>
                  <a:pt x="7318146" y="11673748"/>
                </a:cubicBezTo>
                <a:cubicBezTo>
                  <a:pt x="7326129" y="11675464"/>
                  <a:pt x="7326731" y="11670974"/>
                  <a:pt x="7326731" y="11670974"/>
                </a:cubicBezTo>
                <a:cubicBezTo>
                  <a:pt x="7324323" y="11688943"/>
                  <a:pt x="7321914" y="11706912"/>
                  <a:pt x="7320107" y="11720388"/>
                </a:cubicBezTo>
                <a:cubicBezTo>
                  <a:pt x="7319505" y="11724881"/>
                  <a:pt x="7319505" y="11724881"/>
                  <a:pt x="7319505" y="11724881"/>
                </a:cubicBezTo>
                <a:cubicBezTo>
                  <a:pt x="7321311" y="11711404"/>
                  <a:pt x="7315135" y="11696208"/>
                  <a:pt x="7315737" y="11691717"/>
                </a:cubicBezTo>
                <a:cubicBezTo>
                  <a:pt x="7314532" y="11700701"/>
                  <a:pt x="7314532" y="11700701"/>
                  <a:pt x="7313929" y="11705193"/>
                </a:cubicBezTo>
                <a:cubicBezTo>
                  <a:pt x="7313328" y="11709687"/>
                  <a:pt x="7313328" y="11709687"/>
                  <a:pt x="7312726" y="11714177"/>
                </a:cubicBezTo>
                <a:lnTo>
                  <a:pt x="7308338" y="11707253"/>
                </a:lnTo>
                <a:lnTo>
                  <a:pt x="7308563" y="11706927"/>
                </a:lnTo>
                <a:cubicBezTo>
                  <a:pt x="7307791" y="11705027"/>
                  <a:pt x="7305946" y="11703474"/>
                  <a:pt x="7305946" y="11703474"/>
                </a:cubicBezTo>
                <a:lnTo>
                  <a:pt x="7308957" y="11681014"/>
                </a:lnTo>
                <a:cubicBezTo>
                  <a:pt x="7309558" y="11676521"/>
                  <a:pt x="7309558" y="11676521"/>
                  <a:pt x="7301576" y="11674803"/>
                </a:cubicBezTo>
                <a:cubicBezTo>
                  <a:pt x="7302780" y="11665819"/>
                  <a:pt x="7303382" y="11661327"/>
                  <a:pt x="7304587" y="11652341"/>
                </a:cubicBezTo>
                <a:cubicBezTo>
                  <a:pt x="7305188" y="11647849"/>
                  <a:pt x="7305188" y="11647849"/>
                  <a:pt x="7305790" y="11643357"/>
                </a:cubicBezTo>
                <a:cubicBezTo>
                  <a:pt x="7307598" y="11629879"/>
                  <a:pt x="7302021" y="11610192"/>
                  <a:pt x="7310609" y="11607419"/>
                </a:cubicBezTo>
                <a:cubicBezTo>
                  <a:pt x="7311211" y="11602927"/>
                  <a:pt x="7311211" y="11602927"/>
                  <a:pt x="7303828" y="11596717"/>
                </a:cubicBezTo>
                <a:cubicBezTo>
                  <a:pt x="7302021" y="11610192"/>
                  <a:pt x="7300817" y="11619177"/>
                  <a:pt x="7299010" y="11632653"/>
                </a:cubicBezTo>
                <a:cubicBezTo>
                  <a:pt x="7293021" y="11631365"/>
                  <a:pt x="7296693" y="11626956"/>
                  <a:pt x="7295535" y="11624107"/>
                </a:cubicBezTo>
                <a:lnTo>
                  <a:pt x="7292916" y="11622400"/>
                </a:lnTo>
                <a:lnTo>
                  <a:pt x="7292916" y="11653033"/>
                </a:lnTo>
                <a:lnTo>
                  <a:pt x="7293641" y="11652828"/>
                </a:lnTo>
                <a:cubicBezTo>
                  <a:pt x="7295915" y="11652184"/>
                  <a:pt x="7298189" y="11651539"/>
                  <a:pt x="7298189" y="11651539"/>
                </a:cubicBezTo>
                <a:cubicBezTo>
                  <a:pt x="7297303" y="11658152"/>
                  <a:pt x="7296268" y="11665868"/>
                  <a:pt x="7294392" y="11671701"/>
                </a:cubicBezTo>
                <a:lnTo>
                  <a:pt x="7292916" y="11673180"/>
                </a:lnTo>
                <a:lnTo>
                  <a:pt x="7292916" y="11880850"/>
                </a:lnTo>
                <a:lnTo>
                  <a:pt x="7243872" y="11880850"/>
                </a:lnTo>
                <a:lnTo>
                  <a:pt x="7241093" y="11880850"/>
                </a:lnTo>
                <a:lnTo>
                  <a:pt x="7232880" y="11880850"/>
                </a:lnTo>
                <a:lnTo>
                  <a:pt x="6784590" y="11880850"/>
                </a:lnTo>
                <a:lnTo>
                  <a:pt x="6727720" y="11880850"/>
                </a:lnTo>
                <a:lnTo>
                  <a:pt x="6715098" y="11880850"/>
                </a:lnTo>
                <a:lnTo>
                  <a:pt x="0" y="11880850"/>
                </a:lnTo>
                <a:close/>
              </a:path>
            </a:pathLst>
          </a:custGeom>
          <a:solidFill>
            <a:schemeClr val="lt1">
              <a:alpha val="80000"/>
            </a:schemeClr>
          </a:solidFill>
          <a:ln>
            <a:noFill/>
          </a:ln>
          <a:effectLst>
            <a:outerShdw blurRad="444500" rotWithShape="0" algn="tl" dist="482600">
              <a:srgbClr val="000000">
                <a:alpha val="40000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2518" l="0" r="0" t="12518"/>
          <a:stretch/>
        </p:blipFill>
        <p:spPr>
          <a:xfrm>
            <a:off x="426189" y="458788"/>
            <a:ext cx="11339700" cy="59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/>
          <p:nvPr/>
        </p:nvSpPr>
        <p:spPr>
          <a:xfrm flipH="1" rot="10800000">
            <a:off x="313213" y="459176"/>
            <a:ext cx="6486109" cy="5940425"/>
          </a:xfrm>
          <a:custGeom>
            <a:rect b="b" l="l" r="r" t="t"/>
            <a:pathLst>
              <a:path extrusionOk="0" h="11880850" w="8977313">
                <a:moveTo>
                  <a:pt x="8761479" y="16790"/>
                </a:moveTo>
                <a:cubicBezTo>
                  <a:pt x="8761479" y="16790"/>
                  <a:pt x="8764025" y="14974"/>
                  <a:pt x="8765632" y="11819"/>
                </a:cubicBezTo>
                <a:lnTo>
                  <a:pt x="8764283" y="0"/>
                </a:lnTo>
                <a:lnTo>
                  <a:pt x="8763974" y="0"/>
                </a:lnTo>
                <a:close/>
                <a:moveTo>
                  <a:pt x="8763021" y="87358"/>
                </a:moveTo>
                <a:cubicBezTo>
                  <a:pt x="8764110" y="88196"/>
                  <a:pt x="8766466" y="88653"/>
                  <a:pt x="8771541" y="87133"/>
                </a:cubicBezTo>
                <a:cubicBezTo>
                  <a:pt x="8762115" y="85302"/>
                  <a:pt x="8762839" y="80428"/>
                  <a:pt x="8762839" y="80428"/>
                </a:cubicBezTo>
                <a:cubicBezTo>
                  <a:pt x="8762115" y="85302"/>
                  <a:pt x="8762115" y="85302"/>
                  <a:pt x="8762115" y="85302"/>
                </a:cubicBezTo>
                <a:cubicBezTo>
                  <a:pt x="8762115" y="85302"/>
                  <a:pt x="8761934" y="86520"/>
                  <a:pt x="8763021" y="87358"/>
                </a:cubicBezTo>
                <a:close/>
                <a:moveTo>
                  <a:pt x="8821576" y="152944"/>
                </a:moveTo>
                <a:cubicBezTo>
                  <a:pt x="8822980" y="151650"/>
                  <a:pt x="8823282" y="149619"/>
                  <a:pt x="8823282" y="149619"/>
                </a:cubicBezTo>
                <a:cubicBezTo>
                  <a:pt x="8823282" y="149619"/>
                  <a:pt x="8813854" y="147789"/>
                  <a:pt x="8813854" y="147789"/>
                </a:cubicBezTo>
                <a:cubicBezTo>
                  <a:pt x="8813854" y="147789"/>
                  <a:pt x="8813252" y="151850"/>
                  <a:pt x="8813252" y="151850"/>
                </a:cubicBezTo>
                <a:cubicBezTo>
                  <a:pt x="8817664" y="154796"/>
                  <a:pt x="8820171" y="154238"/>
                  <a:pt x="8821576" y="152944"/>
                </a:cubicBezTo>
                <a:close/>
                <a:moveTo>
                  <a:pt x="8728285" y="301522"/>
                </a:moveTo>
                <a:cubicBezTo>
                  <a:pt x="8728951" y="297029"/>
                  <a:pt x="8728951" y="297029"/>
                  <a:pt x="8728951" y="297029"/>
                </a:cubicBezTo>
                <a:cubicBezTo>
                  <a:pt x="8729619" y="292538"/>
                  <a:pt x="8730286" y="288046"/>
                  <a:pt x="8730953" y="283552"/>
                </a:cubicBezTo>
                <a:cubicBezTo>
                  <a:pt x="8722105" y="281834"/>
                  <a:pt x="8721438" y="286327"/>
                  <a:pt x="8722105" y="281834"/>
                </a:cubicBezTo>
                <a:cubicBezTo>
                  <a:pt x="8721438" y="286327"/>
                  <a:pt x="8729619" y="292538"/>
                  <a:pt x="8728285" y="301522"/>
                </a:cubicBezTo>
                <a:close/>
                <a:moveTo>
                  <a:pt x="8735129" y="316717"/>
                </a:moveTo>
                <a:lnTo>
                  <a:pt x="8739133" y="289764"/>
                </a:lnTo>
                <a:cubicBezTo>
                  <a:pt x="8747981" y="291482"/>
                  <a:pt x="8748649" y="286989"/>
                  <a:pt x="8749317" y="282496"/>
                </a:cubicBezTo>
                <a:cubicBezTo>
                  <a:pt x="8749317" y="282496"/>
                  <a:pt x="8749317" y="282496"/>
                  <a:pt x="8749983" y="278004"/>
                </a:cubicBezTo>
                <a:cubicBezTo>
                  <a:pt x="8741136" y="276286"/>
                  <a:pt x="8741136" y="276286"/>
                  <a:pt x="8741136" y="276286"/>
                </a:cubicBezTo>
                <a:cubicBezTo>
                  <a:pt x="8741136" y="276286"/>
                  <a:pt x="8741136" y="276286"/>
                  <a:pt x="8740468" y="280778"/>
                </a:cubicBezTo>
                <a:cubicBezTo>
                  <a:pt x="8740468" y="280778"/>
                  <a:pt x="8739801" y="285271"/>
                  <a:pt x="8739801" y="285271"/>
                </a:cubicBezTo>
                <a:cubicBezTo>
                  <a:pt x="8739133" y="289763"/>
                  <a:pt x="8735921" y="296073"/>
                  <a:pt x="8733897" y="302034"/>
                </a:cubicBezTo>
                <a:cubicBezTo>
                  <a:pt x="8731873" y="307997"/>
                  <a:pt x="8731040" y="313612"/>
                  <a:pt x="8735129" y="316717"/>
                </a:cubicBezTo>
                <a:close/>
                <a:moveTo>
                  <a:pt x="8081805" y="321396"/>
                </a:moveTo>
                <a:lnTo>
                  <a:pt x="8081805" y="223959"/>
                </a:lnTo>
                <a:lnTo>
                  <a:pt x="8085615" y="221882"/>
                </a:lnTo>
                <a:cubicBezTo>
                  <a:pt x="8086259" y="217549"/>
                  <a:pt x="8086902" y="213219"/>
                  <a:pt x="8087546" y="208888"/>
                </a:cubicBezTo>
                <a:cubicBezTo>
                  <a:pt x="8088189" y="204557"/>
                  <a:pt x="8088672" y="201308"/>
                  <a:pt x="8087895" y="198372"/>
                </a:cubicBezTo>
                <a:lnTo>
                  <a:pt x="8081805" y="191064"/>
                </a:lnTo>
                <a:lnTo>
                  <a:pt x="8081805" y="170448"/>
                </a:lnTo>
                <a:lnTo>
                  <a:pt x="8083509" y="170779"/>
                </a:lnTo>
                <a:cubicBezTo>
                  <a:pt x="8084233" y="165907"/>
                  <a:pt x="8084233" y="165907"/>
                  <a:pt x="8084233" y="165907"/>
                </a:cubicBezTo>
                <a:lnTo>
                  <a:pt x="8081805" y="165436"/>
                </a:lnTo>
                <a:lnTo>
                  <a:pt x="8081805" y="116877"/>
                </a:lnTo>
                <a:lnTo>
                  <a:pt x="8082129" y="116541"/>
                </a:lnTo>
                <a:cubicBezTo>
                  <a:pt x="8085091" y="111916"/>
                  <a:pt x="8087971" y="107854"/>
                  <a:pt x="8092394" y="108712"/>
                </a:cubicBezTo>
                <a:lnTo>
                  <a:pt x="8091059" y="117698"/>
                </a:lnTo>
                <a:cubicBezTo>
                  <a:pt x="8099240" y="123909"/>
                  <a:pt x="8100575" y="114924"/>
                  <a:pt x="8101242" y="110431"/>
                </a:cubicBezTo>
                <a:cubicBezTo>
                  <a:pt x="8108755" y="121134"/>
                  <a:pt x="8105418" y="143595"/>
                  <a:pt x="8095236" y="150862"/>
                </a:cubicBezTo>
                <a:cubicBezTo>
                  <a:pt x="8094569" y="155354"/>
                  <a:pt x="8093234" y="164339"/>
                  <a:pt x="8102081" y="166057"/>
                </a:cubicBezTo>
                <a:lnTo>
                  <a:pt x="8100078" y="179534"/>
                </a:lnTo>
                <a:cubicBezTo>
                  <a:pt x="8108927" y="181252"/>
                  <a:pt x="8104923" y="208205"/>
                  <a:pt x="8096741" y="201995"/>
                </a:cubicBezTo>
                <a:cubicBezTo>
                  <a:pt x="8096075" y="206487"/>
                  <a:pt x="8096075" y="206487"/>
                  <a:pt x="8094739" y="215471"/>
                </a:cubicBezTo>
                <a:cubicBezTo>
                  <a:pt x="8094739" y="215471"/>
                  <a:pt x="8094739" y="215471"/>
                  <a:pt x="8093405" y="224456"/>
                </a:cubicBezTo>
                <a:cubicBezTo>
                  <a:pt x="8092738" y="228949"/>
                  <a:pt x="8092738" y="228949"/>
                  <a:pt x="8092738" y="228949"/>
                </a:cubicBezTo>
                <a:cubicBezTo>
                  <a:pt x="8090735" y="242426"/>
                  <a:pt x="8088066" y="260394"/>
                  <a:pt x="8094913" y="275590"/>
                </a:cubicBezTo>
                <a:cubicBezTo>
                  <a:pt x="8084061" y="287348"/>
                  <a:pt x="8092243" y="293559"/>
                  <a:pt x="8090907" y="302543"/>
                </a:cubicBezTo>
                <a:lnTo>
                  <a:pt x="8090241" y="307037"/>
                </a:lnTo>
                <a:lnTo>
                  <a:pt x="8084147" y="317408"/>
                </a:lnTo>
                <a:close/>
                <a:moveTo>
                  <a:pt x="8751837" y="352289"/>
                </a:moveTo>
                <a:cubicBezTo>
                  <a:pt x="8754048" y="352719"/>
                  <a:pt x="8756427" y="352025"/>
                  <a:pt x="8756761" y="349780"/>
                </a:cubicBezTo>
                <a:cubicBezTo>
                  <a:pt x="8756761" y="349780"/>
                  <a:pt x="8747914" y="348061"/>
                  <a:pt x="8748582" y="343568"/>
                </a:cubicBezTo>
                <a:lnTo>
                  <a:pt x="8747914" y="348061"/>
                </a:lnTo>
                <a:cubicBezTo>
                  <a:pt x="8747580" y="350307"/>
                  <a:pt x="8749625" y="351860"/>
                  <a:pt x="8751837" y="352289"/>
                </a:cubicBezTo>
                <a:close/>
                <a:moveTo>
                  <a:pt x="8081805" y="363819"/>
                </a:moveTo>
                <a:lnTo>
                  <a:pt x="8081805" y="329676"/>
                </a:lnTo>
                <a:lnTo>
                  <a:pt x="8085465" y="331528"/>
                </a:lnTo>
                <a:cubicBezTo>
                  <a:pt x="8086571" y="331743"/>
                  <a:pt x="8086571" y="331743"/>
                  <a:pt x="8086237" y="333989"/>
                </a:cubicBezTo>
                <a:cubicBezTo>
                  <a:pt x="8086237" y="333989"/>
                  <a:pt x="8085569" y="338482"/>
                  <a:pt x="8085569" y="338482"/>
                </a:cubicBezTo>
                <a:cubicBezTo>
                  <a:pt x="8084235" y="347465"/>
                  <a:pt x="8083567" y="351959"/>
                  <a:pt x="8082232" y="360944"/>
                </a:cubicBezTo>
                <a:close/>
                <a:moveTo>
                  <a:pt x="8741889" y="388623"/>
                </a:moveTo>
                <a:lnTo>
                  <a:pt x="8741907" y="388493"/>
                </a:lnTo>
                <a:lnTo>
                  <a:pt x="8741890" y="388606"/>
                </a:lnTo>
                <a:close/>
                <a:moveTo>
                  <a:pt x="8741834" y="388992"/>
                </a:moveTo>
                <a:lnTo>
                  <a:pt x="8741889" y="388623"/>
                </a:lnTo>
                <a:lnTo>
                  <a:pt x="8741885" y="388648"/>
                </a:lnTo>
                <a:close/>
                <a:moveTo>
                  <a:pt x="8741761" y="389478"/>
                </a:moveTo>
                <a:lnTo>
                  <a:pt x="8741834" y="388992"/>
                </a:lnTo>
                <a:lnTo>
                  <a:pt x="8741769" y="389423"/>
                </a:lnTo>
                <a:close/>
                <a:moveTo>
                  <a:pt x="8741741" y="389615"/>
                </a:moveTo>
                <a:lnTo>
                  <a:pt x="8741761" y="389478"/>
                </a:lnTo>
                <a:lnTo>
                  <a:pt x="8741742" y="389602"/>
                </a:lnTo>
                <a:close/>
                <a:moveTo>
                  <a:pt x="8741240" y="392984"/>
                </a:moveTo>
                <a:cubicBezTo>
                  <a:pt x="8741240" y="392984"/>
                  <a:pt x="8741240" y="392984"/>
                  <a:pt x="8741324" y="392423"/>
                </a:cubicBezTo>
                <a:lnTo>
                  <a:pt x="8741742" y="389602"/>
                </a:lnTo>
                <a:lnTo>
                  <a:pt x="8741769" y="389423"/>
                </a:lnTo>
                <a:lnTo>
                  <a:pt x="8741885" y="388648"/>
                </a:lnTo>
                <a:lnTo>
                  <a:pt x="8741890" y="388606"/>
                </a:lnTo>
                <a:lnTo>
                  <a:pt x="8741907" y="388491"/>
                </a:lnTo>
                <a:cubicBezTo>
                  <a:pt x="8742034" y="387650"/>
                  <a:pt x="8742242" y="386245"/>
                  <a:pt x="8742575" y="384000"/>
                </a:cubicBezTo>
                <a:cubicBezTo>
                  <a:pt x="8742575" y="384000"/>
                  <a:pt x="8743242" y="379508"/>
                  <a:pt x="8743910" y="375015"/>
                </a:cubicBezTo>
                <a:cubicBezTo>
                  <a:pt x="8743242" y="379508"/>
                  <a:pt x="8740529" y="382446"/>
                  <a:pt x="8739006" y="385039"/>
                </a:cubicBezTo>
                <a:cubicBezTo>
                  <a:pt x="8737483" y="387633"/>
                  <a:pt x="8737151" y="389879"/>
                  <a:pt x="8741240" y="392984"/>
                </a:cubicBezTo>
                <a:close/>
                <a:moveTo>
                  <a:pt x="8904851" y="517193"/>
                </a:moveTo>
                <a:cubicBezTo>
                  <a:pt x="8905519" y="512701"/>
                  <a:pt x="8905519" y="512701"/>
                  <a:pt x="8905519" y="512701"/>
                </a:cubicBezTo>
                <a:lnTo>
                  <a:pt x="8902347" y="513626"/>
                </a:lnTo>
                <a:lnTo>
                  <a:pt x="8901533" y="516548"/>
                </a:lnTo>
                <a:close/>
                <a:moveTo>
                  <a:pt x="8912364" y="527894"/>
                </a:moveTo>
                <a:lnTo>
                  <a:pt x="8913031" y="523403"/>
                </a:lnTo>
                <a:cubicBezTo>
                  <a:pt x="8913031" y="523403"/>
                  <a:pt x="8913698" y="518912"/>
                  <a:pt x="8904851" y="517193"/>
                </a:cubicBezTo>
                <a:cubicBezTo>
                  <a:pt x="8904851" y="517193"/>
                  <a:pt x="8904851" y="517193"/>
                  <a:pt x="8904184" y="521685"/>
                </a:cubicBezTo>
                <a:cubicBezTo>
                  <a:pt x="8904184" y="521685"/>
                  <a:pt x="8904184" y="521685"/>
                  <a:pt x="8912364" y="527894"/>
                </a:cubicBezTo>
                <a:close/>
                <a:moveTo>
                  <a:pt x="8937574" y="542036"/>
                </a:moveTo>
                <a:lnTo>
                  <a:pt x="8937750" y="540841"/>
                </a:lnTo>
                <a:cubicBezTo>
                  <a:pt x="8937781" y="540631"/>
                  <a:pt x="8937740" y="540912"/>
                  <a:pt x="8937573" y="542035"/>
                </a:cubicBezTo>
                <a:close/>
                <a:moveTo>
                  <a:pt x="8967462" y="616589"/>
                </a:moveTo>
                <a:cubicBezTo>
                  <a:pt x="8969757" y="616457"/>
                  <a:pt x="8972136" y="615763"/>
                  <a:pt x="8972470" y="613518"/>
                </a:cubicBezTo>
                <a:cubicBezTo>
                  <a:pt x="8972470" y="613518"/>
                  <a:pt x="8973137" y="609025"/>
                  <a:pt x="8973137" y="609025"/>
                </a:cubicBezTo>
                <a:cubicBezTo>
                  <a:pt x="8973137" y="609025"/>
                  <a:pt x="8973137" y="609025"/>
                  <a:pt x="8963621" y="611800"/>
                </a:cubicBezTo>
                <a:cubicBezTo>
                  <a:pt x="8963621" y="611800"/>
                  <a:pt x="8962954" y="616292"/>
                  <a:pt x="8962954" y="616292"/>
                </a:cubicBezTo>
                <a:cubicBezTo>
                  <a:pt x="8962954" y="616292"/>
                  <a:pt x="8965166" y="616721"/>
                  <a:pt x="8967462" y="616589"/>
                </a:cubicBezTo>
                <a:close/>
                <a:moveTo>
                  <a:pt x="8960284" y="634261"/>
                </a:moveTo>
                <a:cubicBezTo>
                  <a:pt x="8960284" y="634261"/>
                  <a:pt x="8970468" y="626994"/>
                  <a:pt x="8962954" y="616292"/>
                </a:cubicBezTo>
                <a:close/>
                <a:moveTo>
                  <a:pt x="8081805" y="670193"/>
                </a:moveTo>
                <a:lnTo>
                  <a:pt x="8081805" y="663348"/>
                </a:lnTo>
                <a:lnTo>
                  <a:pt x="8083091" y="661533"/>
                </a:lnTo>
                <a:cubicBezTo>
                  <a:pt x="8083091" y="661533"/>
                  <a:pt x="8082591" y="664902"/>
                  <a:pt x="8082007" y="668832"/>
                </a:cubicBezTo>
                <a:close/>
                <a:moveTo>
                  <a:pt x="8085047" y="684563"/>
                </a:moveTo>
                <a:lnTo>
                  <a:pt x="8081805" y="677925"/>
                </a:lnTo>
                <a:lnTo>
                  <a:pt x="8081805" y="676461"/>
                </a:lnTo>
                <a:lnTo>
                  <a:pt x="8082112" y="675786"/>
                </a:lnTo>
                <a:cubicBezTo>
                  <a:pt x="8083468" y="674317"/>
                  <a:pt x="8085847" y="673623"/>
                  <a:pt x="8089937" y="676729"/>
                </a:cubicBezTo>
                <a:cubicBezTo>
                  <a:pt x="8087391" y="678545"/>
                  <a:pt x="8085953" y="680576"/>
                  <a:pt x="8085203" y="682742"/>
                </a:cubicBezTo>
                <a:close/>
                <a:moveTo>
                  <a:pt x="8961826" y="704829"/>
                </a:moveTo>
                <a:cubicBezTo>
                  <a:pt x="8962913" y="705667"/>
                  <a:pt x="8965270" y="706124"/>
                  <a:pt x="8970345" y="704604"/>
                </a:cubicBezTo>
                <a:cubicBezTo>
                  <a:pt x="8960919" y="702774"/>
                  <a:pt x="8961643" y="697900"/>
                  <a:pt x="8961643" y="697900"/>
                </a:cubicBezTo>
                <a:cubicBezTo>
                  <a:pt x="8960919" y="702774"/>
                  <a:pt x="8960919" y="702774"/>
                  <a:pt x="8960919" y="702774"/>
                </a:cubicBezTo>
                <a:cubicBezTo>
                  <a:pt x="8960919" y="702774"/>
                  <a:pt x="8960738" y="703991"/>
                  <a:pt x="8961826" y="704829"/>
                </a:cubicBezTo>
                <a:close/>
                <a:moveTo>
                  <a:pt x="8084446" y="807529"/>
                </a:moveTo>
                <a:lnTo>
                  <a:pt x="8084191" y="807335"/>
                </a:lnTo>
                <a:lnTo>
                  <a:pt x="8081805" y="805524"/>
                </a:lnTo>
                <a:lnTo>
                  <a:pt x="8081805" y="792759"/>
                </a:lnTo>
                <a:lnTo>
                  <a:pt x="8082103" y="790753"/>
                </a:lnTo>
                <a:lnTo>
                  <a:pt x="8081805" y="789804"/>
                </a:lnTo>
                <a:lnTo>
                  <a:pt x="8081805" y="785127"/>
                </a:lnTo>
                <a:lnTo>
                  <a:pt x="8084495" y="798041"/>
                </a:lnTo>
                <a:close/>
                <a:moveTo>
                  <a:pt x="8121731" y="822915"/>
                </a:moveTo>
                <a:lnTo>
                  <a:pt x="8121440" y="822613"/>
                </a:lnTo>
                <a:lnTo>
                  <a:pt x="8121731" y="822714"/>
                </a:lnTo>
                <a:close/>
                <a:moveTo>
                  <a:pt x="8120335" y="839775"/>
                </a:moveTo>
                <a:lnTo>
                  <a:pt x="8117389" y="839421"/>
                </a:lnTo>
                <a:lnTo>
                  <a:pt x="8120828" y="836463"/>
                </a:lnTo>
                <a:close/>
                <a:moveTo>
                  <a:pt x="8117145" y="861249"/>
                </a:moveTo>
                <a:lnTo>
                  <a:pt x="8113109" y="851450"/>
                </a:lnTo>
                <a:lnTo>
                  <a:pt x="8115917" y="843538"/>
                </a:lnTo>
                <a:lnTo>
                  <a:pt x="8119669" y="844267"/>
                </a:lnTo>
                <a:cubicBezTo>
                  <a:pt x="8119001" y="848760"/>
                  <a:pt x="8119001" y="848760"/>
                  <a:pt x="8118333" y="853252"/>
                </a:cubicBezTo>
                <a:cubicBezTo>
                  <a:pt x="8118333" y="853252"/>
                  <a:pt x="8118333" y="853252"/>
                  <a:pt x="8117667" y="857745"/>
                </a:cubicBezTo>
                <a:close/>
                <a:moveTo>
                  <a:pt x="8081805" y="880625"/>
                </a:moveTo>
                <a:lnTo>
                  <a:pt x="8081805" y="863298"/>
                </a:lnTo>
                <a:lnTo>
                  <a:pt x="8084675" y="861939"/>
                </a:lnTo>
                <a:cubicBezTo>
                  <a:pt x="8086080" y="860645"/>
                  <a:pt x="8086382" y="858614"/>
                  <a:pt x="8081971" y="855669"/>
                </a:cubicBezTo>
                <a:lnTo>
                  <a:pt x="8081805" y="856783"/>
                </a:lnTo>
                <a:lnTo>
                  <a:pt x="8081805" y="827560"/>
                </a:lnTo>
                <a:lnTo>
                  <a:pt x="8083609" y="841887"/>
                </a:lnTo>
                <a:cubicBezTo>
                  <a:pt x="8082941" y="846380"/>
                  <a:pt x="8082775" y="847502"/>
                  <a:pt x="8083881" y="847718"/>
                </a:cubicBezTo>
                <a:lnTo>
                  <a:pt x="8091330" y="848076"/>
                </a:lnTo>
                <a:lnTo>
                  <a:pt x="8087379" y="860314"/>
                </a:lnTo>
                <a:cubicBezTo>
                  <a:pt x="8086535" y="865432"/>
                  <a:pt x="8087677" y="870109"/>
                  <a:pt x="8093813" y="874665"/>
                </a:cubicBezTo>
                <a:lnTo>
                  <a:pt x="8090867" y="879593"/>
                </a:lnTo>
                <a:lnTo>
                  <a:pt x="8087285" y="878420"/>
                </a:lnTo>
                <a:close/>
                <a:moveTo>
                  <a:pt x="8927089" y="918993"/>
                </a:moveTo>
                <a:cubicBezTo>
                  <a:pt x="8927755" y="914501"/>
                  <a:pt x="8927755" y="914501"/>
                  <a:pt x="8927755" y="914501"/>
                </a:cubicBezTo>
                <a:cubicBezTo>
                  <a:pt x="8928423" y="910008"/>
                  <a:pt x="8929090" y="905517"/>
                  <a:pt x="8929758" y="901024"/>
                </a:cubicBezTo>
                <a:cubicBezTo>
                  <a:pt x="8920908" y="899306"/>
                  <a:pt x="8920241" y="903799"/>
                  <a:pt x="8920908" y="899306"/>
                </a:cubicBezTo>
                <a:cubicBezTo>
                  <a:pt x="8920241" y="903799"/>
                  <a:pt x="8928423" y="910008"/>
                  <a:pt x="8927089" y="918993"/>
                </a:cubicBezTo>
                <a:close/>
                <a:moveTo>
                  <a:pt x="8933933" y="934188"/>
                </a:moveTo>
                <a:lnTo>
                  <a:pt x="8937937" y="907234"/>
                </a:lnTo>
                <a:cubicBezTo>
                  <a:pt x="8946786" y="908953"/>
                  <a:pt x="8947453" y="904460"/>
                  <a:pt x="8948121" y="899967"/>
                </a:cubicBezTo>
                <a:cubicBezTo>
                  <a:pt x="8948121" y="899967"/>
                  <a:pt x="8948121" y="899967"/>
                  <a:pt x="8948788" y="895476"/>
                </a:cubicBezTo>
                <a:cubicBezTo>
                  <a:pt x="8939939" y="893757"/>
                  <a:pt x="8939939" y="893757"/>
                  <a:pt x="8939939" y="893757"/>
                </a:cubicBezTo>
                <a:cubicBezTo>
                  <a:pt x="8939939" y="893757"/>
                  <a:pt x="8939939" y="893757"/>
                  <a:pt x="8939271" y="898250"/>
                </a:cubicBezTo>
                <a:cubicBezTo>
                  <a:pt x="8939271" y="898250"/>
                  <a:pt x="8938604" y="902742"/>
                  <a:pt x="8938604" y="902742"/>
                </a:cubicBezTo>
                <a:cubicBezTo>
                  <a:pt x="8937937" y="907233"/>
                  <a:pt x="8934726" y="913544"/>
                  <a:pt x="8932702" y="919505"/>
                </a:cubicBezTo>
                <a:cubicBezTo>
                  <a:pt x="8930678" y="925468"/>
                  <a:pt x="8929844" y="931083"/>
                  <a:pt x="8933933" y="934188"/>
                </a:cubicBezTo>
                <a:close/>
                <a:moveTo>
                  <a:pt x="8873699" y="1278377"/>
                </a:moveTo>
                <a:cubicBezTo>
                  <a:pt x="8865516" y="1272166"/>
                  <a:pt x="8865516" y="1272166"/>
                  <a:pt x="8865516" y="1272166"/>
                </a:cubicBezTo>
                <a:cubicBezTo>
                  <a:pt x="8865516" y="1272166"/>
                  <a:pt x="8864850" y="1276658"/>
                  <a:pt x="8864850" y="1276658"/>
                </a:cubicBezTo>
                <a:cubicBezTo>
                  <a:pt x="8864850" y="1276658"/>
                  <a:pt x="8873699" y="1278377"/>
                  <a:pt x="8873699" y="1278377"/>
                </a:cubicBezTo>
                <a:close/>
                <a:moveTo>
                  <a:pt x="8863707" y="1345637"/>
                </a:moveTo>
                <a:lnTo>
                  <a:pt x="8863749" y="1345353"/>
                </a:lnTo>
                <a:lnTo>
                  <a:pt x="8863716" y="1345569"/>
                </a:lnTo>
                <a:close/>
                <a:moveTo>
                  <a:pt x="8863701" y="1345670"/>
                </a:moveTo>
                <a:lnTo>
                  <a:pt x="8863707" y="1345637"/>
                </a:lnTo>
                <a:lnTo>
                  <a:pt x="8863702" y="1345661"/>
                </a:lnTo>
                <a:close/>
                <a:moveTo>
                  <a:pt x="8863699" y="1345681"/>
                </a:moveTo>
                <a:lnTo>
                  <a:pt x="8863701" y="1345670"/>
                </a:lnTo>
                <a:lnTo>
                  <a:pt x="8863700" y="1345673"/>
                </a:lnTo>
                <a:close/>
                <a:moveTo>
                  <a:pt x="8863699" y="1345688"/>
                </a:moveTo>
                <a:lnTo>
                  <a:pt x="8863699" y="1345681"/>
                </a:lnTo>
                <a:lnTo>
                  <a:pt x="8863699" y="1345685"/>
                </a:lnTo>
                <a:close/>
                <a:moveTo>
                  <a:pt x="8863698" y="1345693"/>
                </a:moveTo>
                <a:lnTo>
                  <a:pt x="8863699" y="1345688"/>
                </a:lnTo>
                <a:lnTo>
                  <a:pt x="8863698" y="1345692"/>
                </a:lnTo>
                <a:close/>
                <a:moveTo>
                  <a:pt x="8863696" y="1345705"/>
                </a:moveTo>
                <a:lnTo>
                  <a:pt x="8863698" y="1345693"/>
                </a:lnTo>
                <a:lnTo>
                  <a:pt x="8863696" y="1345702"/>
                </a:lnTo>
                <a:close/>
                <a:moveTo>
                  <a:pt x="8863695" y="1345713"/>
                </a:moveTo>
                <a:lnTo>
                  <a:pt x="8863696" y="1345705"/>
                </a:lnTo>
                <a:lnTo>
                  <a:pt x="8863695" y="1345710"/>
                </a:lnTo>
                <a:close/>
                <a:moveTo>
                  <a:pt x="8863692" y="1345734"/>
                </a:moveTo>
                <a:lnTo>
                  <a:pt x="8863695" y="1345713"/>
                </a:lnTo>
                <a:lnTo>
                  <a:pt x="8863694" y="1345716"/>
                </a:lnTo>
                <a:close/>
                <a:moveTo>
                  <a:pt x="8863690" y="1345748"/>
                </a:moveTo>
                <a:lnTo>
                  <a:pt x="8863691" y="1345743"/>
                </a:lnTo>
                <a:lnTo>
                  <a:pt x="8863690" y="1345746"/>
                </a:lnTo>
                <a:close/>
                <a:moveTo>
                  <a:pt x="8863689" y="1345753"/>
                </a:moveTo>
                <a:lnTo>
                  <a:pt x="8863690" y="1345748"/>
                </a:lnTo>
                <a:lnTo>
                  <a:pt x="8863689" y="1345752"/>
                </a:lnTo>
                <a:close/>
                <a:moveTo>
                  <a:pt x="8856482" y="1372637"/>
                </a:moveTo>
                <a:lnTo>
                  <a:pt x="8861018" y="1363730"/>
                </a:lnTo>
                <a:cubicBezTo>
                  <a:pt x="8861018" y="1363730"/>
                  <a:pt x="8858138" y="1367794"/>
                  <a:pt x="8856364" y="1372070"/>
                </a:cubicBezTo>
                <a:close/>
                <a:moveTo>
                  <a:pt x="8904851" y="1556695"/>
                </a:moveTo>
                <a:cubicBezTo>
                  <a:pt x="8905519" y="1552203"/>
                  <a:pt x="8905519" y="1552203"/>
                  <a:pt x="8905519" y="1552203"/>
                </a:cubicBezTo>
                <a:lnTo>
                  <a:pt x="8902347" y="1553128"/>
                </a:lnTo>
                <a:lnTo>
                  <a:pt x="8901533" y="1556050"/>
                </a:lnTo>
                <a:close/>
                <a:moveTo>
                  <a:pt x="8912364" y="1567396"/>
                </a:moveTo>
                <a:lnTo>
                  <a:pt x="8913031" y="1562905"/>
                </a:lnTo>
                <a:cubicBezTo>
                  <a:pt x="8913031" y="1562905"/>
                  <a:pt x="8913697" y="1558413"/>
                  <a:pt x="8904851" y="1556695"/>
                </a:cubicBezTo>
                <a:cubicBezTo>
                  <a:pt x="8904851" y="1556695"/>
                  <a:pt x="8904851" y="1556695"/>
                  <a:pt x="8904184" y="1561187"/>
                </a:cubicBezTo>
                <a:cubicBezTo>
                  <a:pt x="8904184" y="1561187"/>
                  <a:pt x="8904184" y="1561187"/>
                  <a:pt x="8912364" y="1567396"/>
                </a:cubicBezTo>
                <a:close/>
                <a:moveTo>
                  <a:pt x="8937572" y="1581538"/>
                </a:moveTo>
                <a:lnTo>
                  <a:pt x="8937574" y="1581538"/>
                </a:lnTo>
                <a:lnTo>
                  <a:pt x="8937750" y="1580343"/>
                </a:lnTo>
                <a:cubicBezTo>
                  <a:pt x="8937781" y="1580133"/>
                  <a:pt x="8937740" y="1580414"/>
                  <a:pt x="8937572" y="1581538"/>
                </a:cubicBezTo>
                <a:close/>
                <a:moveTo>
                  <a:pt x="8967461" y="1656092"/>
                </a:moveTo>
                <a:cubicBezTo>
                  <a:pt x="8969757" y="1655960"/>
                  <a:pt x="8972136" y="1655266"/>
                  <a:pt x="8972470" y="1653020"/>
                </a:cubicBezTo>
                <a:cubicBezTo>
                  <a:pt x="8972470" y="1653020"/>
                  <a:pt x="8973137" y="1648527"/>
                  <a:pt x="8973137" y="1648527"/>
                </a:cubicBezTo>
                <a:cubicBezTo>
                  <a:pt x="8973137" y="1648527"/>
                  <a:pt x="8973137" y="1648527"/>
                  <a:pt x="8963621" y="1651302"/>
                </a:cubicBezTo>
                <a:cubicBezTo>
                  <a:pt x="8963621" y="1651302"/>
                  <a:pt x="8962954" y="1655795"/>
                  <a:pt x="8962954" y="1655795"/>
                </a:cubicBezTo>
                <a:cubicBezTo>
                  <a:pt x="8962954" y="1655795"/>
                  <a:pt x="8965166" y="1656224"/>
                  <a:pt x="8967461" y="1656092"/>
                </a:cubicBezTo>
                <a:close/>
                <a:moveTo>
                  <a:pt x="8960284" y="1673762"/>
                </a:moveTo>
                <a:cubicBezTo>
                  <a:pt x="8960284" y="1673762"/>
                  <a:pt x="8970468" y="1666496"/>
                  <a:pt x="8962954" y="1655795"/>
                </a:cubicBezTo>
                <a:close/>
                <a:moveTo>
                  <a:pt x="8961825" y="1744331"/>
                </a:moveTo>
                <a:cubicBezTo>
                  <a:pt x="8962913" y="1745169"/>
                  <a:pt x="8965270" y="1745626"/>
                  <a:pt x="8970345" y="1744106"/>
                </a:cubicBezTo>
                <a:cubicBezTo>
                  <a:pt x="8960919" y="1742275"/>
                  <a:pt x="8961643" y="1737401"/>
                  <a:pt x="8961643" y="1737401"/>
                </a:cubicBezTo>
                <a:cubicBezTo>
                  <a:pt x="8960919" y="1742275"/>
                  <a:pt x="8960919" y="1742275"/>
                  <a:pt x="8960919" y="1742275"/>
                </a:cubicBezTo>
                <a:cubicBezTo>
                  <a:pt x="8960919" y="1742275"/>
                  <a:pt x="8960739" y="1743493"/>
                  <a:pt x="8961825" y="1744331"/>
                </a:cubicBezTo>
                <a:close/>
                <a:moveTo>
                  <a:pt x="8927088" y="1958496"/>
                </a:moveTo>
                <a:cubicBezTo>
                  <a:pt x="8927756" y="1954003"/>
                  <a:pt x="8927756" y="1954003"/>
                  <a:pt x="8927756" y="1954003"/>
                </a:cubicBezTo>
                <a:cubicBezTo>
                  <a:pt x="8928422" y="1949511"/>
                  <a:pt x="8929090" y="1945018"/>
                  <a:pt x="8929758" y="1940526"/>
                </a:cubicBezTo>
                <a:cubicBezTo>
                  <a:pt x="8920908" y="1938808"/>
                  <a:pt x="8920241" y="1943300"/>
                  <a:pt x="8920908" y="1938808"/>
                </a:cubicBezTo>
                <a:cubicBezTo>
                  <a:pt x="8920241" y="1943300"/>
                  <a:pt x="8928422" y="1949511"/>
                  <a:pt x="8927088" y="1958496"/>
                </a:cubicBezTo>
                <a:close/>
                <a:moveTo>
                  <a:pt x="8933933" y="1973690"/>
                </a:moveTo>
                <a:lnTo>
                  <a:pt x="8937937" y="1946736"/>
                </a:lnTo>
                <a:cubicBezTo>
                  <a:pt x="8946785" y="1948455"/>
                  <a:pt x="8947453" y="1943963"/>
                  <a:pt x="8948121" y="1939469"/>
                </a:cubicBezTo>
                <a:cubicBezTo>
                  <a:pt x="8948121" y="1939469"/>
                  <a:pt x="8948121" y="1939469"/>
                  <a:pt x="8948788" y="1934978"/>
                </a:cubicBezTo>
                <a:cubicBezTo>
                  <a:pt x="8939939" y="1933259"/>
                  <a:pt x="8939939" y="1933259"/>
                  <a:pt x="8939939" y="1933259"/>
                </a:cubicBezTo>
                <a:cubicBezTo>
                  <a:pt x="8939939" y="1933259"/>
                  <a:pt x="8939939" y="1933259"/>
                  <a:pt x="8939271" y="1937751"/>
                </a:cubicBezTo>
                <a:cubicBezTo>
                  <a:pt x="8939271" y="1937751"/>
                  <a:pt x="8938604" y="1942244"/>
                  <a:pt x="8938604" y="1942244"/>
                </a:cubicBezTo>
                <a:cubicBezTo>
                  <a:pt x="8937937" y="1946735"/>
                  <a:pt x="8934726" y="1953045"/>
                  <a:pt x="8932702" y="1959007"/>
                </a:cubicBezTo>
                <a:cubicBezTo>
                  <a:pt x="8930678" y="1964970"/>
                  <a:pt x="8929844" y="1970585"/>
                  <a:pt x="8933933" y="1973690"/>
                </a:cubicBezTo>
                <a:close/>
                <a:moveTo>
                  <a:pt x="8873698" y="2317879"/>
                </a:moveTo>
                <a:cubicBezTo>
                  <a:pt x="8865516" y="2311668"/>
                  <a:pt x="8865516" y="2311668"/>
                  <a:pt x="8865516" y="2311668"/>
                </a:cubicBezTo>
                <a:cubicBezTo>
                  <a:pt x="8865516" y="2311668"/>
                  <a:pt x="8864850" y="2316160"/>
                  <a:pt x="8864850" y="2316160"/>
                </a:cubicBezTo>
                <a:cubicBezTo>
                  <a:pt x="8864850" y="2316160"/>
                  <a:pt x="8873698" y="2317879"/>
                  <a:pt x="8873698" y="2317879"/>
                </a:cubicBezTo>
                <a:close/>
                <a:moveTo>
                  <a:pt x="8863699" y="2385193"/>
                </a:moveTo>
                <a:lnTo>
                  <a:pt x="8863707" y="2385139"/>
                </a:lnTo>
                <a:lnTo>
                  <a:pt x="8863704" y="2385161"/>
                </a:lnTo>
                <a:close/>
                <a:moveTo>
                  <a:pt x="8863695" y="2385217"/>
                </a:moveTo>
                <a:lnTo>
                  <a:pt x="8863699" y="2385193"/>
                </a:lnTo>
                <a:lnTo>
                  <a:pt x="8863695" y="2385215"/>
                </a:lnTo>
                <a:close/>
                <a:moveTo>
                  <a:pt x="8863694" y="2385225"/>
                </a:moveTo>
                <a:lnTo>
                  <a:pt x="8863695" y="2385217"/>
                </a:lnTo>
                <a:lnTo>
                  <a:pt x="8863694" y="2385222"/>
                </a:lnTo>
                <a:close/>
                <a:moveTo>
                  <a:pt x="8856482" y="2412139"/>
                </a:moveTo>
                <a:lnTo>
                  <a:pt x="8861018" y="2403232"/>
                </a:lnTo>
                <a:cubicBezTo>
                  <a:pt x="8861018" y="2403232"/>
                  <a:pt x="8858137" y="2407296"/>
                  <a:pt x="8856364" y="2411572"/>
                </a:cubicBezTo>
                <a:close/>
                <a:moveTo>
                  <a:pt x="8856346" y="2434678"/>
                </a:moveTo>
                <a:cubicBezTo>
                  <a:pt x="8857013" y="2430185"/>
                  <a:pt x="8857013" y="2430185"/>
                  <a:pt x="8857680" y="2425694"/>
                </a:cubicBezTo>
                <a:cubicBezTo>
                  <a:pt x="8857680" y="2425694"/>
                  <a:pt x="8858348" y="2421202"/>
                  <a:pt x="8858348" y="2421202"/>
                </a:cubicBezTo>
                <a:lnTo>
                  <a:pt x="8856482" y="2412139"/>
                </a:lnTo>
                <a:lnTo>
                  <a:pt x="8848165" y="2428467"/>
                </a:lnTo>
                <a:cubicBezTo>
                  <a:pt x="8848165" y="2428467"/>
                  <a:pt x="8856346" y="2434678"/>
                  <a:pt x="8856346" y="2434678"/>
                </a:cubicBezTo>
                <a:close/>
                <a:moveTo>
                  <a:pt x="8851364" y="2479719"/>
                </a:moveTo>
                <a:cubicBezTo>
                  <a:pt x="8859882" y="2476778"/>
                  <a:pt x="8854681" y="2457386"/>
                  <a:pt x="8861872" y="2463377"/>
                </a:cubicBezTo>
                <a:cubicBezTo>
                  <a:pt x="8863199" y="2454444"/>
                  <a:pt x="8865191" y="2441043"/>
                  <a:pt x="8873711" y="2438101"/>
                </a:cubicBezTo>
                <a:cubicBezTo>
                  <a:pt x="8865854" y="2436576"/>
                  <a:pt x="8866518" y="2432109"/>
                  <a:pt x="8867182" y="2427643"/>
                </a:cubicBezTo>
                <a:cubicBezTo>
                  <a:pt x="8866518" y="2432109"/>
                  <a:pt x="8858000" y="2435050"/>
                  <a:pt x="8858000" y="2435050"/>
                </a:cubicBezTo>
                <a:cubicBezTo>
                  <a:pt x="8855345" y="2452918"/>
                  <a:pt x="8854018" y="2461852"/>
                  <a:pt x="8851364" y="2479719"/>
                </a:cubicBezTo>
                <a:close/>
                <a:moveTo>
                  <a:pt x="8847315" y="2487810"/>
                </a:moveTo>
                <a:cubicBezTo>
                  <a:pt x="8848505" y="2487463"/>
                  <a:pt x="8848672" y="2486339"/>
                  <a:pt x="8849005" y="2484092"/>
                </a:cubicBezTo>
                <a:cubicBezTo>
                  <a:pt x="8849005" y="2484092"/>
                  <a:pt x="8849005" y="2484092"/>
                  <a:pt x="8849673" y="2479601"/>
                </a:cubicBezTo>
                <a:cubicBezTo>
                  <a:pt x="8849673" y="2479601"/>
                  <a:pt x="8850340" y="2475108"/>
                  <a:pt x="8850340" y="2475108"/>
                </a:cubicBezTo>
                <a:cubicBezTo>
                  <a:pt x="8852342" y="2461632"/>
                  <a:pt x="8855012" y="2443662"/>
                  <a:pt x="8856346" y="2434678"/>
                </a:cubicBezTo>
                <a:cubicBezTo>
                  <a:pt x="8846164" y="2441944"/>
                  <a:pt x="8853010" y="2457138"/>
                  <a:pt x="8841491" y="2473390"/>
                </a:cubicBezTo>
                <a:cubicBezTo>
                  <a:pt x="8841491" y="2473390"/>
                  <a:pt x="8840824" y="2477881"/>
                  <a:pt x="8840824" y="2477881"/>
                </a:cubicBezTo>
                <a:cubicBezTo>
                  <a:pt x="8840156" y="2482375"/>
                  <a:pt x="8840156" y="2482375"/>
                  <a:pt x="8840156" y="2482375"/>
                </a:cubicBezTo>
                <a:cubicBezTo>
                  <a:pt x="8839489" y="2486868"/>
                  <a:pt x="8839489" y="2486868"/>
                  <a:pt x="8839489" y="2486868"/>
                </a:cubicBezTo>
                <a:cubicBezTo>
                  <a:pt x="8843914" y="2487727"/>
                  <a:pt x="8846126" y="2488157"/>
                  <a:pt x="8847315" y="2487810"/>
                </a:cubicBezTo>
                <a:close/>
                <a:moveTo>
                  <a:pt x="8826638" y="2512102"/>
                </a:moveTo>
                <a:lnTo>
                  <a:pt x="8827973" y="2503118"/>
                </a:lnTo>
                <a:cubicBezTo>
                  <a:pt x="8836152" y="2509329"/>
                  <a:pt x="8827306" y="2507611"/>
                  <a:pt x="8826638" y="2512102"/>
                </a:cubicBezTo>
                <a:close/>
                <a:moveTo>
                  <a:pt x="8840702" y="2616759"/>
                </a:moveTo>
                <a:cubicBezTo>
                  <a:pt x="8841367" y="2612277"/>
                  <a:pt x="8849889" y="2609318"/>
                  <a:pt x="8851220" y="2600351"/>
                </a:cubicBezTo>
                <a:cubicBezTo>
                  <a:pt x="8851887" y="2595869"/>
                  <a:pt x="8852552" y="2591385"/>
                  <a:pt x="8853219" y="2586903"/>
                </a:cubicBezTo>
                <a:cubicBezTo>
                  <a:pt x="8853885" y="2582418"/>
                  <a:pt x="8853885" y="2582418"/>
                  <a:pt x="8853885" y="2582418"/>
                </a:cubicBezTo>
                <a:cubicBezTo>
                  <a:pt x="8853885" y="2582418"/>
                  <a:pt x="8855217" y="2573453"/>
                  <a:pt x="8856550" y="2564486"/>
                </a:cubicBezTo>
                <a:cubicBezTo>
                  <a:pt x="8865736" y="2557045"/>
                  <a:pt x="8869067" y="2534630"/>
                  <a:pt x="8870398" y="2525663"/>
                </a:cubicBezTo>
                <a:cubicBezTo>
                  <a:pt x="8869899" y="2529027"/>
                  <a:pt x="8870898" y="2522301"/>
                  <a:pt x="8868114" y="2518086"/>
                </a:cubicBezTo>
                <a:lnTo>
                  <a:pt x="8863875" y="2515172"/>
                </a:lnTo>
                <a:lnTo>
                  <a:pt x="8863209" y="2519655"/>
                </a:lnTo>
                <a:cubicBezTo>
                  <a:pt x="8860545" y="2537588"/>
                  <a:pt x="8857215" y="2560004"/>
                  <a:pt x="8847361" y="2571927"/>
                </a:cubicBezTo>
                <a:cubicBezTo>
                  <a:pt x="8846696" y="2576411"/>
                  <a:pt x="8846696" y="2576411"/>
                  <a:pt x="8846029" y="2580894"/>
                </a:cubicBezTo>
                <a:cubicBezTo>
                  <a:pt x="8845363" y="2585377"/>
                  <a:pt x="8844031" y="2594343"/>
                  <a:pt x="8843366" y="2598826"/>
                </a:cubicBezTo>
                <a:cubicBezTo>
                  <a:pt x="8842033" y="2607793"/>
                  <a:pt x="8841367" y="2612277"/>
                  <a:pt x="8840702" y="2616759"/>
                </a:cubicBezTo>
                <a:close/>
                <a:moveTo>
                  <a:pt x="8799770" y="2631677"/>
                </a:moveTo>
                <a:cubicBezTo>
                  <a:pt x="8800437" y="2627184"/>
                  <a:pt x="8801104" y="2622692"/>
                  <a:pt x="8792925" y="2616481"/>
                </a:cubicBezTo>
                <a:cubicBezTo>
                  <a:pt x="8794259" y="2607497"/>
                  <a:pt x="8804441" y="2600231"/>
                  <a:pt x="8805776" y="2591246"/>
                </a:cubicBezTo>
                <a:cubicBezTo>
                  <a:pt x="8805776" y="2591246"/>
                  <a:pt x="8797597" y="2585035"/>
                  <a:pt x="8798264" y="2580543"/>
                </a:cubicBezTo>
                <a:cubicBezTo>
                  <a:pt x="8798264" y="2580543"/>
                  <a:pt x="8807111" y="2582261"/>
                  <a:pt x="8807111" y="2582261"/>
                </a:cubicBezTo>
                <a:lnTo>
                  <a:pt x="8805776" y="2591246"/>
                </a:lnTo>
                <a:cubicBezTo>
                  <a:pt x="8814625" y="2592965"/>
                  <a:pt x="8815292" y="2588470"/>
                  <a:pt x="8815960" y="2583979"/>
                </a:cubicBezTo>
                <a:cubicBezTo>
                  <a:pt x="8814625" y="2592965"/>
                  <a:pt x="8811955" y="2610934"/>
                  <a:pt x="8810621" y="2619917"/>
                </a:cubicBezTo>
                <a:cubicBezTo>
                  <a:pt x="8809287" y="2628901"/>
                  <a:pt x="8799770" y="2631677"/>
                  <a:pt x="8801104" y="2622692"/>
                </a:cubicBezTo>
                <a:cubicBezTo>
                  <a:pt x="8800437" y="2627184"/>
                  <a:pt x="8799770" y="2631677"/>
                  <a:pt x="8799770" y="2631677"/>
                </a:cubicBezTo>
                <a:close/>
                <a:moveTo>
                  <a:pt x="8768657" y="3377232"/>
                </a:moveTo>
                <a:lnTo>
                  <a:pt x="8773375" y="3374338"/>
                </a:lnTo>
                <a:lnTo>
                  <a:pt x="8773346" y="3369955"/>
                </a:lnTo>
                <a:lnTo>
                  <a:pt x="8773144" y="3370014"/>
                </a:lnTo>
                <a:cubicBezTo>
                  <a:pt x="8771955" y="3370361"/>
                  <a:pt x="8769576" y="3371054"/>
                  <a:pt x="8764817" y="3372441"/>
                </a:cubicBezTo>
                <a:cubicBezTo>
                  <a:pt x="8764817" y="3372441"/>
                  <a:pt x="8764149" y="3376935"/>
                  <a:pt x="8764149" y="3376935"/>
                </a:cubicBezTo>
                <a:cubicBezTo>
                  <a:pt x="8764149" y="3376935"/>
                  <a:pt x="8766361" y="3377364"/>
                  <a:pt x="8768657" y="3377232"/>
                </a:cubicBezTo>
                <a:close/>
                <a:moveTo>
                  <a:pt x="8758811" y="3412871"/>
                </a:moveTo>
                <a:lnTo>
                  <a:pt x="8758099" y="3412137"/>
                </a:lnTo>
                <a:lnTo>
                  <a:pt x="8759216" y="3404615"/>
                </a:lnTo>
                <a:cubicBezTo>
                  <a:pt x="8760224" y="3397830"/>
                  <a:pt x="8766156" y="3394616"/>
                  <a:pt x="8765366" y="3390753"/>
                </a:cubicBezTo>
                <a:lnTo>
                  <a:pt x="8765158" y="3390499"/>
                </a:lnTo>
                <a:lnTo>
                  <a:pt x="8765632" y="3389932"/>
                </a:lnTo>
                <a:cubicBezTo>
                  <a:pt x="8767239" y="3386777"/>
                  <a:pt x="8767907" y="3382285"/>
                  <a:pt x="8764149" y="3376935"/>
                </a:cubicBezTo>
                <a:lnTo>
                  <a:pt x="8762599" y="3387367"/>
                </a:lnTo>
                <a:lnTo>
                  <a:pt x="8761904" y="3386517"/>
                </a:lnTo>
                <a:cubicBezTo>
                  <a:pt x="8761904" y="3386517"/>
                  <a:pt x="8761233" y="3391041"/>
                  <a:pt x="8759382" y="3395337"/>
                </a:cubicBezTo>
                <a:lnTo>
                  <a:pt x="8752183" y="3400926"/>
                </a:lnTo>
                <a:lnTo>
                  <a:pt x="8752633" y="3393185"/>
                </a:lnTo>
                <a:cubicBezTo>
                  <a:pt x="8752633" y="3393185"/>
                  <a:pt x="8753301" y="3388694"/>
                  <a:pt x="8753301" y="3388694"/>
                </a:cubicBezTo>
                <a:lnTo>
                  <a:pt x="8753968" y="3384200"/>
                </a:lnTo>
                <a:cubicBezTo>
                  <a:pt x="8753968" y="3384200"/>
                  <a:pt x="8754636" y="3379706"/>
                  <a:pt x="8754636" y="3379706"/>
                </a:cubicBezTo>
                <a:lnTo>
                  <a:pt x="8757304" y="3361739"/>
                </a:lnTo>
                <a:cubicBezTo>
                  <a:pt x="8752880" y="3360879"/>
                  <a:pt x="8751168" y="3357081"/>
                  <a:pt x="8750479" y="3354059"/>
                </a:cubicBezTo>
                <a:lnTo>
                  <a:pt x="8750349" y="3353486"/>
                </a:lnTo>
                <a:lnTo>
                  <a:pt x="8755738" y="3349340"/>
                </a:lnTo>
                <a:cubicBezTo>
                  <a:pt x="8757261" y="3346748"/>
                  <a:pt x="8757595" y="3344501"/>
                  <a:pt x="8757595" y="3344501"/>
                </a:cubicBezTo>
                <a:cubicBezTo>
                  <a:pt x="8756928" y="3348993"/>
                  <a:pt x="8756928" y="3348993"/>
                  <a:pt x="8756260" y="3353485"/>
                </a:cubicBezTo>
                <a:cubicBezTo>
                  <a:pt x="8765776" y="3350712"/>
                  <a:pt x="8764442" y="3359697"/>
                  <a:pt x="8763774" y="3364187"/>
                </a:cubicBezTo>
                <a:cubicBezTo>
                  <a:pt x="8765109" y="3355203"/>
                  <a:pt x="8775290" y="3347938"/>
                  <a:pt x="8777293" y="3334461"/>
                </a:cubicBezTo>
                <a:lnTo>
                  <a:pt x="8773288" y="3361414"/>
                </a:lnTo>
                <a:lnTo>
                  <a:pt x="8773346" y="3369955"/>
                </a:lnTo>
                <a:lnTo>
                  <a:pt x="8774334" y="3369667"/>
                </a:lnTo>
                <a:cubicBezTo>
                  <a:pt x="8774334" y="3369667"/>
                  <a:pt x="8773666" y="3374160"/>
                  <a:pt x="8773666" y="3374160"/>
                </a:cubicBezTo>
                <a:lnTo>
                  <a:pt x="8773375" y="3374338"/>
                </a:lnTo>
                <a:lnTo>
                  <a:pt x="8773437" y="3383397"/>
                </a:lnTo>
                <a:cubicBezTo>
                  <a:pt x="8771329" y="3389920"/>
                  <a:pt x="8768283" y="3395106"/>
                  <a:pt x="8767949" y="3397352"/>
                </a:cubicBezTo>
                <a:lnTo>
                  <a:pt x="8766286" y="3408549"/>
                </a:lnTo>
                <a:lnTo>
                  <a:pt x="8760145" y="3403887"/>
                </a:lnTo>
                <a:close/>
                <a:moveTo>
                  <a:pt x="8758605" y="3460245"/>
                </a:moveTo>
                <a:lnTo>
                  <a:pt x="8754085" y="3457956"/>
                </a:lnTo>
                <a:lnTo>
                  <a:pt x="8760526" y="3447291"/>
                </a:lnTo>
                <a:cubicBezTo>
                  <a:pt x="8761443" y="3441114"/>
                  <a:pt x="8760231" y="3433946"/>
                  <a:pt x="8756808" y="3426347"/>
                </a:cubicBezTo>
                <a:lnTo>
                  <a:pt x="8764666" y="3419450"/>
                </a:lnTo>
                <a:close/>
                <a:moveTo>
                  <a:pt x="8753955" y="3505300"/>
                </a:moveTo>
                <a:cubicBezTo>
                  <a:pt x="8754559" y="3501239"/>
                  <a:pt x="8755161" y="3497177"/>
                  <a:pt x="8761445" y="3498397"/>
                </a:cubicBezTo>
                <a:cubicBezTo>
                  <a:pt x="8755161" y="3497177"/>
                  <a:pt x="8755161" y="3497177"/>
                  <a:pt x="8755161" y="3497177"/>
                </a:cubicBezTo>
                <a:cubicBezTo>
                  <a:pt x="8754559" y="3501239"/>
                  <a:pt x="8754559" y="3501239"/>
                  <a:pt x="8753955" y="3505300"/>
                </a:cubicBezTo>
                <a:close/>
                <a:moveTo>
                  <a:pt x="8756685" y="3537710"/>
                </a:moveTo>
                <a:cubicBezTo>
                  <a:pt x="8757353" y="3533213"/>
                  <a:pt x="8757353" y="3533213"/>
                  <a:pt x="8758021" y="3528715"/>
                </a:cubicBezTo>
                <a:cubicBezTo>
                  <a:pt x="8758021" y="3528715"/>
                  <a:pt x="8758689" y="3524215"/>
                  <a:pt x="8759357" y="3519718"/>
                </a:cubicBezTo>
                <a:cubicBezTo>
                  <a:pt x="8750979" y="3518091"/>
                  <a:pt x="8750979" y="3518091"/>
                  <a:pt x="8750979" y="3518091"/>
                </a:cubicBezTo>
                <a:cubicBezTo>
                  <a:pt x="8750312" y="3522588"/>
                  <a:pt x="8749642" y="3527087"/>
                  <a:pt x="8748974" y="3531585"/>
                </a:cubicBezTo>
                <a:cubicBezTo>
                  <a:pt x="8748974" y="3531585"/>
                  <a:pt x="8756685" y="3537710"/>
                  <a:pt x="8756685" y="3537710"/>
                </a:cubicBezTo>
                <a:close/>
                <a:moveTo>
                  <a:pt x="8774266" y="3542667"/>
                </a:moveTo>
                <a:cubicBezTo>
                  <a:pt x="8775633" y="3533463"/>
                  <a:pt x="8781103" y="3496645"/>
                  <a:pt x="8782470" y="3487440"/>
                </a:cubicBezTo>
                <a:cubicBezTo>
                  <a:pt x="8780419" y="3501247"/>
                  <a:pt x="8770308" y="3504019"/>
                  <a:pt x="8768257" y="3517825"/>
                </a:cubicBezTo>
                <a:cubicBezTo>
                  <a:pt x="8777684" y="3519655"/>
                  <a:pt x="8775633" y="3533463"/>
                  <a:pt x="8774266" y="3542667"/>
                </a:cubicBezTo>
                <a:close/>
                <a:moveTo>
                  <a:pt x="8750629" y="3561062"/>
                </a:moveTo>
                <a:lnTo>
                  <a:pt x="8753342" y="3560201"/>
                </a:lnTo>
                <a:lnTo>
                  <a:pt x="8756016" y="3542208"/>
                </a:lnTo>
                <a:close/>
                <a:moveTo>
                  <a:pt x="8726165" y="3579243"/>
                </a:moveTo>
                <a:lnTo>
                  <a:pt x="8725271" y="3577368"/>
                </a:lnTo>
                <a:cubicBezTo>
                  <a:pt x="8725271" y="3577368"/>
                  <a:pt x="8725938" y="3572875"/>
                  <a:pt x="8725938" y="3572875"/>
                </a:cubicBezTo>
                <a:lnTo>
                  <a:pt x="8726008" y="3572885"/>
                </a:lnTo>
                <a:close/>
                <a:moveTo>
                  <a:pt x="8735129" y="3694829"/>
                </a:moveTo>
                <a:lnTo>
                  <a:pt x="8739133" y="3667877"/>
                </a:lnTo>
                <a:cubicBezTo>
                  <a:pt x="8747981" y="3669595"/>
                  <a:pt x="8748649" y="3665102"/>
                  <a:pt x="8749317" y="3660610"/>
                </a:cubicBezTo>
                <a:cubicBezTo>
                  <a:pt x="8749317" y="3660610"/>
                  <a:pt x="8749317" y="3660610"/>
                  <a:pt x="8749983" y="3656118"/>
                </a:cubicBezTo>
                <a:lnTo>
                  <a:pt x="8747777" y="3655688"/>
                </a:lnTo>
                <a:lnTo>
                  <a:pt x="8755038" y="3606809"/>
                </a:lnTo>
                <a:cubicBezTo>
                  <a:pt x="8746660" y="3605183"/>
                  <a:pt x="8746660" y="3605183"/>
                  <a:pt x="8746660" y="3605183"/>
                </a:cubicBezTo>
                <a:cubicBezTo>
                  <a:pt x="8745992" y="3609681"/>
                  <a:pt x="8744656" y="3618677"/>
                  <a:pt x="8743319" y="3627674"/>
                </a:cubicBezTo>
                <a:cubicBezTo>
                  <a:pt x="8741315" y="3641168"/>
                  <a:pt x="8739310" y="3654662"/>
                  <a:pt x="8737974" y="3663659"/>
                </a:cubicBezTo>
                <a:cubicBezTo>
                  <a:pt x="8738307" y="3661410"/>
                  <a:pt x="8738474" y="3660285"/>
                  <a:pt x="8739605" y="3659926"/>
                </a:cubicBezTo>
                <a:lnTo>
                  <a:pt x="8740302" y="3660008"/>
                </a:lnTo>
                <a:lnTo>
                  <a:pt x="8739801" y="3663385"/>
                </a:lnTo>
                <a:cubicBezTo>
                  <a:pt x="8739133" y="3667875"/>
                  <a:pt x="8735921" y="3674185"/>
                  <a:pt x="8733897" y="3680148"/>
                </a:cubicBezTo>
                <a:cubicBezTo>
                  <a:pt x="8731872" y="3686110"/>
                  <a:pt x="8731040" y="3691725"/>
                  <a:pt x="8735129" y="3694829"/>
                </a:cubicBezTo>
                <a:close/>
                <a:moveTo>
                  <a:pt x="8742410" y="3757079"/>
                </a:moveTo>
                <a:cubicBezTo>
                  <a:pt x="8743014" y="3753018"/>
                  <a:pt x="8753044" y="3750788"/>
                  <a:pt x="8743617" y="3748956"/>
                </a:cubicBezTo>
                <a:cubicBezTo>
                  <a:pt x="8743014" y="3753018"/>
                  <a:pt x="8743014" y="3753018"/>
                  <a:pt x="8742410" y="3757079"/>
                </a:cubicBezTo>
                <a:close/>
                <a:moveTo>
                  <a:pt x="8674894" y="4039020"/>
                </a:moveTo>
                <a:cubicBezTo>
                  <a:pt x="8666712" y="4032808"/>
                  <a:pt x="8666712" y="4032808"/>
                  <a:pt x="8666712" y="4032808"/>
                </a:cubicBezTo>
                <a:cubicBezTo>
                  <a:pt x="8666712" y="4032808"/>
                  <a:pt x="8666044" y="4037300"/>
                  <a:pt x="8666044" y="4037300"/>
                </a:cubicBezTo>
                <a:cubicBezTo>
                  <a:pt x="8666044" y="4037300"/>
                  <a:pt x="8674894" y="4039020"/>
                  <a:pt x="8674894" y="4039020"/>
                </a:cubicBezTo>
                <a:close/>
                <a:moveTo>
                  <a:pt x="8664883" y="4106403"/>
                </a:moveTo>
                <a:lnTo>
                  <a:pt x="8664902" y="4106279"/>
                </a:lnTo>
                <a:lnTo>
                  <a:pt x="8664894" y="4106329"/>
                </a:lnTo>
                <a:close/>
                <a:moveTo>
                  <a:pt x="8644346" y="4122097"/>
                </a:moveTo>
                <a:lnTo>
                  <a:pt x="8643202" y="4121874"/>
                </a:lnTo>
                <a:lnTo>
                  <a:pt x="8644519" y="4120935"/>
                </a:lnTo>
                <a:close/>
                <a:moveTo>
                  <a:pt x="8641470" y="4126160"/>
                </a:moveTo>
                <a:cubicBezTo>
                  <a:pt x="8641470" y="4126160"/>
                  <a:pt x="8641470" y="4126160"/>
                  <a:pt x="8640448" y="4125384"/>
                </a:cubicBezTo>
                <a:lnTo>
                  <a:pt x="8639399" y="4124589"/>
                </a:lnTo>
                <a:lnTo>
                  <a:pt x="8639427" y="4124569"/>
                </a:lnTo>
                <a:lnTo>
                  <a:pt x="8641978" y="4122748"/>
                </a:lnTo>
                <a:close/>
                <a:moveTo>
                  <a:pt x="8657677" y="4133279"/>
                </a:moveTo>
                <a:lnTo>
                  <a:pt x="8662214" y="4124373"/>
                </a:lnTo>
                <a:cubicBezTo>
                  <a:pt x="8662214" y="4124373"/>
                  <a:pt x="8659333" y="4128436"/>
                  <a:pt x="8657560" y="4132712"/>
                </a:cubicBezTo>
                <a:close/>
                <a:moveTo>
                  <a:pt x="8657542" y="4155818"/>
                </a:moveTo>
                <a:cubicBezTo>
                  <a:pt x="8658209" y="4151324"/>
                  <a:pt x="8658209" y="4151324"/>
                  <a:pt x="8658877" y="4146833"/>
                </a:cubicBezTo>
                <a:cubicBezTo>
                  <a:pt x="8658877" y="4146833"/>
                  <a:pt x="8659544" y="4142342"/>
                  <a:pt x="8659544" y="4142342"/>
                </a:cubicBezTo>
                <a:lnTo>
                  <a:pt x="8657677" y="4133279"/>
                </a:lnTo>
                <a:lnTo>
                  <a:pt x="8649360" y="4149607"/>
                </a:lnTo>
                <a:cubicBezTo>
                  <a:pt x="8649360" y="4149607"/>
                  <a:pt x="8657542" y="4155818"/>
                  <a:pt x="8657542" y="4155818"/>
                </a:cubicBezTo>
                <a:close/>
                <a:moveTo>
                  <a:pt x="8652559" y="4200859"/>
                </a:moveTo>
                <a:cubicBezTo>
                  <a:pt x="8661078" y="4197917"/>
                  <a:pt x="8655876" y="4178525"/>
                  <a:pt x="8663068" y="4184517"/>
                </a:cubicBezTo>
                <a:cubicBezTo>
                  <a:pt x="8664395" y="4175584"/>
                  <a:pt x="8666387" y="4162183"/>
                  <a:pt x="8674906" y="4159241"/>
                </a:cubicBezTo>
                <a:cubicBezTo>
                  <a:pt x="8667051" y="4157715"/>
                  <a:pt x="8667714" y="4153249"/>
                  <a:pt x="8668378" y="4148782"/>
                </a:cubicBezTo>
                <a:cubicBezTo>
                  <a:pt x="8667714" y="4153249"/>
                  <a:pt x="8659195" y="4156191"/>
                  <a:pt x="8659195" y="4156191"/>
                </a:cubicBezTo>
                <a:cubicBezTo>
                  <a:pt x="8656540" y="4174059"/>
                  <a:pt x="8655214" y="4182992"/>
                  <a:pt x="8652559" y="4200859"/>
                </a:cubicBezTo>
                <a:close/>
                <a:moveTo>
                  <a:pt x="8648510" y="4208949"/>
                </a:moveTo>
                <a:cubicBezTo>
                  <a:pt x="8649700" y="4208602"/>
                  <a:pt x="8649867" y="4207479"/>
                  <a:pt x="8650201" y="4205232"/>
                </a:cubicBezTo>
                <a:cubicBezTo>
                  <a:pt x="8650201" y="4205232"/>
                  <a:pt x="8650201" y="4205232"/>
                  <a:pt x="8650868" y="4200741"/>
                </a:cubicBezTo>
                <a:cubicBezTo>
                  <a:pt x="8650868" y="4200741"/>
                  <a:pt x="8651536" y="4196249"/>
                  <a:pt x="8651536" y="4196249"/>
                </a:cubicBezTo>
                <a:cubicBezTo>
                  <a:pt x="8653537" y="4182771"/>
                  <a:pt x="8656207" y="4164801"/>
                  <a:pt x="8657542" y="4155818"/>
                </a:cubicBezTo>
                <a:cubicBezTo>
                  <a:pt x="8647359" y="4163085"/>
                  <a:pt x="8654205" y="4178278"/>
                  <a:pt x="8642687" y="4194530"/>
                </a:cubicBezTo>
                <a:cubicBezTo>
                  <a:pt x="8642687" y="4194530"/>
                  <a:pt x="8642019" y="4199022"/>
                  <a:pt x="8642019" y="4199022"/>
                </a:cubicBezTo>
                <a:cubicBezTo>
                  <a:pt x="8641352" y="4203514"/>
                  <a:pt x="8641352" y="4203514"/>
                  <a:pt x="8641352" y="4203514"/>
                </a:cubicBezTo>
                <a:cubicBezTo>
                  <a:pt x="8640684" y="4208008"/>
                  <a:pt x="8640684" y="4208008"/>
                  <a:pt x="8640684" y="4208008"/>
                </a:cubicBezTo>
                <a:cubicBezTo>
                  <a:pt x="8645109" y="4208867"/>
                  <a:pt x="8647321" y="4209296"/>
                  <a:pt x="8648510" y="4208949"/>
                </a:cubicBezTo>
                <a:close/>
                <a:moveTo>
                  <a:pt x="8627833" y="4233242"/>
                </a:moveTo>
                <a:lnTo>
                  <a:pt x="8629167" y="4224258"/>
                </a:lnTo>
                <a:cubicBezTo>
                  <a:pt x="8637348" y="4230469"/>
                  <a:pt x="8628500" y="4228751"/>
                  <a:pt x="8627833" y="4233242"/>
                </a:cubicBezTo>
                <a:close/>
                <a:moveTo>
                  <a:pt x="8624200" y="4303689"/>
                </a:moveTo>
                <a:lnTo>
                  <a:pt x="8623540" y="4302534"/>
                </a:lnTo>
                <a:lnTo>
                  <a:pt x="8624959" y="4298584"/>
                </a:lnTo>
                <a:close/>
                <a:moveTo>
                  <a:pt x="8641897" y="4337899"/>
                </a:moveTo>
                <a:cubicBezTo>
                  <a:pt x="8642563" y="4333417"/>
                  <a:pt x="8651084" y="4330458"/>
                  <a:pt x="8652415" y="4321491"/>
                </a:cubicBezTo>
                <a:cubicBezTo>
                  <a:pt x="8653082" y="4317010"/>
                  <a:pt x="8653749" y="4312525"/>
                  <a:pt x="8654414" y="4308042"/>
                </a:cubicBezTo>
                <a:cubicBezTo>
                  <a:pt x="8655081" y="4303559"/>
                  <a:pt x="8655081" y="4303559"/>
                  <a:pt x="8655081" y="4303559"/>
                </a:cubicBezTo>
                <a:cubicBezTo>
                  <a:pt x="8655081" y="4303559"/>
                  <a:pt x="8656412" y="4294592"/>
                  <a:pt x="8657745" y="4285626"/>
                </a:cubicBezTo>
                <a:cubicBezTo>
                  <a:pt x="8666932" y="4278185"/>
                  <a:pt x="8670262" y="4255770"/>
                  <a:pt x="8671594" y="4246804"/>
                </a:cubicBezTo>
                <a:cubicBezTo>
                  <a:pt x="8671094" y="4250167"/>
                  <a:pt x="8672093" y="4243441"/>
                  <a:pt x="8669310" y="4239225"/>
                </a:cubicBezTo>
                <a:lnTo>
                  <a:pt x="8665070" y="4236312"/>
                </a:lnTo>
                <a:lnTo>
                  <a:pt x="8664405" y="4240794"/>
                </a:lnTo>
                <a:cubicBezTo>
                  <a:pt x="8661740" y="4258728"/>
                  <a:pt x="8658411" y="4281145"/>
                  <a:pt x="8648557" y="4293067"/>
                </a:cubicBezTo>
                <a:cubicBezTo>
                  <a:pt x="8647891" y="4297551"/>
                  <a:pt x="8647891" y="4297551"/>
                  <a:pt x="8647225" y="4302034"/>
                </a:cubicBezTo>
                <a:cubicBezTo>
                  <a:pt x="8646558" y="4306517"/>
                  <a:pt x="8645227" y="4315484"/>
                  <a:pt x="8644561" y="4319966"/>
                </a:cubicBezTo>
                <a:cubicBezTo>
                  <a:pt x="8643229" y="4328932"/>
                  <a:pt x="8642563" y="4333417"/>
                  <a:pt x="8641897" y="4337899"/>
                </a:cubicBezTo>
                <a:close/>
                <a:moveTo>
                  <a:pt x="8608943" y="4345112"/>
                </a:moveTo>
                <a:lnTo>
                  <a:pt x="8613971" y="4311267"/>
                </a:lnTo>
                <a:lnTo>
                  <a:pt x="8615132" y="4311081"/>
                </a:lnTo>
                <a:cubicBezTo>
                  <a:pt x="8616487" y="4309611"/>
                  <a:pt x="8616821" y="4307365"/>
                  <a:pt x="8617155" y="4305119"/>
                </a:cubicBezTo>
                <a:cubicBezTo>
                  <a:pt x="8615820" y="4314104"/>
                  <a:pt x="8613151" y="4332074"/>
                  <a:pt x="8611817" y="4341057"/>
                </a:cubicBezTo>
                <a:close/>
                <a:moveTo>
                  <a:pt x="8554398" y="5100955"/>
                </a:moveTo>
                <a:cubicBezTo>
                  <a:pt x="8555043" y="5096623"/>
                  <a:pt x="8555686" y="5092291"/>
                  <a:pt x="8555686" y="5092291"/>
                </a:cubicBezTo>
                <a:cubicBezTo>
                  <a:pt x="8556330" y="5087959"/>
                  <a:pt x="8545616" y="5094792"/>
                  <a:pt x="8546259" y="5090460"/>
                </a:cubicBezTo>
                <a:cubicBezTo>
                  <a:pt x="8545616" y="5094792"/>
                  <a:pt x="8546259" y="5090460"/>
                  <a:pt x="8545616" y="5094792"/>
                </a:cubicBezTo>
                <a:cubicBezTo>
                  <a:pt x="8545294" y="5096957"/>
                  <a:pt x="8547490" y="5098498"/>
                  <a:pt x="8549766" y="5099497"/>
                </a:cubicBezTo>
                <a:cubicBezTo>
                  <a:pt x="8552042" y="5100496"/>
                  <a:pt x="8554398" y="5100955"/>
                  <a:pt x="8554398" y="5100955"/>
                </a:cubicBezTo>
                <a:close/>
                <a:moveTo>
                  <a:pt x="8553688" y="5171005"/>
                </a:moveTo>
                <a:cubicBezTo>
                  <a:pt x="8555706" y="5157432"/>
                  <a:pt x="8558394" y="5139331"/>
                  <a:pt x="8560411" y="5125757"/>
                </a:cubicBezTo>
                <a:cubicBezTo>
                  <a:pt x="8561756" y="5116708"/>
                  <a:pt x="8571853" y="5114010"/>
                  <a:pt x="8563100" y="5107656"/>
                </a:cubicBezTo>
                <a:cubicBezTo>
                  <a:pt x="8563100" y="5107656"/>
                  <a:pt x="8560411" y="5125757"/>
                  <a:pt x="8550984" y="5123925"/>
                </a:cubicBezTo>
                <a:cubicBezTo>
                  <a:pt x="8548967" y="5137499"/>
                  <a:pt x="8545607" y="5160124"/>
                  <a:pt x="8553688" y="5171005"/>
                </a:cubicBezTo>
                <a:close/>
                <a:moveTo>
                  <a:pt x="8529252" y="5203183"/>
                </a:moveTo>
                <a:cubicBezTo>
                  <a:pt x="8530587" y="5194199"/>
                  <a:pt x="8542105" y="5177948"/>
                  <a:pt x="8533924" y="5171738"/>
                </a:cubicBezTo>
                <a:cubicBezTo>
                  <a:pt x="8532589" y="5180722"/>
                  <a:pt x="8530587" y="5194199"/>
                  <a:pt x="8529252" y="5203183"/>
                </a:cubicBezTo>
                <a:close/>
                <a:moveTo>
                  <a:pt x="8555150" y="5226438"/>
                </a:moveTo>
                <a:cubicBezTo>
                  <a:pt x="8555754" y="5222377"/>
                  <a:pt x="8556358" y="5218317"/>
                  <a:pt x="8562642" y="5219537"/>
                </a:cubicBezTo>
                <a:cubicBezTo>
                  <a:pt x="8556358" y="5218317"/>
                  <a:pt x="8556358" y="5218317"/>
                  <a:pt x="8556358" y="5218317"/>
                </a:cubicBezTo>
                <a:cubicBezTo>
                  <a:pt x="8555754" y="5222377"/>
                  <a:pt x="8555754" y="5222377"/>
                  <a:pt x="8555150" y="5226438"/>
                </a:cubicBezTo>
                <a:close/>
                <a:moveTo>
                  <a:pt x="8557880" y="5258849"/>
                </a:moveTo>
                <a:cubicBezTo>
                  <a:pt x="8558549" y="5254351"/>
                  <a:pt x="8558549" y="5254351"/>
                  <a:pt x="8559216" y="5249853"/>
                </a:cubicBezTo>
                <a:cubicBezTo>
                  <a:pt x="8559216" y="5249853"/>
                  <a:pt x="8559884" y="5245354"/>
                  <a:pt x="8560553" y="5240857"/>
                </a:cubicBezTo>
                <a:cubicBezTo>
                  <a:pt x="8552176" y="5239232"/>
                  <a:pt x="8552176" y="5239232"/>
                  <a:pt x="8552176" y="5239232"/>
                </a:cubicBezTo>
                <a:cubicBezTo>
                  <a:pt x="8551507" y="5243729"/>
                  <a:pt x="8550838" y="5248227"/>
                  <a:pt x="8550170" y="5252726"/>
                </a:cubicBezTo>
                <a:cubicBezTo>
                  <a:pt x="8550170" y="5252726"/>
                  <a:pt x="8557880" y="5258849"/>
                  <a:pt x="8557880" y="5258849"/>
                </a:cubicBezTo>
                <a:close/>
                <a:moveTo>
                  <a:pt x="8575461" y="5263806"/>
                </a:moveTo>
                <a:cubicBezTo>
                  <a:pt x="8576828" y="5254602"/>
                  <a:pt x="8582299" y="5217785"/>
                  <a:pt x="8583666" y="5208581"/>
                </a:cubicBezTo>
                <a:cubicBezTo>
                  <a:pt x="8581614" y="5222387"/>
                  <a:pt x="8571505" y="5225159"/>
                  <a:pt x="8569453" y="5238964"/>
                </a:cubicBezTo>
                <a:cubicBezTo>
                  <a:pt x="8578880" y="5240796"/>
                  <a:pt x="8576828" y="5254602"/>
                  <a:pt x="8575461" y="5263806"/>
                </a:cubicBezTo>
                <a:close/>
                <a:moveTo>
                  <a:pt x="8551824" y="5282202"/>
                </a:moveTo>
                <a:lnTo>
                  <a:pt x="8554538" y="5281340"/>
                </a:lnTo>
                <a:lnTo>
                  <a:pt x="8557212" y="5263350"/>
                </a:lnTo>
                <a:close/>
                <a:moveTo>
                  <a:pt x="8527184" y="5293229"/>
                </a:moveTo>
                <a:lnTo>
                  <a:pt x="8528338" y="5276381"/>
                </a:lnTo>
                <a:cubicBezTo>
                  <a:pt x="8528338" y="5276381"/>
                  <a:pt x="8527664" y="5280914"/>
                  <a:pt x="8526991" y="5285444"/>
                </a:cubicBezTo>
                <a:close/>
                <a:moveTo>
                  <a:pt x="8526396" y="5304720"/>
                </a:moveTo>
                <a:lnTo>
                  <a:pt x="8527380" y="5301179"/>
                </a:lnTo>
                <a:lnTo>
                  <a:pt x="8527184" y="5293229"/>
                </a:lnTo>
                <a:close/>
                <a:moveTo>
                  <a:pt x="8536136" y="5347187"/>
                </a:moveTo>
                <a:cubicBezTo>
                  <a:pt x="8536804" y="5342689"/>
                  <a:pt x="8539479" y="5324695"/>
                  <a:pt x="8548525" y="5321823"/>
                </a:cubicBezTo>
                <a:cubicBezTo>
                  <a:pt x="8548525" y="5321823"/>
                  <a:pt x="8547856" y="5326323"/>
                  <a:pt x="8547856" y="5326323"/>
                </a:cubicBezTo>
                <a:cubicBezTo>
                  <a:pt x="8556233" y="5327949"/>
                  <a:pt x="8556233" y="5327949"/>
                  <a:pt x="8556902" y="5323451"/>
                </a:cubicBezTo>
                <a:cubicBezTo>
                  <a:pt x="8558239" y="5314454"/>
                  <a:pt x="8558906" y="5309957"/>
                  <a:pt x="8551198" y="5303830"/>
                </a:cubicBezTo>
                <a:cubicBezTo>
                  <a:pt x="8551198" y="5303830"/>
                  <a:pt x="8550863" y="5306081"/>
                  <a:pt x="8550613" y="5307767"/>
                </a:cubicBezTo>
                <a:lnTo>
                  <a:pt x="8550529" y="5308330"/>
                </a:lnTo>
                <a:lnTo>
                  <a:pt x="8548509" y="5297453"/>
                </a:lnTo>
                <a:cubicBezTo>
                  <a:pt x="8548627" y="5293932"/>
                  <a:pt x="8549411" y="5290468"/>
                  <a:pt x="8550477" y="5286916"/>
                </a:cubicBezTo>
                <a:lnTo>
                  <a:pt x="8551824" y="5282202"/>
                </a:lnTo>
                <a:lnTo>
                  <a:pt x="8545493" y="5284214"/>
                </a:lnTo>
                <a:cubicBezTo>
                  <a:pt x="8543487" y="5297706"/>
                  <a:pt x="8542151" y="5306704"/>
                  <a:pt x="8532435" y="5314072"/>
                </a:cubicBezTo>
                <a:cubicBezTo>
                  <a:pt x="8531099" y="5323069"/>
                  <a:pt x="8538141" y="5333692"/>
                  <a:pt x="8528425" y="5341061"/>
                </a:cubicBezTo>
                <a:cubicBezTo>
                  <a:pt x="8536804" y="5342689"/>
                  <a:pt x="8536136" y="5347187"/>
                  <a:pt x="8536136" y="5347187"/>
                </a:cubicBezTo>
                <a:close/>
                <a:moveTo>
                  <a:pt x="8515548" y="5362469"/>
                </a:moveTo>
                <a:lnTo>
                  <a:pt x="8525225" y="5321811"/>
                </a:lnTo>
                <a:lnTo>
                  <a:pt x="8526396" y="5304720"/>
                </a:lnTo>
                <a:lnTo>
                  <a:pt x="8521522" y="5322257"/>
                </a:lnTo>
                <a:close/>
                <a:moveTo>
                  <a:pt x="8539168" y="5384799"/>
                </a:moveTo>
                <a:cubicBezTo>
                  <a:pt x="8539836" y="5380301"/>
                  <a:pt x="8539836" y="5380301"/>
                  <a:pt x="8548215" y="5381927"/>
                </a:cubicBezTo>
                <a:cubicBezTo>
                  <a:pt x="8550220" y="5368432"/>
                  <a:pt x="8554229" y="5341443"/>
                  <a:pt x="8556233" y="5327949"/>
                </a:cubicBezTo>
                <a:cubicBezTo>
                  <a:pt x="8547856" y="5326323"/>
                  <a:pt x="8547856" y="5326323"/>
                  <a:pt x="8547856" y="5326323"/>
                </a:cubicBezTo>
                <a:cubicBezTo>
                  <a:pt x="8547188" y="5330821"/>
                  <a:pt x="8545851" y="5339817"/>
                  <a:pt x="8544515" y="5348814"/>
                </a:cubicBezTo>
                <a:cubicBezTo>
                  <a:pt x="8542510" y="5362308"/>
                  <a:pt x="8540505" y="5375802"/>
                  <a:pt x="8539168" y="5384799"/>
                </a:cubicBezTo>
                <a:close/>
                <a:moveTo>
                  <a:pt x="8510186" y="5398567"/>
                </a:moveTo>
                <a:cubicBezTo>
                  <a:pt x="8510856" y="5394055"/>
                  <a:pt x="8514216" y="5387744"/>
                  <a:pt x="8516402" y="5381205"/>
                </a:cubicBezTo>
                <a:lnTo>
                  <a:pt x="8515548" y="5362469"/>
                </a:lnTo>
                <a:cubicBezTo>
                  <a:pt x="8515213" y="5364728"/>
                  <a:pt x="8511347" y="5374421"/>
                  <a:pt x="8508830" y="5383216"/>
                </a:cubicBezTo>
                <a:cubicBezTo>
                  <a:pt x="8506311" y="5392011"/>
                  <a:pt x="8505139" y="5399908"/>
                  <a:pt x="8510186" y="5398567"/>
                </a:cubicBezTo>
                <a:close/>
                <a:moveTo>
                  <a:pt x="8499679" y="5429901"/>
                </a:moveTo>
                <a:cubicBezTo>
                  <a:pt x="8501083" y="5428607"/>
                  <a:pt x="8501385" y="5426576"/>
                  <a:pt x="8501385" y="5426576"/>
                </a:cubicBezTo>
                <a:cubicBezTo>
                  <a:pt x="8501385" y="5426576"/>
                  <a:pt x="8491959" y="5424747"/>
                  <a:pt x="8491959" y="5424747"/>
                </a:cubicBezTo>
                <a:cubicBezTo>
                  <a:pt x="8491959" y="5424747"/>
                  <a:pt x="8491356" y="5428806"/>
                  <a:pt x="8491356" y="5428806"/>
                </a:cubicBezTo>
                <a:cubicBezTo>
                  <a:pt x="8495767" y="5431753"/>
                  <a:pt x="8498275" y="5431194"/>
                  <a:pt x="8499679" y="5429901"/>
                </a:cubicBezTo>
                <a:close/>
                <a:moveTo>
                  <a:pt x="8543606" y="5478218"/>
                </a:moveTo>
                <a:cubicBezTo>
                  <a:pt x="8544209" y="5474156"/>
                  <a:pt x="8554240" y="5471928"/>
                  <a:pt x="8544813" y="5470096"/>
                </a:cubicBezTo>
                <a:cubicBezTo>
                  <a:pt x="8544209" y="5474156"/>
                  <a:pt x="8544209" y="5474156"/>
                  <a:pt x="8543606" y="5478218"/>
                </a:cubicBezTo>
                <a:close/>
                <a:moveTo>
                  <a:pt x="8522472" y="5575261"/>
                </a:moveTo>
                <a:cubicBezTo>
                  <a:pt x="8524768" y="5575130"/>
                  <a:pt x="8527147" y="5574437"/>
                  <a:pt x="8527480" y="5572192"/>
                </a:cubicBezTo>
                <a:cubicBezTo>
                  <a:pt x="8527480" y="5572192"/>
                  <a:pt x="8528147" y="5567698"/>
                  <a:pt x="8528147" y="5567698"/>
                </a:cubicBezTo>
                <a:cubicBezTo>
                  <a:pt x="8528147" y="5567698"/>
                  <a:pt x="8528147" y="5567698"/>
                  <a:pt x="8518631" y="5570472"/>
                </a:cubicBezTo>
                <a:cubicBezTo>
                  <a:pt x="8518631" y="5570472"/>
                  <a:pt x="8517964" y="5574965"/>
                  <a:pt x="8517964" y="5574965"/>
                </a:cubicBezTo>
                <a:cubicBezTo>
                  <a:pt x="8517964" y="5574965"/>
                  <a:pt x="8520176" y="5575394"/>
                  <a:pt x="8522472" y="5575261"/>
                </a:cubicBezTo>
                <a:close/>
                <a:moveTo>
                  <a:pt x="8515295" y="5592934"/>
                </a:moveTo>
                <a:cubicBezTo>
                  <a:pt x="8515295" y="5592934"/>
                  <a:pt x="8525477" y="5585667"/>
                  <a:pt x="8517964" y="5574965"/>
                </a:cubicBezTo>
                <a:close/>
                <a:moveTo>
                  <a:pt x="8511598" y="5629875"/>
                </a:moveTo>
                <a:lnTo>
                  <a:pt x="8510623" y="5624379"/>
                </a:lnTo>
                <a:cubicBezTo>
                  <a:pt x="8515715" y="5620747"/>
                  <a:pt x="8518427" y="5617806"/>
                  <a:pt x="8519784" y="5616336"/>
                </a:cubicBezTo>
                <a:cubicBezTo>
                  <a:pt x="8521140" y="5614867"/>
                  <a:pt x="8521140" y="5614867"/>
                  <a:pt x="8520806" y="5617114"/>
                </a:cubicBezTo>
                <a:cubicBezTo>
                  <a:pt x="8520138" y="5621606"/>
                  <a:pt x="8520138" y="5621606"/>
                  <a:pt x="8520138" y="5621606"/>
                </a:cubicBezTo>
                <a:lnTo>
                  <a:pt x="8519676" y="5624718"/>
                </a:lnTo>
                <a:lnTo>
                  <a:pt x="8517166" y="5624232"/>
                </a:lnTo>
                <a:close/>
                <a:moveTo>
                  <a:pt x="8582955" y="5794150"/>
                </a:moveTo>
                <a:cubicBezTo>
                  <a:pt x="8583623" y="5789658"/>
                  <a:pt x="8583623" y="5789658"/>
                  <a:pt x="8583623" y="5789658"/>
                </a:cubicBezTo>
                <a:lnTo>
                  <a:pt x="8580451" y="5790583"/>
                </a:lnTo>
                <a:lnTo>
                  <a:pt x="8579636" y="5793506"/>
                </a:lnTo>
                <a:close/>
                <a:moveTo>
                  <a:pt x="8590468" y="5804851"/>
                </a:moveTo>
                <a:lnTo>
                  <a:pt x="8591135" y="5800359"/>
                </a:lnTo>
                <a:cubicBezTo>
                  <a:pt x="8591135" y="5800359"/>
                  <a:pt x="8591802" y="5795868"/>
                  <a:pt x="8582955" y="5794150"/>
                </a:cubicBezTo>
                <a:cubicBezTo>
                  <a:pt x="8582955" y="5794150"/>
                  <a:pt x="8582955" y="5794150"/>
                  <a:pt x="8582288" y="5798643"/>
                </a:cubicBezTo>
                <a:cubicBezTo>
                  <a:pt x="8582288" y="5798643"/>
                  <a:pt x="8582288" y="5798643"/>
                  <a:pt x="8590468" y="5804851"/>
                </a:cubicBezTo>
                <a:close/>
                <a:moveTo>
                  <a:pt x="8615676" y="5818994"/>
                </a:moveTo>
                <a:lnTo>
                  <a:pt x="8615677" y="5818993"/>
                </a:lnTo>
                <a:lnTo>
                  <a:pt x="8615854" y="5817799"/>
                </a:lnTo>
                <a:cubicBezTo>
                  <a:pt x="8615885" y="5817589"/>
                  <a:pt x="8615844" y="5817871"/>
                  <a:pt x="8615676" y="5818994"/>
                </a:cubicBezTo>
                <a:close/>
                <a:moveTo>
                  <a:pt x="8645566" y="5893546"/>
                </a:moveTo>
                <a:cubicBezTo>
                  <a:pt x="8647862" y="5893414"/>
                  <a:pt x="8650241" y="5892721"/>
                  <a:pt x="8650574" y="5890476"/>
                </a:cubicBezTo>
                <a:cubicBezTo>
                  <a:pt x="8650574" y="5890476"/>
                  <a:pt x="8651241" y="5885983"/>
                  <a:pt x="8651241" y="5885983"/>
                </a:cubicBezTo>
                <a:cubicBezTo>
                  <a:pt x="8651241" y="5885983"/>
                  <a:pt x="8651241" y="5885983"/>
                  <a:pt x="8641726" y="5888757"/>
                </a:cubicBezTo>
                <a:cubicBezTo>
                  <a:pt x="8641726" y="5888757"/>
                  <a:pt x="8641058" y="5893249"/>
                  <a:pt x="8641058" y="5893249"/>
                </a:cubicBezTo>
                <a:cubicBezTo>
                  <a:pt x="8641058" y="5893249"/>
                  <a:pt x="8643270" y="5893677"/>
                  <a:pt x="8645566" y="5893546"/>
                </a:cubicBezTo>
                <a:close/>
                <a:moveTo>
                  <a:pt x="8638388" y="5911218"/>
                </a:moveTo>
                <a:cubicBezTo>
                  <a:pt x="8638388" y="5911218"/>
                  <a:pt x="8648572" y="5903951"/>
                  <a:pt x="8641058" y="5893249"/>
                </a:cubicBezTo>
                <a:close/>
                <a:moveTo>
                  <a:pt x="8639929" y="5981787"/>
                </a:moveTo>
                <a:cubicBezTo>
                  <a:pt x="8641017" y="5982624"/>
                  <a:pt x="8643374" y="5983082"/>
                  <a:pt x="8648450" y="5981562"/>
                </a:cubicBezTo>
                <a:cubicBezTo>
                  <a:pt x="8639022" y="5979731"/>
                  <a:pt x="8639747" y="5974856"/>
                  <a:pt x="8639747" y="5974856"/>
                </a:cubicBezTo>
                <a:cubicBezTo>
                  <a:pt x="8639022" y="5979731"/>
                  <a:pt x="8639022" y="5979731"/>
                  <a:pt x="8639022" y="5979731"/>
                </a:cubicBezTo>
                <a:cubicBezTo>
                  <a:pt x="8639022" y="5979731"/>
                  <a:pt x="8638842" y="5980948"/>
                  <a:pt x="8639929" y="5981787"/>
                </a:cubicBezTo>
                <a:close/>
                <a:moveTo>
                  <a:pt x="8605193" y="6195952"/>
                </a:moveTo>
                <a:cubicBezTo>
                  <a:pt x="8605859" y="6191458"/>
                  <a:pt x="8605859" y="6191458"/>
                  <a:pt x="8605859" y="6191458"/>
                </a:cubicBezTo>
                <a:cubicBezTo>
                  <a:pt x="8606527" y="6186966"/>
                  <a:pt x="8607194" y="6182474"/>
                  <a:pt x="8607861" y="6177980"/>
                </a:cubicBezTo>
                <a:cubicBezTo>
                  <a:pt x="8599013" y="6176264"/>
                  <a:pt x="8598346" y="6180756"/>
                  <a:pt x="8599013" y="6176264"/>
                </a:cubicBezTo>
                <a:cubicBezTo>
                  <a:pt x="8598346" y="6180756"/>
                  <a:pt x="8606527" y="6186966"/>
                  <a:pt x="8605193" y="6195952"/>
                </a:cubicBezTo>
                <a:close/>
                <a:moveTo>
                  <a:pt x="8612037" y="6211146"/>
                </a:moveTo>
                <a:lnTo>
                  <a:pt x="8616041" y="6184192"/>
                </a:lnTo>
                <a:cubicBezTo>
                  <a:pt x="8624889" y="6185910"/>
                  <a:pt x="8625557" y="6181418"/>
                  <a:pt x="8626225" y="6176925"/>
                </a:cubicBezTo>
                <a:cubicBezTo>
                  <a:pt x="8626225" y="6176925"/>
                  <a:pt x="8626225" y="6176925"/>
                  <a:pt x="8626891" y="6172433"/>
                </a:cubicBezTo>
                <a:cubicBezTo>
                  <a:pt x="8618044" y="6170715"/>
                  <a:pt x="8618044" y="6170715"/>
                  <a:pt x="8618044" y="6170715"/>
                </a:cubicBezTo>
                <a:cubicBezTo>
                  <a:pt x="8618044" y="6170715"/>
                  <a:pt x="8618044" y="6170715"/>
                  <a:pt x="8617376" y="6175208"/>
                </a:cubicBezTo>
                <a:cubicBezTo>
                  <a:pt x="8617376" y="6175208"/>
                  <a:pt x="8616708" y="6179699"/>
                  <a:pt x="8616708" y="6179699"/>
                </a:cubicBezTo>
                <a:cubicBezTo>
                  <a:pt x="8616041" y="6184190"/>
                  <a:pt x="8612829" y="6190501"/>
                  <a:pt x="8610805" y="6196463"/>
                </a:cubicBezTo>
                <a:cubicBezTo>
                  <a:pt x="8608781" y="6202426"/>
                  <a:pt x="8607948" y="6208040"/>
                  <a:pt x="8612037" y="6211146"/>
                </a:cubicBezTo>
                <a:close/>
                <a:moveTo>
                  <a:pt x="8551802" y="6555334"/>
                </a:moveTo>
                <a:cubicBezTo>
                  <a:pt x="8543620" y="6549124"/>
                  <a:pt x="8543620" y="6549124"/>
                  <a:pt x="8543620" y="6549124"/>
                </a:cubicBezTo>
                <a:cubicBezTo>
                  <a:pt x="8543620" y="6549124"/>
                  <a:pt x="8542953" y="6553615"/>
                  <a:pt x="8542953" y="6553615"/>
                </a:cubicBezTo>
                <a:cubicBezTo>
                  <a:pt x="8542953" y="6553615"/>
                  <a:pt x="8551802" y="6555334"/>
                  <a:pt x="8551802" y="6555334"/>
                </a:cubicBezTo>
                <a:close/>
                <a:moveTo>
                  <a:pt x="8541804" y="6622635"/>
                </a:moveTo>
                <a:lnTo>
                  <a:pt x="8541865" y="6622227"/>
                </a:lnTo>
                <a:lnTo>
                  <a:pt x="8541810" y="6622594"/>
                </a:lnTo>
                <a:close/>
                <a:moveTo>
                  <a:pt x="8541792" y="6622718"/>
                </a:moveTo>
                <a:lnTo>
                  <a:pt x="8541804" y="6622635"/>
                </a:lnTo>
                <a:lnTo>
                  <a:pt x="8541802" y="6622643"/>
                </a:lnTo>
                <a:close/>
                <a:moveTo>
                  <a:pt x="8534586" y="6649594"/>
                </a:moveTo>
                <a:lnTo>
                  <a:pt x="8539122" y="6640686"/>
                </a:lnTo>
                <a:cubicBezTo>
                  <a:pt x="8539122" y="6640686"/>
                  <a:pt x="8536241" y="6644750"/>
                  <a:pt x="8534468" y="6649027"/>
                </a:cubicBezTo>
                <a:close/>
                <a:moveTo>
                  <a:pt x="8529467" y="6717174"/>
                </a:moveTo>
                <a:cubicBezTo>
                  <a:pt x="8537986" y="6714233"/>
                  <a:pt x="8532784" y="6694842"/>
                  <a:pt x="8539975" y="6700833"/>
                </a:cubicBezTo>
                <a:cubicBezTo>
                  <a:pt x="8541303" y="6691900"/>
                  <a:pt x="8543295" y="6678499"/>
                  <a:pt x="8551815" y="6675556"/>
                </a:cubicBezTo>
                <a:cubicBezTo>
                  <a:pt x="8543959" y="6674031"/>
                  <a:pt x="8544622" y="6669565"/>
                  <a:pt x="8545286" y="6665097"/>
                </a:cubicBezTo>
                <a:cubicBezTo>
                  <a:pt x="8544622" y="6669565"/>
                  <a:pt x="8536103" y="6672503"/>
                  <a:pt x="8536103" y="6672503"/>
                </a:cubicBezTo>
                <a:cubicBezTo>
                  <a:pt x="8533448" y="6690373"/>
                  <a:pt x="8532121" y="6699307"/>
                  <a:pt x="8529467" y="6717174"/>
                </a:cubicBezTo>
                <a:close/>
                <a:moveTo>
                  <a:pt x="8504741" y="6749556"/>
                </a:moveTo>
                <a:lnTo>
                  <a:pt x="8506076" y="6740574"/>
                </a:lnTo>
                <a:cubicBezTo>
                  <a:pt x="8514255" y="6746784"/>
                  <a:pt x="8505408" y="6745065"/>
                  <a:pt x="8504741" y="6749556"/>
                </a:cubicBezTo>
                <a:close/>
                <a:moveTo>
                  <a:pt x="8518806" y="6854214"/>
                </a:moveTo>
                <a:cubicBezTo>
                  <a:pt x="8519471" y="6849730"/>
                  <a:pt x="8527992" y="6846773"/>
                  <a:pt x="8529323" y="6837806"/>
                </a:cubicBezTo>
                <a:cubicBezTo>
                  <a:pt x="8529991" y="6833324"/>
                  <a:pt x="8530657" y="6828839"/>
                  <a:pt x="8531323" y="6824359"/>
                </a:cubicBezTo>
                <a:cubicBezTo>
                  <a:pt x="8531989" y="6819873"/>
                  <a:pt x="8531989" y="6819873"/>
                  <a:pt x="8531989" y="6819873"/>
                </a:cubicBezTo>
                <a:cubicBezTo>
                  <a:pt x="8531989" y="6819873"/>
                  <a:pt x="8533321" y="6810907"/>
                  <a:pt x="8534653" y="6801941"/>
                </a:cubicBezTo>
                <a:cubicBezTo>
                  <a:pt x="8543839" y="6794500"/>
                  <a:pt x="8547170" y="6772085"/>
                  <a:pt x="8548502" y="6763118"/>
                </a:cubicBezTo>
                <a:cubicBezTo>
                  <a:pt x="8548002" y="6766482"/>
                  <a:pt x="8549002" y="6759757"/>
                  <a:pt x="8546219" y="6755540"/>
                </a:cubicBezTo>
                <a:lnTo>
                  <a:pt x="8541978" y="6752627"/>
                </a:lnTo>
                <a:lnTo>
                  <a:pt x="8541313" y="6757111"/>
                </a:lnTo>
                <a:cubicBezTo>
                  <a:pt x="8538648" y="6775043"/>
                  <a:pt x="8535319" y="6797458"/>
                  <a:pt x="8525464" y="6809383"/>
                </a:cubicBezTo>
                <a:cubicBezTo>
                  <a:pt x="8524799" y="6813866"/>
                  <a:pt x="8524799" y="6813866"/>
                  <a:pt x="8524132" y="6818348"/>
                </a:cubicBezTo>
                <a:cubicBezTo>
                  <a:pt x="8523467" y="6822832"/>
                  <a:pt x="8522135" y="6831798"/>
                  <a:pt x="8521469" y="6836281"/>
                </a:cubicBezTo>
                <a:cubicBezTo>
                  <a:pt x="8520137" y="6845247"/>
                  <a:pt x="8519471" y="6849730"/>
                  <a:pt x="8518806" y="6854214"/>
                </a:cubicBezTo>
                <a:close/>
                <a:moveTo>
                  <a:pt x="8484646" y="6863127"/>
                </a:moveTo>
                <a:lnTo>
                  <a:pt x="8485158" y="6852710"/>
                </a:lnTo>
                <a:cubicBezTo>
                  <a:pt x="8484719" y="6848003"/>
                  <a:pt x="8483175" y="6843081"/>
                  <a:pt x="8479085" y="6839976"/>
                </a:cubicBezTo>
                <a:lnTo>
                  <a:pt x="8479476" y="6837351"/>
                </a:lnTo>
                <a:lnTo>
                  <a:pt x="8480387" y="6835560"/>
                </a:lnTo>
                <a:lnTo>
                  <a:pt x="8487577" y="6836427"/>
                </a:lnTo>
                <a:cubicBezTo>
                  <a:pt x="8488767" y="6836078"/>
                  <a:pt x="8488933" y="6834956"/>
                  <a:pt x="8489267" y="6832710"/>
                </a:cubicBezTo>
                <a:lnTo>
                  <a:pt x="8490007" y="6827721"/>
                </a:lnTo>
                <a:lnTo>
                  <a:pt x="8492039" y="6827397"/>
                </a:lnTo>
                <a:cubicBezTo>
                  <a:pt x="8493396" y="6825927"/>
                  <a:pt x="8493729" y="6823680"/>
                  <a:pt x="8494064" y="6821435"/>
                </a:cubicBezTo>
                <a:cubicBezTo>
                  <a:pt x="8492729" y="6830419"/>
                  <a:pt x="8490059" y="6848389"/>
                  <a:pt x="8488725" y="6857373"/>
                </a:cubicBezTo>
                <a:close/>
                <a:moveTo>
                  <a:pt x="8431307" y="7617270"/>
                </a:moveTo>
                <a:cubicBezTo>
                  <a:pt x="8431950" y="7612937"/>
                  <a:pt x="8432595" y="7608605"/>
                  <a:pt x="8432595" y="7608605"/>
                </a:cubicBezTo>
                <a:cubicBezTo>
                  <a:pt x="8433238" y="7604273"/>
                  <a:pt x="8422524" y="7611108"/>
                  <a:pt x="8423167" y="7606775"/>
                </a:cubicBezTo>
                <a:cubicBezTo>
                  <a:pt x="8422524" y="7611108"/>
                  <a:pt x="8423167" y="7606775"/>
                  <a:pt x="8422524" y="7611108"/>
                </a:cubicBezTo>
                <a:cubicBezTo>
                  <a:pt x="8422202" y="7613274"/>
                  <a:pt x="8424398" y="7614812"/>
                  <a:pt x="8426674" y="7615813"/>
                </a:cubicBezTo>
                <a:cubicBezTo>
                  <a:pt x="8428950" y="7616812"/>
                  <a:pt x="8431307" y="7617270"/>
                  <a:pt x="8431307" y="7617270"/>
                </a:cubicBezTo>
                <a:close/>
                <a:moveTo>
                  <a:pt x="8430597" y="7687320"/>
                </a:moveTo>
                <a:cubicBezTo>
                  <a:pt x="8432614" y="7673747"/>
                  <a:pt x="8435302" y="7655647"/>
                  <a:pt x="8437320" y="7642071"/>
                </a:cubicBezTo>
                <a:cubicBezTo>
                  <a:pt x="8438663" y="7633022"/>
                  <a:pt x="8448761" y="7630327"/>
                  <a:pt x="8440009" y="7623970"/>
                </a:cubicBezTo>
                <a:cubicBezTo>
                  <a:pt x="8440009" y="7623970"/>
                  <a:pt x="8437320" y="7642071"/>
                  <a:pt x="8427892" y="7640241"/>
                </a:cubicBezTo>
                <a:cubicBezTo>
                  <a:pt x="8425876" y="7653816"/>
                  <a:pt x="8422515" y="7676441"/>
                  <a:pt x="8430597" y="7687320"/>
                </a:cubicBezTo>
                <a:close/>
                <a:moveTo>
                  <a:pt x="8406161" y="7719499"/>
                </a:moveTo>
                <a:cubicBezTo>
                  <a:pt x="8407495" y="7710514"/>
                  <a:pt x="8419013" y="7694263"/>
                  <a:pt x="8410832" y="7688052"/>
                </a:cubicBezTo>
                <a:cubicBezTo>
                  <a:pt x="8409496" y="7697037"/>
                  <a:pt x="8407495" y="7710514"/>
                  <a:pt x="8406161" y="7719499"/>
                </a:cubicBezTo>
                <a:close/>
                <a:moveTo>
                  <a:pt x="8432058" y="7742755"/>
                </a:moveTo>
                <a:cubicBezTo>
                  <a:pt x="8432662" y="7738693"/>
                  <a:pt x="8433265" y="7734631"/>
                  <a:pt x="8439549" y="7735851"/>
                </a:cubicBezTo>
                <a:cubicBezTo>
                  <a:pt x="8433265" y="7734631"/>
                  <a:pt x="8433265" y="7734631"/>
                  <a:pt x="8433265" y="7734631"/>
                </a:cubicBezTo>
                <a:cubicBezTo>
                  <a:pt x="8432662" y="7738693"/>
                  <a:pt x="8432662" y="7738693"/>
                  <a:pt x="8432058" y="7742755"/>
                </a:cubicBezTo>
                <a:close/>
                <a:moveTo>
                  <a:pt x="8499678" y="7773059"/>
                </a:moveTo>
                <a:cubicBezTo>
                  <a:pt x="8501083" y="7771766"/>
                  <a:pt x="8501385" y="7769736"/>
                  <a:pt x="8501385" y="7769736"/>
                </a:cubicBezTo>
                <a:cubicBezTo>
                  <a:pt x="8501385" y="7769736"/>
                  <a:pt x="8491958" y="7767906"/>
                  <a:pt x="8491958" y="7767906"/>
                </a:cubicBezTo>
                <a:cubicBezTo>
                  <a:pt x="8491958" y="7767906"/>
                  <a:pt x="8491355" y="7771967"/>
                  <a:pt x="8491355" y="7771967"/>
                </a:cubicBezTo>
                <a:cubicBezTo>
                  <a:pt x="8495766" y="7774912"/>
                  <a:pt x="8498274" y="7774354"/>
                  <a:pt x="8499678" y="7773059"/>
                </a:cubicBezTo>
                <a:close/>
                <a:moveTo>
                  <a:pt x="8434788" y="7775166"/>
                </a:moveTo>
                <a:cubicBezTo>
                  <a:pt x="8435456" y="7770667"/>
                  <a:pt x="8435456" y="7770667"/>
                  <a:pt x="8436125" y="7766169"/>
                </a:cubicBezTo>
                <a:cubicBezTo>
                  <a:pt x="8436125" y="7766169"/>
                  <a:pt x="8436792" y="7761672"/>
                  <a:pt x="8437461" y="7757172"/>
                </a:cubicBezTo>
                <a:cubicBezTo>
                  <a:pt x="8429084" y="7755546"/>
                  <a:pt x="8429084" y="7755546"/>
                  <a:pt x="8429084" y="7755546"/>
                </a:cubicBezTo>
                <a:cubicBezTo>
                  <a:pt x="8428416" y="7760044"/>
                  <a:pt x="8427746" y="7764543"/>
                  <a:pt x="8427079" y="7769041"/>
                </a:cubicBezTo>
                <a:cubicBezTo>
                  <a:pt x="8427079" y="7769041"/>
                  <a:pt x="8434788" y="7775166"/>
                  <a:pt x="8434788" y="7775166"/>
                </a:cubicBezTo>
                <a:close/>
                <a:moveTo>
                  <a:pt x="8452370" y="7780123"/>
                </a:moveTo>
                <a:cubicBezTo>
                  <a:pt x="8453737" y="7770916"/>
                  <a:pt x="8459206" y="7734100"/>
                  <a:pt x="8460574" y="7724895"/>
                </a:cubicBezTo>
                <a:cubicBezTo>
                  <a:pt x="8458523" y="7738703"/>
                  <a:pt x="8448413" y="7741474"/>
                  <a:pt x="8446361" y="7755280"/>
                </a:cubicBezTo>
                <a:cubicBezTo>
                  <a:pt x="8455789" y="7757111"/>
                  <a:pt x="8453737" y="7770916"/>
                  <a:pt x="8452370" y="7780123"/>
                </a:cubicBezTo>
                <a:close/>
                <a:moveTo>
                  <a:pt x="8428732" y="7798518"/>
                </a:moveTo>
                <a:lnTo>
                  <a:pt x="8431446" y="7797657"/>
                </a:lnTo>
                <a:lnTo>
                  <a:pt x="8434120" y="7779664"/>
                </a:lnTo>
                <a:close/>
                <a:moveTo>
                  <a:pt x="8404091" y="7809537"/>
                </a:moveTo>
                <a:lnTo>
                  <a:pt x="8405245" y="7792696"/>
                </a:lnTo>
                <a:cubicBezTo>
                  <a:pt x="8405245" y="7792696"/>
                  <a:pt x="8404573" y="7797227"/>
                  <a:pt x="8403899" y="7801759"/>
                </a:cubicBezTo>
                <a:close/>
                <a:moveTo>
                  <a:pt x="8403303" y="7821039"/>
                </a:moveTo>
                <a:lnTo>
                  <a:pt x="8404288" y="7817495"/>
                </a:lnTo>
                <a:lnTo>
                  <a:pt x="8404091" y="7809537"/>
                </a:lnTo>
                <a:close/>
                <a:moveTo>
                  <a:pt x="8413045" y="7863503"/>
                </a:moveTo>
                <a:cubicBezTo>
                  <a:pt x="8413713" y="7859005"/>
                  <a:pt x="8416386" y="7841011"/>
                  <a:pt x="8425432" y="7838139"/>
                </a:cubicBezTo>
                <a:cubicBezTo>
                  <a:pt x="8425432" y="7838139"/>
                  <a:pt x="8424764" y="7842638"/>
                  <a:pt x="8424764" y="7842638"/>
                </a:cubicBezTo>
                <a:cubicBezTo>
                  <a:pt x="8433142" y="7844265"/>
                  <a:pt x="8433142" y="7844265"/>
                  <a:pt x="8433810" y="7839766"/>
                </a:cubicBezTo>
                <a:cubicBezTo>
                  <a:pt x="8435147" y="7830770"/>
                  <a:pt x="8435814" y="7826270"/>
                  <a:pt x="8428106" y="7820147"/>
                </a:cubicBezTo>
                <a:cubicBezTo>
                  <a:pt x="8428106" y="7820147"/>
                  <a:pt x="8427771" y="7822397"/>
                  <a:pt x="8427521" y="7824082"/>
                </a:cubicBezTo>
                <a:lnTo>
                  <a:pt x="8427438" y="7824646"/>
                </a:lnTo>
                <a:lnTo>
                  <a:pt x="8425416" y="7813767"/>
                </a:lnTo>
                <a:cubicBezTo>
                  <a:pt x="8425534" y="7810247"/>
                  <a:pt x="8426319" y="7806782"/>
                  <a:pt x="8427385" y="7803230"/>
                </a:cubicBezTo>
                <a:lnTo>
                  <a:pt x="8428732" y="7798518"/>
                </a:lnTo>
                <a:lnTo>
                  <a:pt x="8422401" y="7800528"/>
                </a:lnTo>
                <a:cubicBezTo>
                  <a:pt x="8420395" y="7814021"/>
                  <a:pt x="8419059" y="7823017"/>
                  <a:pt x="8409344" y="7830389"/>
                </a:cubicBezTo>
                <a:cubicBezTo>
                  <a:pt x="8408006" y="7839384"/>
                  <a:pt x="8415049" y="7850007"/>
                  <a:pt x="8405333" y="7857377"/>
                </a:cubicBezTo>
                <a:cubicBezTo>
                  <a:pt x="8413713" y="7859005"/>
                  <a:pt x="8413045" y="7863503"/>
                  <a:pt x="8413045" y="7863503"/>
                </a:cubicBezTo>
                <a:close/>
                <a:moveTo>
                  <a:pt x="8392456" y="7878786"/>
                </a:moveTo>
                <a:lnTo>
                  <a:pt x="8402133" y="7838125"/>
                </a:lnTo>
                <a:lnTo>
                  <a:pt x="8403303" y="7821039"/>
                </a:lnTo>
                <a:lnTo>
                  <a:pt x="8398430" y="7838573"/>
                </a:lnTo>
                <a:close/>
                <a:moveTo>
                  <a:pt x="8416077" y="7901114"/>
                </a:moveTo>
                <a:cubicBezTo>
                  <a:pt x="8416745" y="7896616"/>
                  <a:pt x="8416745" y="7896616"/>
                  <a:pt x="8425123" y="7898242"/>
                </a:cubicBezTo>
                <a:cubicBezTo>
                  <a:pt x="8427128" y="7884749"/>
                  <a:pt x="8431138" y="7857759"/>
                  <a:pt x="8433142" y="7844265"/>
                </a:cubicBezTo>
                <a:cubicBezTo>
                  <a:pt x="8424764" y="7842638"/>
                  <a:pt x="8424764" y="7842638"/>
                  <a:pt x="8424764" y="7842638"/>
                </a:cubicBezTo>
                <a:cubicBezTo>
                  <a:pt x="8424096" y="7847137"/>
                  <a:pt x="8422759" y="7856133"/>
                  <a:pt x="8421423" y="7865129"/>
                </a:cubicBezTo>
                <a:cubicBezTo>
                  <a:pt x="8419419" y="7878623"/>
                  <a:pt x="8417413" y="7892118"/>
                  <a:pt x="8416077" y="7901114"/>
                </a:cubicBezTo>
                <a:close/>
                <a:moveTo>
                  <a:pt x="8429941" y="7972406"/>
                </a:moveTo>
                <a:cubicBezTo>
                  <a:pt x="8432152" y="7972836"/>
                  <a:pt x="8434530" y="7972142"/>
                  <a:pt x="8434863" y="7969896"/>
                </a:cubicBezTo>
                <a:cubicBezTo>
                  <a:pt x="8434863" y="7969896"/>
                  <a:pt x="8426017" y="7968178"/>
                  <a:pt x="8426685" y="7963686"/>
                </a:cubicBezTo>
                <a:lnTo>
                  <a:pt x="8426017" y="7968178"/>
                </a:lnTo>
                <a:cubicBezTo>
                  <a:pt x="8425683" y="7970424"/>
                  <a:pt x="8427728" y="7971978"/>
                  <a:pt x="8429941" y="7972406"/>
                </a:cubicBezTo>
                <a:close/>
                <a:moveTo>
                  <a:pt x="8423301" y="7987011"/>
                </a:moveTo>
                <a:lnTo>
                  <a:pt x="8423224" y="7986982"/>
                </a:lnTo>
                <a:lnTo>
                  <a:pt x="8423347" y="7986146"/>
                </a:lnTo>
                <a:close/>
                <a:moveTo>
                  <a:pt x="8419877" y="8009508"/>
                </a:moveTo>
                <a:lnTo>
                  <a:pt x="8419937" y="8009109"/>
                </a:lnTo>
                <a:lnTo>
                  <a:pt x="8419890" y="8009424"/>
                </a:lnTo>
                <a:close/>
                <a:moveTo>
                  <a:pt x="8419862" y="8009607"/>
                </a:moveTo>
                <a:lnTo>
                  <a:pt x="8419877" y="8009508"/>
                </a:lnTo>
                <a:lnTo>
                  <a:pt x="8419872" y="8009539"/>
                </a:lnTo>
                <a:close/>
                <a:moveTo>
                  <a:pt x="8419855" y="8009652"/>
                </a:moveTo>
                <a:lnTo>
                  <a:pt x="8419862" y="8009607"/>
                </a:lnTo>
                <a:lnTo>
                  <a:pt x="8419858" y="8009632"/>
                </a:lnTo>
                <a:close/>
                <a:moveTo>
                  <a:pt x="8419844" y="8009733"/>
                </a:moveTo>
                <a:lnTo>
                  <a:pt x="8419855" y="8009652"/>
                </a:lnTo>
                <a:lnTo>
                  <a:pt x="8419845" y="8009720"/>
                </a:lnTo>
                <a:close/>
                <a:moveTo>
                  <a:pt x="8419343" y="8013101"/>
                </a:moveTo>
                <a:cubicBezTo>
                  <a:pt x="8419343" y="8013101"/>
                  <a:pt x="8419343" y="8013101"/>
                  <a:pt x="8419426" y="8012539"/>
                </a:cubicBezTo>
                <a:lnTo>
                  <a:pt x="8419845" y="8009720"/>
                </a:lnTo>
                <a:lnTo>
                  <a:pt x="8419858" y="8009632"/>
                </a:lnTo>
                <a:lnTo>
                  <a:pt x="8419872" y="8009539"/>
                </a:lnTo>
                <a:lnTo>
                  <a:pt x="8419890" y="8009424"/>
                </a:lnTo>
                <a:lnTo>
                  <a:pt x="8420010" y="8008609"/>
                </a:lnTo>
                <a:cubicBezTo>
                  <a:pt x="8420137" y="8007768"/>
                  <a:pt x="8420344" y="8006362"/>
                  <a:pt x="8420677" y="8004118"/>
                </a:cubicBezTo>
                <a:cubicBezTo>
                  <a:pt x="8420677" y="8004118"/>
                  <a:pt x="8421345" y="7999625"/>
                  <a:pt x="8422012" y="7995131"/>
                </a:cubicBezTo>
                <a:cubicBezTo>
                  <a:pt x="8421345" y="7999625"/>
                  <a:pt x="8418632" y="8002564"/>
                  <a:pt x="8417109" y="8005157"/>
                </a:cubicBezTo>
                <a:cubicBezTo>
                  <a:pt x="8415586" y="8007751"/>
                  <a:pt x="8415253" y="8009996"/>
                  <a:pt x="8419343" y="8013101"/>
                </a:cubicBezTo>
                <a:close/>
                <a:moveTo>
                  <a:pt x="8582954" y="8137311"/>
                </a:moveTo>
                <a:cubicBezTo>
                  <a:pt x="8583622" y="8132817"/>
                  <a:pt x="8583622" y="8132817"/>
                  <a:pt x="8583622" y="8132817"/>
                </a:cubicBezTo>
                <a:lnTo>
                  <a:pt x="8580451" y="8133743"/>
                </a:lnTo>
                <a:lnTo>
                  <a:pt x="8579636" y="8136665"/>
                </a:lnTo>
                <a:close/>
                <a:moveTo>
                  <a:pt x="8590466" y="8148012"/>
                </a:moveTo>
                <a:lnTo>
                  <a:pt x="8591134" y="8143521"/>
                </a:lnTo>
                <a:cubicBezTo>
                  <a:pt x="8591134" y="8143521"/>
                  <a:pt x="8591801" y="8139029"/>
                  <a:pt x="8582954" y="8137311"/>
                </a:cubicBezTo>
                <a:cubicBezTo>
                  <a:pt x="8582954" y="8137311"/>
                  <a:pt x="8582954" y="8137311"/>
                  <a:pt x="8582287" y="8141803"/>
                </a:cubicBezTo>
                <a:cubicBezTo>
                  <a:pt x="8582287" y="8141803"/>
                  <a:pt x="8582287" y="8141803"/>
                  <a:pt x="8590466" y="8148012"/>
                </a:cubicBezTo>
                <a:close/>
                <a:moveTo>
                  <a:pt x="8645564" y="8236707"/>
                </a:moveTo>
                <a:cubicBezTo>
                  <a:pt x="8647860" y="8236574"/>
                  <a:pt x="8650239" y="8235881"/>
                  <a:pt x="8650573" y="8233635"/>
                </a:cubicBezTo>
                <a:cubicBezTo>
                  <a:pt x="8650573" y="8233635"/>
                  <a:pt x="8651240" y="8229142"/>
                  <a:pt x="8651240" y="8229142"/>
                </a:cubicBezTo>
                <a:cubicBezTo>
                  <a:pt x="8651240" y="8229142"/>
                  <a:pt x="8651240" y="8229142"/>
                  <a:pt x="8641724" y="8231917"/>
                </a:cubicBezTo>
                <a:cubicBezTo>
                  <a:pt x="8641724" y="8231917"/>
                  <a:pt x="8641056" y="8236409"/>
                  <a:pt x="8641056" y="8236409"/>
                </a:cubicBezTo>
                <a:cubicBezTo>
                  <a:pt x="8641056" y="8236409"/>
                  <a:pt x="8643269" y="8236839"/>
                  <a:pt x="8645564" y="8236707"/>
                </a:cubicBezTo>
                <a:close/>
                <a:moveTo>
                  <a:pt x="8638387" y="8254379"/>
                </a:moveTo>
                <a:cubicBezTo>
                  <a:pt x="8638387" y="8254379"/>
                  <a:pt x="8648571" y="8247111"/>
                  <a:pt x="8641056" y="8236409"/>
                </a:cubicBezTo>
                <a:close/>
                <a:moveTo>
                  <a:pt x="8639928" y="8324946"/>
                </a:moveTo>
                <a:cubicBezTo>
                  <a:pt x="8641016" y="8325785"/>
                  <a:pt x="8643373" y="8326242"/>
                  <a:pt x="8648449" y="8324721"/>
                </a:cubicBezTo>
                <a:cubicBezTo>
                  <a:pt x="8639022" y="8322890"/>
                  <a:pt x="8639746" y="8318016"/>
                  <a:pt x="8639746" y="8318016"/>
                </a:cubicBezTo>
                <a:cubicBezTo>
                  <a:pt x="8639022" y="8322890"/>
                  <a:pt x="8639022" y="8322890"/>
                  <a:pt x="8639022" y="8322890"/>
                </a:cubicBezTo>
                <a:cubicBezTo>
                  <a:pt x="8639022" y="8322890"/>
                  <a:pt x="8638840" y="8324108"/>
                  <a:pt x="8639928" y="8324946"/>
                </a:cubicBezTo>
                <a:close/>
                <a:moveTo>
                  <a:pt x="8605191" y="8539110"/>
                </a:moveTo>
                <a:cubicBezTo>
                  <a:pt x="8605858" y="8534619"/>
                  <a:pt x="8605858" y="8534619"/>
                  <a:pt x="8605858" y="8534619"/>
                </a:cubicBezTo>
                <a:cubicBezTo>
                  <a:pt x="8606525" y="8530126"/>
                  <a:pt x="8607193" y="8525635"/>
                  <a:pt x="8607861" y="8521142"/>
                </a:cubicBezTo>
                <a:cubicBezTo>
                  <a:pt x="8599011" y="8519424"/>
                  <a:pt x="8598345" y="8523916"/>
                  <a:pt x="8599011" y="8519424"/>
                </a:cubicBezTo>
                <a:cubicBezTo>
                  <a:pt x="8598345" y="8523916"/>
                  <a:pt x="8606525" y="8530126"/>
                  <a:pt x="8605191" y="8539110"/>
                </a:cubicBezTo>
                <a:close/>
                <a:moveTo>
                  <a:pt x="8612036" y="8554306"/>
                </a:moveTo>
                <a:lnTo>
                  <a:pt x="8616040" y="8527352"/>
                </a:lnTo>
                <a:cubicBezTo>
                  <a:pt x="8624888" y="8529070"/>
                  <a:pt x="8625556" y="8524577"/>
                  <a:pt x="8626223" y="8520085"/>
                </a:cubicBezTo>
                <a:cubicBezTo>
                  <a:pt x="8626223" y="8520085"/>
                  <a:pt x="8626223" y="8520085"/>
                  <a:pt x="8626891" y="8515593"/>
                </a:cubicBezTo>
                <a:cubicBezTo>
                  <a:pt x="8618043" y="8513874"/>
                  <a:pt x="8618043" y="8513874"/>
                  <a:pt x="8618043" y="8513874"/>
                </a:cubicBezTo>
                <a:cubicBezTo>
                  <a:pt x="8618043" y="8513874"/>
                  <a:pt x="8618043" y="8513874"/>
                  <a:pt x="8617375" y="8518367"/>
                </a:cubicBezTo>
                <a:cubicBezTo>
                  <a:pt x="8617375" y="8518367"/>
                  <a:pt x="8616707" y="8522860"/>
                  <a:pt x="8616707" y="8522860"/>
                </a:cubicBezTo>
                <a:cubicBezTo>
                  <a:pt x="8616041" y="8527350"/>
                  <a:pt x="8612829" y="8533660"/>
                  <a:pt x="8610805" y="8539622"/>
                </a:cubicBezTo>
                <a:cubicBezTo>
                  <a:pt x="8608780" y="8545586"/>
                  <a:pt x="8607947" y="8551200"/>
                  <a:pt x="8612036" y="8554306"/>
                </a:cubicBezTo>
                <a:close/>
                <a:moveTo>
                  <a:pt x="8590467" y="8744377"/>
                </a:moveTo>
                <a:lnTo>
                  <a:pt x="8591135" y="8739887"/>
                </a:lnTo>
                <a:cubicBezTo>
                  <a:pt x="8591135" y="8739887"/>
                  <a:pt x="8591802" y="8735394"/>
                  <a:pt x="8582955" y="8733676"/>
                </a:cubicBezTo>
                <a:cubicBezTo>
                  <a:pt x="8582955" y="8733676"/>
                  <a:pt x="8582955" y="8733676"/>
                  <a:pt x="8582288" y="8738168"/>
                </a:cubicBezTo>
                <a:cubicBezTo>
                  <a:pt x="8582288" y="8738168"/>
                  <a:pt x="8582288" y="8738168"/>
                  <a:pt x="8590467" y="8744377"/>
                </a:cubicBezTo>
                <a:close/>
                <a:moveTo>
                  <a:pt x="8645566" y="8833072"/>
                </a:moveTo>
                <a:cubicBezTo>
                  <a:pt x="8647862" y="8832940"/>
                  <a:pt x="8650241" y="8832247"/>
                  <a:pt x="8650574" y="8830002"/>
                </a:cubicBezTo>
                <a:cubicBezTo>
                  <a:pt x="8650574" y="8830002"/>
                  <a:pt x="8651241" y="8825509"/>
                  <a:pt x="8651241" y="8825509"/>
                </a:cubicBezTo>
                <a:cubicBezTo>
                  <a:pt x="8651241" y="8825509"/>
                  <a:pt x="8651241" y="8825509"/>
                  <a:pt x="8641725" y="8828283"/>
                </a:cubicBezTo>
                <a:cubicBezTo>
                  <a:pt x="8641725" y="8828283"/>
                  <a:pt x="8641058" y="8832775"/>
                  <a:pt x="8641058" y="8832775"/>
                </a:cubicBezTo>
                <a:cubicBezTo>
                  <a:pt x="8641058" y="8832775"/>
                  <a:pt x="8643270" y="8833204"/>
                  <a:pt x="8645566" y="8833072"/>
                </a:cubicBezTo>
                <a:close/>
                <a:moveTo>
                  <a:pt x="8638388" y="8850745"/>
                </a:moveTo>
                <a:cubicBezTo>
                  <a:pt x="8638388" y="8850745"/>
                  <a:pt x="8648572" y="8843477"/>
                  <a:pt x="8641058" y="8832775"/>
                </a:cubicBezTo>
                <a:close/>
                <a:moveTo>
                  <a:pt x="8639929" y="8921312"/>
                </a:moveTo>
                <a:cubicBezTo>
                  <a:pt x="8641018" y="8922150"/>
                  <a:pt x="8643374" y="8922607"/>
                  <a:pt x="8648450" y="8921088"/>
                </a:cubicBezTo>
                <a:cubicBezTo>
                  <a:pt x="8639022" y="8919257"/>
                  <a:pt x="8639747" y="8914383"/>
                  <a:pt x="8639747" y="8914383"/>
                </a:cubicBezTo>
                <a:cubicBezTo>
                  <a:pt x="8639022" y="8919257"/>
                  <a:pt x="8639022" y="8919257"/>
                  <a:pt x="8639022" y="8919257"/>
                </a:cubicBezTo>
                <a:cubicBezTo>
                  <a:pt x="8639022" y="8919257"/>
                  <a:pt x="8638842" y="8920474"/>
                  <a:pt x="8639929" y="8921312"/>
                </a:cubicBezTo>
                <a:close/>
                <a:moveTo>
                  <a:pt x="8605192" y="9135476"/>
                </a:moveTo>
                <a:cubicBezTo>
                  <a:pt x="8605860" y="9130984"/>
                  <a:pt x="8605860" y="9130984"/>
                  <a:pt x="8605860" y="9130984"/>
                </a:cubicBezTo>
                <a:cubicBezTo>
                  <a:pt x="8606526" y="9126491"/>
                  <a:pt x="8607194" y="9122001"/>
                  <a:pt x="8607861" y="9117508"/>
                </a:cubicBezTo>
                <a:cubicBezTo>
                  <a:pt x="8599013" y="9115789"/>
                  <a:pt x="8598346" y="9120282"/>
                  <a:pt x="8599013" y="9115789"/>
                </a:cubicBezTo>
                <a:cubicBezTo>
                  <a:pt x="8598346" y="9120282"/>
                  <a:pt x="8606526" y="9126491"/>
                  <a:pt x="8605192" y="9135476"/>
                </a:cubicBezTo>
                <a:close/>
                <a:moveTo>
                  <a:pt x="8612037" y="9150671"/>
                </a:moveTo>
                <a:lnTo>
                  <a:pt x="8616041" y="9123718"/>
                </a:lnTo>
                <a:cubicBezTo>
                  <a:pt x="8624889" y="9125436"/>
                  <a:pt x="8625556" y="9120944"/>
                  <a:pt x="8626225" y="9116450"/>
                </a:cubicBezTo>
                <a:cubicBezTo>
                  <a:pt x="8626225" y="9116450"/>
                  <a:pt x="8626225" y="9116450"/>
                  <a:pt x="8626891" y="9111959"/>
                </a:cubicBezTo>
                <a:cubicBezTo>
                  <a:pt x="8618044" y="9110241"/>
                  <a:pt x="8618044" y="9110241"/>
                  <a:pt x="8618044" y="9110241"/>
                </a:cubicBezTo>
                <a:cubicBezTo>
                  <a:pt x="8618044" y="9110241"/>
                  <a:pt x="8618044" y="9110241"/>
                  <a:pt x="8617376" y="9114732"/>
                </a:cubicBezTo>
                <a:cubicBezTo>
                  <a:pt x="8617376" y="9114732"/>
                  <a:pt x="8616709" y="9119226"/>
                  <a:pt x="8616709" y="9119226"/>
                </a:cubicBezTo>
                <a:cubicBezTo>
                  <a:pt x="8616042" y="9123717"/>
                  <a:pt x="8612829" y="9130027"/>
                  <a:pt x="8610805" y="9135989"/>
                </a:cubicBezTo>
                <a:cubicBezTo>
                  <a:pt x="8608781" y="9141951"/>
                  <a:pt x="8607948" y="9147567"/>
                  <a:pt x="8612037" y="9150671"/>
                </a:cubicBezTo>
                <a:close/>
                <a:moveTo>
                  <a:pt x="8551802" y="9494860"/>
                </a:moveTo>
                <a:cubicBezTo>
                  <a:pt x="8543620" y="9488649"/>
                  <a:pt x="8543620" y="9488649"/>
                  <a:pt x="8543620" y="9488649"/>
                </a:cubicBezTo>
                <a:cubicBezTo>
                  <a:pt x="8543620" y="9488649"/>
                  <a:pt x="8542953" y="9493141"/>
                  <a:pt x="8542953" y="9493141"/>
                </a:cubicBezTo>
                <a:cubicBezTo>
                  <a:pt x="8542953" y="9493141"/>
                  <a:pt x="8551802" y="9494860"/>
                  <a:pt x="8551802" y="9494860"/>
                </a:cubicBezTo>
                <a:close/>
                <a:moveTo>
                  <a:pt x="8541810" y="9562120"/>
                </a:moveTo>
                <a:lnTo>
                  <a:pt x="8541865" y="9561754"/>
                </a:lnTo>
                <a:lnTo>
                  <a:pt x="8541819" y="9562058"/>
                </a:lnTo>
                <a:close/>
                <a:moveTo>
                  <a:pt x="8541792" y="9562244"/>
                </a:moveTo>
                <a:lnTo>
                  <a:pt x="8541810" y="9562120"/>
                </a:lnTo>
                <a:lnTo>
                  <a:pt x="8541793" y="9562231"/>
                </a:lnTo>
                <a:close/>
                <a:moveTo>
                  <a:pt x="8534586" y="9589120"/>
                </a:moveTo>
                <a:lnTo>
                  <a:pt x="8539122" y="9580213"/>
                </a:lnTo>
                <a:cubicBezTo>
                  <a:pt x="8539122" y="9580213"/>
                  <a:pt x="8536241" y="9584276"/>
                  <a:pt x="8534468" y="9588553"/>
                </a:cubicBezTo>
                <a:close/>
                <a:moveTo>
                  <a:pt x="8534450" y="9611659"/>
                </a:moveTo>
                <a:cubicBezTo>
                  <a:pt x="8535118" y="9607166"/>
                  <a:pt x="8535118" y="9607166"/>
                  <a:pt x="8535785" y="9602676"/>
                </a:cubicBezTo>
                <a:cubicBezTo>
                  <a:pt x="8535785" y="9602676"/>
                  <a:pt x="8536451" y="9598184"/>
                  <a:pt x="8536451" y="9598184"/>
                </a:cubicBezTo>
                <a:lnTo>
                  <a:pt x="8534586" y="9589120"/>
                </a:lnTo>
                <a:lnTo>
                  <a:pt x="8526268" y="9605449"/>
                </a:lnTo>
                <a:cubicBezTo>
                  <a:pt x="8526268" y="9605449"/>
                  <a:pt x="8534450" y="9611659"/>
                  <a:pt x="8534450" y="9611659"/>
                </a:cubicBezTo>
                <a:close/>
                <a:moveTo>
                  <a:pt x="8529467" y="9656701"/>
                </a:moveTo>
                <a:cubicBezTo>
                  <a:pt x="8537986" y="9653759"/>
                  <a:pt x="8532784" y="9634367"/>
                  <a:pt x="8539975" y="9640358"/>
                </a:cubicBezTo>
                <a:cubicBezTo>
                  <a:pt x="8541303" y="9631425"/>
                  <a:pt x="8543294" y="9618024"/>
                  <a:pt x="8551814" y="9615082"/>
                </a:cubicBezTo>
                <a:cubicBezTo>
                  <a:pt x="8543958" y="9613556"/>
                  <a:pt x="8544622" y="9609091"/>
                  <a:pt x="8545286" y="9604623"/>
                </a:cubicBezTo>
                <a:cubicBezTo>
                  <a:pt x="8544622" y="9609091"/>
                  <a:pt x="8536103" y="9612031"/>
                  <a:pt x="8536103" y="9612031"/>
                </a:cubicBezTo>
                <a:cubicBezTo>
                  <a:pt x="8533448" y="9629900"/>
                  <a:pt x="8532121" y="9638833"/>
                  <a:pt x="8529467" y="9656701"/>
                </a:cubicBezTo>
                <a:close/>
                <a:moveTo>
                  <a:pt x="8525419" y="9664791"/>
                </a:moveTo>
                <a:cubicBezTo>
                  <a:pt x="8526609" y="9664444"/>
                  <a:pt x="8526775" y="9663320"/>
                  <a:pt x="8527109" y="9661073"/>
                </a:cubicBezTo>
                <a:cubicBezTo>
                  <a:pt x="8527109" y="9661073"/>
                  <a:pt x="8527109" y="9661073"/>
                  <a:pt x="8527776" y="9656582"/>
                </a:cubicBezTo>
                <a:cubicBezTo>
                  <a:pt x="8527776" y="9656582"/>
                  <a:pt x="8528444" y="9652089"/>
                  <a:pt x="8528444" y="9652089"/>
                </a:cubicBezTo>
                <a:cubicBezTo>
                  <a:pt x="8530445" y="9638613"/>
                  <a:pt x="8533116" y="9620643"/>
                  <a:pt x="8534450" y="9611659"/>
                </a:cubicBezTo>
                <a:cubicBezTo>
                  <a:pt x="8524267" y="9618925"/>
                  <a:pt x="8531113" y="9634119"/>
                  <a:pt x="8519595" y="9650371"/>
                </a:cubicBezTo>
                <a:cubicBezTo>
                  <a:pt x="8519595" y="9650371"/>
                  <a:pt x="8518927" y="9654862"/>
                  <a:pt x="8518927" y="9654862"/>
                </a:cubicBezTo>
                <a:cubicBezTo>
                  <a:pt x="8518260" y="9659357"/>
                  <a:pt x="8518260" y="9659357"/>
                  <a:pt x="8518260" y="9659357"/>
                </a:cubicBezTo>
                <a:cubicBezTo>
                  <a:pt x="8517593" y="9663850"/>
                  <a:pt x="8517593" y="9663850"/>
                  <a:pt x="8517593" y="9663850"/>
                </a:cubicBezTo>
                <a:cubicBezTo>
                  <a:pt x="8522017" y="9664709"/>
                  <a:pt x="8524230" y="9665138"/>
                  <a:pt x="8525419" y="9664791"/>
                </a:cubicBezTo>
                <a:close/>
                <a:moveTo>
                  <a:pt x="8504741" y="9689084"/>
                </a:moveTo>
                <a:lnTo>
                  <a:pt x="8506076" y="9680099"/>
                </a:lnTo>
                <a:cubicBezTo>
                  <a:pt x="8514256" y="9686310"/>
                  <a:pt x="8505409" y="9684592"/>
                  <a:pt x="8504741" y="9689084"/>
                </a:cubicBezTo>
                <a:close/>
                <a:moveTo>
                  <a:pt x="8483597" y="9786517"/>
                </a:moveTo>
                <a:cubicBezTo>
                  <a:pt x="8484265" y="9782026"/>
                  <a:pt x="8482554" y="9778228"/>
                  <a:pt x="8480842" y="9774429"/>
                </a:cubicBezTo>
                <a:lnTo>
                  <a:pt x="8480805" y="9774265"/>
                </a:lnTo>
                <a:lnTo>
                  <a:pt x="8483880" y="9768228"/>
                </a:lnTo>
                <a:cubicBezTo>
                  <a:pt x="8483880" y="9768228"/>
                  <a:pt x="8481834" y="9766675"/>
                  <a:pt x="8479873" y="9764560"/>
                </a:cubicBezTo>
                <a:lnTo>
                  <a:pt x="8478445" y="9761694"/>
                </a:lnTo>
                <a:lnTo>
                  <a:pt x="8480342" y="9758297"/>
                </a:lnTo>
                <a:lnTo>
                  <a:pt x="8480792" y="9758384"/>
                </a:lnTo>
                <a:cubicBezTo>
                  <a:pt x="8483003" y="9758813"/>
                  <a:pt x="8485214" y="9759242"/>
                  <a:pt x="8485214" y="9759242"/>
                </a:cubicBezTo>
                <a:lnTo>
                  <a:pt x="8483880" y="9768228"/>
                </a:lnTo>
                <a:cubicBezTo>
                  <a:pt x="8492728" y="9769946"/>
                  <a:pt x="8493396" y="9765453"/>
                  <a:pt x="8494064" y="9760960"/>
                </a:cubicBezTo>
                <a:lnTo>
                  <a:pt x="8490297" y="9786316"/>
                </a:lnTo>
                <a:lnTo>
                  <a:pt x="8484933" y="9777534"/>
                </a:lnTo>
                <a:close/>
                <a:moveTo>
                  <a:pt x="8518806" y="9793740"/>
                </a:moveTo>
                <a:cubicBezTo>
                  <a:pt x="8519471" y="9789258"/>
                  <a:pt x="8527992" y="9786300"/>
                  <a:pt x="8529323" y="9777333"/>
                </a:cubicBezTo>
                <a:cubicBezTo>
                  <a:pt x="8529991" y="9772851"/>
                  <a:pt x="8530657" y="9768366"/>
                  <a:pt x="8531323" y="9763884"/>
                </a:cubicBezTo>
                <a:cubicBezTo>
                  <a:pt x="8531988" y="9759401"/>
                  <a:pt x="8531988" y="9759401"/>
                  <a:pt x="8531988" y="9759401"/>
                </a:cubicBezTo>
                <a:cubicBezTo>
                  <a:pt x="8531988" y="9759401"/>
                  <a:pt x="8533321" y="9750434"/>
                  <a:pt x="8534653" y="9741467"/>
                </a:cubicBezTo>
                <a:cubicBezTo>
                  <a:pt x="8543839" y="9734027"/>
                  <a:pt x="8547170" y="9711611"/>
                  <a:pt x="8548502" y="9702646"/>
                </a:cubicBezTo>
                <a:cubicBezTo>
                  <a:pt x="8548003" y="9706009"/>
                  <a:pt x="8549002" y="9699282"/>
                  <a:pt x="8546218" y="9695068"/>
                </a:cubicBezTo>
                <a:lnTo>
                  <a:pt x="8541978" y="9692153"/>
                </a:lnTo>
                <a:lnTo>
                  <a:pt x="8541313" y="9696636"/>
                </a:lnTo>
                <a:cubicBezTo>
                  <a:pt x="8538649" y="9714570"/>
                  <a:pt x="8535319" y="9736985"/>
                  <a:pt x="8525464" y="9748908"/>
                </a:cubicBezTo>
                <a:cubicBezTo>
                  <a:pt x="8524799" y="9753392"/>
                  <a:pt x="8524799" y="9753392"/>
                  <a:pt x="8524133" y="9757874"/>
                </a:cubicBezTo>
                <a:cubicBezTo>
                  <a:pt x="8523467" y="9762359"/>
                  <a:pt x="8522135" y="9771324"/>
                  <a:pt x="8521469" y="9775808"/>
                </a:cubicBezTo>
                <a:cubicBezTo>
                  <a:pt x="8520138" y="9784775"/>
                  <a:pt x="8519471" y="9789258"/>
                  <a:pt x="8518806" y="9793740"/>
                </a:cubicBezTo>
                <a:close/>
                <a:moveTo>
                  <a:pt x="8431307" y="10556796"/>
                </a:moveTo>
                <a:cubicBezTo>
                  <a:pt x="8431950" y="10552465"/>
                  <a:pt x="8432595" y="10548132"/>
                  <a:pt x="8432595" y="10548132"/>
                </a:cubicBezTo>
                <a:cubicBezTo>
                  <a:pt x="8433237" y="10543801"/>
                  <a:pt x="8422524" y="10550633"/>
                  <a:pt x="8423167" y="10546301"/>
                </a:cubicBezTo>
                <a:cubicBezTo>
                  <a:pt x="8422524" y="10550633"/>
                  <a:pt x="8423167" y="10546301"/>
                  <a:pt x="8422524" y="10550633"/>
                </a:cubicBezTo>
                <a:cubicBezTo>
                  <a:pt x="8422203" y="10552799"/>
                  <a:pt x="8424398" y="10554340"/>
                  <a:pt x="8426674" y="10555339"/>
                </a:cubicBezTo>
                <a:cubicBezTo>
                  <a:pt x="8428950" y="10556338"/>
                  <a:pt x="8431307" y="10556796"/>
                  <a:pt x="8431307" y="10556796"/>
                </a:cubicBezTo>
                <a:close/>
                <a:moveTo>
                  <a:pt x="8430597" y="10626847"/>
                </a:moveTo>
                <a:cubicBezTo>
                  <a:pt x="8432614" y="10613273"/>
                  <a:pt x="8435302" y="10595172"/>
                  <a:pt x="8437320" y="10581598"/>
                </a:cubicBezTo>
                <a:cubicBezTo>
                  <a:pt x="8438664" y="10572548"/>
                  <a:pt x="8448761" y="10569853"/>
                  <a:pt x="8440009" y="10563497"/>
                </a:cubicBezTo>
                <a:cubicBezTo>
                  <a:pt x="8440009" y="10563497"/>
                  <a:pt x="8437320" y="10581598"/>
                  <a:pt x="8427892" y="10579766"/>
                </a:cubicBezTo>
                <a:cubicBezTo>
                  <a:pt x="8425876" y="10593343"/>
                  <a:pt x="8422515" y="10615966"/>
                  <a:pt x="8430597" y="10626847"/>
                </a:cubicBezTo>
                <a:close/>
                <a:moveTo>
                  <a:pt x="8406161" y="10659025"/>
                </a:moveTo>
                <a:cubicBezTo>
                  <a:pt x="8407495" y="10650041"/>
                  <a:pt x="8419013" y="10633791"/>
                  <a:pt x="8410832" y="10627578"/>
                </a:cubicBezTo>
                <a:cubicBezTo>
                  <a:pt x="8409497" y="10636564"/>
                  <a:pt x="8407495" y="10650041"/>
                  <a:pt x="8406161" y="10659025"/>
                </a:cubicBezTo>
                <a:close/>
                <a:moveTo>
                  <a:pt x="8432059" y="10682281"/>
                </a:moveTo>
                <a:cubicBezTo>
                  <a:pt x="8432663" y="10678219"/>
                  <a:pt x="8433265" y="10674159"/>
                  <a:pt x="8439549" y="10675379"/>
                </a:cubicBezTo>
                <a:cubicBezTo>
                  <a:pt x="8433265" y="10674159"/>
                  <a:pt x="8433265" y="10674159"/>
                  <a:pt x="8433265" y="10674159"/>
                </a:cubicBezTo>
                <a:cubicBezTo>
                  <a:pt x="8432663" y="10678219"/>
                  <a:pt x="8432663" y="10678219"/>
                  <a:pt x="8432059" y="10682281"/>
                </a:cubicBezTo>
                <a:close/>
                <a:moveTo>
                  <a:pt x="8434788" y="10714693"/>
                </a:moveTo>
                <a:cubicBezTo>
                  <a:pt x="8435456" y="10710193"/>
                  <a:pt x="8435456" y="10710193"/>
                  <a:pt x="8436125" y="10705695"/>
                </a:cubicBezTo>
                <a:cubicBezTo>
                  <a:pt x="8436125" y="10705695"/>
                  <a:pt x="8436792" y="10701197"/>
                  <a:pt x="8437461" y="10696699"/>
                </a:cubicBezTo>
                <a:cubicBezTo>
                  <a:pt x="8429083" y="10695073"/>
                  <a:pt x="8429083" y="10695073"/>
                  <a:pt x="8429083" y="10695073"/>
                </a:cubicBezTo>
                <a:cubicBezTo>
                  <a:pt x="8428415" y="10699571"/>
                  <a:pt x="8427747" y="10704069"/>
                  <a:pt x="8427078" y="10708568"/>
                </a:cubicBezTo>
                <a:cubicBezTo>
                  <a:pt x="8427078" y="10708568"/>
                  <a:pt x="8434788" y="10714693"/>
                  <a:pt x="8434788" y="10714693"/>
                </a:cubicBezTo>
                <a:close/>
                <a:moveTo>
                  <a:pt x="8452370" y="10719649"/>
                </a:moveTo>
                <a:cubicBezTo>
                  <a:pt x="8453737" y="10710444"/>
                  <a:pt x="8459206" y="10673626"/>
                  <a:pt x="8460574" y="10664422"/>
                </a:cubicBezTo>
                <a:cubicBezTo>
                  <a:pt x="8458523" y="10678229"/>
                  <a:pt x="8448413" y="10681000"/>
                  <a:pt x="8446362" y="10694806"/>
                </a:cubicBezTo>
                <a:cubicBezTo>
                  <a:pt x="8455789" y="10696637"/>
                  <a:pt x="8453737" y="10710444"/>
                  <a:pt x="8452370" y="10719649"/>
                </a:cubicBezTo>
                <a:close/>
                <a:moveTo>
                  <a:pt x="8428732" y="10738044"/>
                </a:moveTo>
                <a:lnTo>
                  <a:pt x="8431446" y="10737182"/>
                </a:lnTo>
                <a:lnTo>
                  <a:pt x="8434120" y="10719191"/>
                </a:lnTo>
                <a:close/>
                <a:moveTo>
                  <a:pt x="8404091" y="10749069"/>
                </a:moveTo>
                <a:lnTo>
                  <a:pt x="8405245" y="10732222"/>
                </a:lnTo>
                <a:cubicBezTo>
                  <a:pt x="8405245" y="10732222"/>
                  <a:pt x="8404573" y="10736755"/>
                  <a:pt x="8403898" y="10741286"/>
                </a:cubicBezTo>
                <a:close/>
                <a:moveTo>
                  <a:pt x="8403303" y="10760564"/>
                </a:moveTo>
                <a:lnTo>
                  <a:pt x="8404288" y="10757022"/>
                </a:lnTo>
                <a:lnTo>
                  <a:pt x="8404091" y="10749069"/>
                </a:lnTo>
                <a:close/>
                <a:moveTo>
                  <a:pt x="8413045" y="10803029"/>
                </a:moveTo>
                <a:cubicBezTo>
                  <a:pt x="8413713" y="10798531"/>
                  <a:pt x="8416386" y="10780538"/>
                  <a:pt x="8425432" y="10777665"/>
                </a:cubicBezTo>
                <a:cubicBezTo>
                  <a:pt x="8425432" y="10777665"/>
                  <a:pt x="8424764" y="10782164"/>
                  <a:pt x="8424764" y="10782164"/>
                </a:cubicBezTo>
                <a:cubicBezTo>
                  <a:pt x="8433142" y="10783791"/>
                  <a:pt x="8433142" y="10783791"/>
                  <a:pt x="8433810" y="10779292"/>
                </a:cubicBezTo>
                <a:cubicBezTo>
                  <a:pt x="8435147" y="10770297"/>
                  <a:pt x="8435814" y="10765798"/>
                  <a:pt x="8428106" y="10759674"/>
                </a:cubicBezTo>
                <a:cubicBezTo>
                  <a:pt x="8428106" y="10759674"/>
                  <a:pt x="8427771" y="10761923"/>
                  <a:pt x="8427521" y="10763610"/>
                </a:cubicBezTo>
                <a:lnTo>
                  <a:pt x="8427438" y="10764172"/>
                </a:lnTo>
                <a:lnTo>
                  <a:pt x="8425416" y="10753294"/>
                </a:lnTo>
                <a:cubicBezTo>
                  <a:pt x="8425534" y="10749773"/>
                  <a:pt x="8426319" y="10746311"/>
                  <a:pt x="8427385" y="10742757"/>
                </a:cubicBezTo>
                <a:lnTo>
                  <a:pt x="8428732" y="10738044"/>
                </a:lnTo>
                <a:lnTo>
                  <a:pt x="8422401" y="10740055"/>
                </a:lnTo>
                <a:cubicBezTo>
                  <a:pt x="8420396" y="10753548"/>
                  <a:pt x="8419059" y="10762544"/>
                  <a:pt x="8409343" y="10769916"/>
                </a:cubicBezTo>
                <a:cubicBezTo>
                  <a:pt x="8408006" y="10778910"/>
                  <a:pt x="8415049" y="10789533"/>
                  <a:pt x="8405333" y="10796903"/>
                </a:cubicBezTo>
                <a:cubicBezTo>
                  <a:pt x="8413713" y="10798531"/>
                  <a:pt x="8413045" y="10803029"/>
                  <a:pt x="8413045" y="10803029"/>
                </a:cubicBezTo>
                <a:close/>
                <a:moveTo>
                  <a:pt x="8392456" y="10818312"/>
                </a:moveTo>
                <a:lnTo>
                  <a:pt x="8402133" y="10777652"/>
                </a:lnTo>
                <a:lnTo>
                  <a:pt x="8403303" y="10760564"/>
                </a:lnTo>
                <a:lnTo>
                  <a:pt x="8398430" y="10778100"/>
                </a:lnTo>
                <a:close/>
                <a:moveTo>
                  <a:pt x="8416077" y="10840640"/>
                </a:moveTo>
                <a:cubicBezTo>
                  <a:pt x="8416745" y="10836143"/>
                  <a:pt x="8416745" y="10836143"/>
                  <a:pt x="8425123" y="10837769"/>
                </a:cubicBezTo>
                <a:cubicBezTo>
                  <a:pt x="8427128" y="10824274"/>
                  <a:pt x="8431138" y="10797285"/>
                  <a:pt x="8433142" y="10783791"/>
                </a:cubicBezTo>
                <a:cubicBezTo>
                  <a:pt x="8424764" y="10782164"/>
                  <a:pt x="8424764" y="10782164"/>
                  <a:pt x="8424764" y="10782164"/>
                </a:cubicBezTo>
                <a:cubicBezTo>
                  <a:pt x="8424096" y="10786662"/>
                  <a:pt x="8422760" y="10795658"/>
                  <a:pt x="8421423" y="10804655"/>
                </a:cubicBezTo>
                <a:cubicBezTo>
                  <a:pt x="8419419" y="10818149"/>
                  <a:pt x="8417413" y="10831645"/>
                  <a:pt x="8416077" y="10840640"/>
                </a:cubicBezTo>
                <a:close/>
                <a:moveTo>
                  <a:pt x="8387094" y="10854408"/>
                </a:moveTo>
                <a:cubicBezTo>
                  <a:pt x="8387765" y="10849896"/>
                  <a:pt x="8391125" y="10843587"/>
                  <a:pt x="8393310" y="10837048"/>
                </a:cubicBezTo>
                <a:lnTo>
                  <a:pt x="8392456" y="10818312"/>
                </a:lnTo>
                <a:cubicBezTo>
                  <a:pt x="8392122" y="10820568"/>
                  <a:pt x="8388255" y="10830263"/>
                  <a:pt x="8385737" y="10839057"/>
                </a:cubicBezTo>
                <a:cubicBezTo>
                  <a:pt x="8383219" y="10847853"/>
                  <a:pt x="8382047" y="10855751"/>
                  <a:pt x="8387094" y="10854408"/>
                </a:cubicBezTo>
                <a:close/>
                <a:moveTo>
                  <a:pt x="8399680" y="10892991"/>
                </a:moveTo>
                <a:cubicBezTo>
                  <a:pt x="8401016" y="10883994"/>
                  <a:pt x="8403022" y="10870500"/>
                  <a:pt x="8405026" y="10857006"/>
                </a:cubicBezTo>
                <a:lnTo>
                  <a:pt x="8406362" y="10848009"/>
                </a:lnTo>
                <a:cubicBezTo>
                  <a:pt x="8403690" y="10866003"/>
                  <a:pt x="8394641" y="10868873"/>
                  <a:pt x="8391300" y="10891364"/>
                </a:cubicBezTo>
                <a:cubicBezTo>
                  <a:pt x="8399680" y="10892991"/>
                  <a:pt x="8399680" y="10892991"/>
                  <a:pt x="8399680" y="10892991"/>
                </a:cubicBezTo>
                <a:close/>
                <a:moveTo>
                  <a:pt x="8420514" y="10934060"/>
                </a:moveTo>
                <a:cubicBezTo>
                  <a:pt x="8421118" y="10929999"/>
                  <a:pt x="8431147" y="10927769"/>
                  <a:pt x="8421722" y="10925938"/>
                </a:cubicBezTo>
                <a:cubicBezTo>
                  <a:pt x="8421118" y="10929999"/>
                  <a:pt x="8421118" y="10929999"/>
                  <a:pt x="8420514" y="10934060"/>
                </a:cubicBezTo>
                <a:close/>
                <a:moveTo>
                  <a:pt x="8338261" y="11177357"/>
                </a:moveTo>
                <a:cubicBezTo>
                  <a:pt x="8338261" y="11177357"/>
                  <a:pt x="8338261" y="11177357"/>
                  <a:pt x="8338927" y="11172865"/>
                </a:cubicBezTo>
                <a:cubicBezTo>
                  <a:pt x="8338927" y="11172865"/>
                  <a:pt x="8338927" y="11172865"/>
                  <a:pt x="8339596" y="11168374"/>
                </a:cubicBezTo>
                <a:cubicBezTo>
                  <a:pt x="8335171" y="11167513"/>
                  <a:pt x="8332959" y="11167084"/>
                  <a:pt x="8331769" y="11167430"/>
                </a:cubicBezTo>
                <a:cubicBezTo>
                  <a:pt x="8330579" y="11167777"/>
                  <a:pt x="8330413" y="11168900"/>
                  <a:pt x="8330079" y="11171146"/>
                </a:cubicBezTo>
                <a:lnTo>
                  <a:pt x="8329412" y="11175639"/>
                </a:lnTo>
                <a:cubicBezTo>
                  <a:pt x="8338261" y="11177357"/>
                  <a:pt x="8338261" y="11177357"/>
                  <a:pt x="8338261" y="11177357"/>
                </a:cubicBezTo>
                <a:close/>
                <a:moveTo>
                  <a:pt x="8338416" y="11247341"/>
                </a:moveTo>
                <a:cubicBezTo>
                  <a:pt x="8339080" y="11242874"/>
                  <a:pt x="8340407" y="11233942"/>
                  <a:pt x="8341070" y="11229473"/>
                </a:cubicBezTo>
                <a:cubicBezTo>
                  <a:pt x="8340407" y="11233942"/>
                  <a:pt x="8337553" y="11236833"/>
                  <a:pt x="8335960" y="11239397"/>
                </a:cubicBezTo>
                <a:cubicBezTo>
                  <a:pt x="8334367" y="11241959"/>
                  <a:pt x="8334035" y="11244194"/>
                  <a:pt x="8338416" y="11247341"/>
                </a:cubicBezTo>
                <a:close/>
                <a:moveTo>
                  <a:pt x="8329091" y="11300367"/>
                </a:moveTo>
                <a:cubicBezTo>
                  <a:pt x="8329091" y="11300367"/>
                  <a:pt x="8329759" y="11295875"/>
                  <a:pt x="8329759" y="11295875"/>
                </a:cubicBezTo>
                <a:cubicBezTo>
                  <a:pt x="8329759" y="11295875"/>
                  <a:pt x="8329759" y="11295875"/>
                  <a:pt x="8330425" y="11291384"/>
                </a:cubicBezTo>
                <a:cubicBezTo>
                  <a:pt x="8330425" y="11291384"/>
                  <a:pt x="8321577" y="11289666"/>
                  <a:pt x="8321577" y="11289666"/>
                </a:cubicBezTo>
                <a:cubicBezTo>
                  <a:pt x="8320909" y="11294156"/>
                  <a:pt x="8320909" y="11294156"/>
                  <a:pt x="8329091" y="11300367"/>
                </a:cubicBezTo>
                <a:close/>
                <a:moveTo>
                  <a:pt x="8283709" y="11605844"/>
                </a:moveTo>
                <a:cubicBezTo>
                  <a:pt x="8284375" y="11601350"/>
                  <a:pt x="8285711" y="11592367"/>
                  <a:pt x="8285711" y="11592367"/>
                </a:cubicBezTo>
                <a:cubicBezTo>
                  <a:pt x="8276863" y="11590649"/>
                  <a:pt x="8276195" y="11595140"/>
                  <a:pt x="8275527" y="11599632"/>
                </a:cubicBezTo>
                <a:cubicBezTo>
                  <a:pt x="8275527" y="11599632"/>
                  <a:pt x="8275527" y="11599632"/>
                  <a:pt x="8274859" y="11604125"/>
                </a:cubicBezTo>
                <a:cubicBezTo>
                  <a:pt x="8275527" y="11599632"/>
                  <a:pt x="8283709" y="11605844"/>
                  <a:pt x="8283709" y="11605844"/>
                </a:cubicBezTo>
                <a:close/>
                <a:moveTo>
                  <a:pt x="8131463" y="11650230"/>
                </a:moveTo>
                <a:cubicBezTo>
                  <a:pt x="8132131" y="11645736"/>
                  <a:pt x="8133465" y="11636753"/>
                  <a:pt x="8133465" y="11636753"/>
                </a:cubicBezTo>
                <a:cubicBezTo>
                  <a:pt x="8133133" y="11638997"/>
                  <a:pt x="8130419" y="11641939"/>
                  <a:pt x="8128895" y="11644531"/>
                </a:cubicBezTo>
                <a:cubicBezTo>
                  <a:pt x="8128133" y="11645827"/>
                  <a:pt x="8127669" y="11647038"/>
                  <a:pt x="8127949" y="11648031"/>
                </a:cubicBezTo>
                <a:cubicBezTo>
                  <a:pt x="8128227" y="11649023"/>
                  <a:pt x="8129251" y="11649801"/>
                  <a:pt x="8131463" y="11650230"/>
                </a:cubicBezTo>
                <a:close/>
                <a:moveTo>
                  <a:pt x="8094908" y="11712459"/>
                </a:moveTo>
                <a:lnTo>
                  <a:pt x="8098895" y="11707253"/>
                </a:lnTo>
                <a:lnTo>
                  <a:pt x="8096244" y="11703474"/>
                </a:lnTo>
                <a:close/>
                <a:moveTo>
                  <a:pt x="8149335" y="11775024"/>
                </a:moveTo>
                <a:lnTo>
                  <a:pt x="8149471" y="11774115"/>
                </a:lnTo>
                <a:lnTo>
                  <a:pt x="8149475" y="11774087"/>
                </a:lnTo>
                <a:close/>
                <a:moveTo>
                  <a:pt x="8120461" y="11846835"/>
                </a:moveTo>
                <a:cubicBezTo>
                  <a:pt x="8120461" y="11846835"/>
                  <a:pt x="8121129" y="11842342"/>
                  <a:pt x="8121129" y="11842342"/>
                </a:cubicBezTo>
                <a:cubicBezTo>
                  <a:pt x="8130644" y="11839569"/>
                  <a:pt x="8131311" y="11835075"/>
                  <a:pt x="8132645" y="11826091"/>
                </a:cubicBezTo>
                <a:cubicBezTo>
                  <a:pt x="8132645" y="11826091"/>
                  <a:pt x="8132645" y="11826091"/>
                  <a:pt x="8133313" y="11821599"/>
                </a:cubicBezTo>
                <a:cubicBezTo>
                  <a:pt x="8135315" y="11808121"/>
                  <a:pt x="8136650" y="11799136"/>
                  <a:pt x="8138653" y="11785661"/>
                </a:cubicBezTo>
                <a:cubicBezTo>
                  <a:pt x="8137317" y="11794644"/>
                  <a:pt x="8136650" y="11799136"/>
                  <a:pt x="8126469" y="11806403"/>
                </a:cubicBezTo>
                <a:cubicBezTo>
                  <a:pt x="8129137" y="11788435"/>
                  <a:pt x="8131139" y="11774957"/>
                  <a:pt x="8134477" y="11752497"/>
                </a:cubicBezTo>
                <a:cubicBezTo>
                  <a:pt x="8134477" y="11752497"/>
                  <a:pt x="8134477" y="11752497"/>
                  <a:pt x="8135143" y="11748005"/>
                </a:cubicBezTo>
                <a:cubicBezTo>
                  <a:pt x="8133810" y="11756988"/>
                  <a:pt x="8124293" y="11759762"/>
                  <a:pt x="8122959" y="11768747"/>
                </a:cubicBezTo>
                <a:cubicBezTo>
                  <a:pt x="8124293" y="11759762"/>
                  <a:pt x="8123627" y="11764254"/>
                  <a:pt x="8114111" y="11767030"/>
                </a:cubicBezTo>
                <a:cubicBezTo>
                  <a:pt x="8124293" y="11759762"/>
                  <a:pt x="8116781" y="11749060"/>
                  <a:pt x="8117449" y="11744569"/>
                </a:cubicBezTo>
                <a:cubicBezTo>
                  <a:pt x="8116781" y="11749060"/>
                  <a:pt x="8114068" y="11751999"/>
                  <a:pt x="8112377" y="11755716"/>
                </a:cubicBezTo>
                <a:cubicBezTo>
                  <a:pt x="8110688" y="11759432"/>
                  <a:pt x="8110020" y="11763924"/>
                  <a:pt x="8113444" y="11771521"/>
                </a:cubicBezTo>
                <a:cubicBezTo>
                  <a:pt x="8113444" y="11771521"/>
                  <a:pt x="8112777" y="11776013"/>
                  <a:pt x="8112777" y="11776013"/>
                </a:cubicBezTo>
                <a:cubicBezTo>
                  <a:pt x="8112109" y="11780506"/>
                  <a:pt x="8112109" y="11780506"/>
                  <a:pt x="8110775" y="11789490"/>
                </a:cubicBezTo>
                <a:cubicBezTo>
                  <a:pt x="8110775" y="11789490"/>
                  <a:pt x="8118955" y="11795700"/>
                  <a:pt x="8118955" y="11795700"/>
                </a:cubicBezTo>
                <a:cubicBezTo>
                  <a:pt x="8115617" y="11818163"/>
                  <a:pt x="8121129" y="11842342"/>
                  <a:pt x="8120461" y="11846835"/>
                </a:cubicBezTo>
                <a:close/>
                <a:moveTo>
                  <a:pt x="8115973" y="11874294"/>
                </a:moveTo>
                <a:cubicBezTo>
                  <a:pt x="8115973" y="11874294"/>
                  <a:pt x="8116617" y="11869963"/>
                  <a:pt x="8117261" y="11865632"/>
                </a:cubicBezTo>
                <a:cubicBezTo>
                  <a:pt x="8117261" y="11865632"/>
                  <a:pt x="8117904" y="11861301"/>
                  <a:pt x="8111620" y="11860081"/>
                </a:cubicBezTo>
                <a:cubicBezTo>
                  <a:pt x="8110333" y="11868744"/>
                  <a:pt x="8109689" y="11873074"/>
                  <a:pt x="8115973" y="11874294"/>
                </a:cubicBezTo>
                <a:close/>
                <a:moveTo>
                  <a:pt x="0" y="11880850"/>
                </a:moveTo>
                <a:lnTo>
                  <a:pt x="7441482" y="11880850"/>
                </a:lnTo>
                <a:lnTo>
                  <a:pt x="7455470" y="11880850"/>
                </a:lnTo>
                <a:lnTo>
                  <a:pt x="7518493" y="11880850"/>
                </a:lnTo>
                <a:lnTo>
                  <a:pt x="8015275" y="11880850"/>
                </a:lnTo>
                <a:lnTo>
                  <a:pt x="8024375" y="11880850"/>
                </a:lnTo>
                <a:lnTo>
                  <a:pt x="8027455" y="11880850"/>
                </a:lnTo>
                <a:lnTo>
                  <a:pt x="8081805" y="11880850"/>
                </a:lnTo>
                <a:lnTo>
                  <a:pt x="8081805" y="11673180"/>
                </a:lnTo>
                <a:lnTo>
                  <a:pt x="8083441" y="11671701"/>
                </a:lnTo>
                <a:cubicBezTo>
                  <a:pt x="8085519" y="11665868"/>
                  <a:pt x="8086665" y="11658152"/>
                  <a:pt x="8087647" y="11651539"/>
                </a:cubicBezTo>
                <a:cubicBezTo>
                  <a:pt x="8087647" y="11651539"/>
                  <a:pt x="8085127" y="11652184"/>
                  <a:pt x="8082607" y="11652828"/>
                </a:cubicBezTo>
                <a:lnTo>
                  <a:pt x="8081805" y="11653033"/>
                </a:lnTo>
                <a:lnTo>
                  <a:pt x="8081805" y="11622400"/>
                </a:lnTo>
                <a:lnTo>
                  <a:pt x="8084707" y="11624107"/>
                </a:lnTo>
                <a:cubicBezTo>
                  <a:pt x="8085991" y="11626956"/>
                  <a:pt x="8081921" y="11631365"/>
                  <a:pt x="8088558" y="11632653"/>
                </a:cubicBezTo>
                <a:cubicBezTo>
                  <a:pt x="8090561" y="11619177"/>
                  <a:pt x="8091895" y="11610192"/>
                  <a:pt x="8093897" y="11596717"/>
                </a:cubicBezTo>
                <a:cubicBezTo>
                  <a:pt x="8102079" y="11602927"/>
                  <a:pt x="8102079" y="11602927"/>
                  <a:pt x="8101411" y="11607419"/>
                </a:cubicBezTo>
                <a:cubicBezTo>
                  <a:pt x="8091895" y="11610192"/>
                  <a:pt x="8098075" y="11629879"/>
                  <a:pt x="8096071" y="11643357"/>
                </a:cubicBezTo>
                <a:cubicBezTo>
                  <a:pt x="8095404" y="11647849"/>
                  <a:pt x="8095404" y="11647849"/>
                  <a:pt x="8094737" y="11652341"/>
                </a:cubicBezTo>
                <a:cubicBezTo>
                  <a:pt x="8093403" y="11661327"/>
                  <a:pt x="8092735" y="11665819"/>
                  <a:pt x="8091401" y="11674803"/>
                </a:cubicBezTo>
                <a:cubicBezTo>
                  <a:pt x="8100247" y="11676521"/>
                  <a:pt x="8100247" y="11676521"/>
                  <a:pt x="8099581" y="11681014"/>
                </a:cubicBezTo>
                <a:lnTo>
                  <a:pt x="8096244" y="11703474"/>
                </a:lnTo>
                <a:cubicBezTo>
                  <a:pt x="8096244" y="11703474"/>
                  <a:pt x="8098289" y="11705027"/>
                  <a:pt x="8099145" y="11706927"/>
                </a:cubicBezTo>
                <a:lnTo>
                  <a:pt x="8098895" y="11707253"/>
                </a:lnTo>
                <a:lnTo>
                  <a:pt x="8103757" y="11714177"/>
                </a:lnTo>
                <a:cubicBezTo>
                  <a:pt x="8104425" y="11709687"/>
                  <a:pt x="8104425" y="11709687"/>
                  <a:pt x="8105091" y="11705193"/>
                </a:cubicBezTo>
                <a:cubicBezTo>
                  <a:pt x="8105759" y="11700701"/>
                  <a:pt x="8105759" y="11700701"/>
                  <a:pt x="8107094" y="11691717"/>
                </a:cubicBezTo>
                <a:cubicBezTo>
                  <a:pt x="8106427" y="11696208"/>
                  <a:pt x="8113271" y="11711404"/>
                  <a:pt x="8111269" y="11724881"/>
                </a:cubicBezTo>
                <a:cubicBezTo>
                  <a:pt x="8111269" y="11724881"/>
                  <a:pt x="8111269" y="11724881"/>
                  <a:pt x="8111937" y="11720388"/>
                </a:cubicBezTo>
                <a:cubicBezTo>
                  <a:pt x="8113939" y="11706912"/>
                  <a:pt x="8116609" y="11688943"/>
                  <a:pt x="8119277" y="11670974"/>
                </a:cubicBezTo>
                <a:cubicBezTo>
                  <a:pt x="8119277" y="11670974"/>
                  <a:pt x="8118610" y="11675464"/>
                  <a:pt x="8109763" y="11673748"/>
                </a:cubicBezTo>
                <a:cubicBezTo>
                  <a:pt x="8111765" y="11660271"/>
                  <a:pt x="8114435" y="11642302"/>
                  <a:pt x="8117773" y="11619839"/>
                </a:cubicBezTo>
                <a:cubicBezTo>
                  <a:pt x="8119107" y="11610855"/>
                  <a:pt x="8120442" y="11601871"/>
                  <a:pt x="8121109" y="11597379"/>
                </a:cubicBezTo>
                <a:cubicBezTo>
                  <a:pt x="8129955" y="11599096"/>
                  <a:pt x="8129287" y="11603589"/>
                  <a:pt x="8129287" y="11603589"/>
                </a:cubicBezTo>
                <a:cubicBezTo>
                  <a:pt x="8130623" y="11594604"/>
                  <a:pt x="8130623" y="11594604"/>
                  <a:pt x="8140140" y="11591830"/>
                </a:cubicBezTo>
                <a:cubicBezTo>
                  <a:pt x="8140806" y="11587338"/>
                  <a:pt x="8132625" y="11581127"/>
                  <a:pt x="8132625" y="11581127"/>
                </a:cubicBezTo>
                <a:cubicBezTo>
                  <a:pt x="8133292" y="11576636"/>
                  <a:pt x="8133959" y="11572143"/>
                  <a:pt x="8133959" y="11572143"/>
                </a:cubicBezTo>
                <a:cubicBezTo>
                  <a:pt x="8134627" y="11567650"/>
                  <a:pt x="8134627" y="11567650"/>
                  <a:pt x="8135295" y="11563158"/>
                </a:cubicBezTo>
                <a:cubicBezTo>
                  <a:pt x="8137297" y="11549682"/>
                  <a:pt x="8138632" y="11540696"/>
                  <a:pt x="8148815" y="11533430"/>
                </a:cubicBezTo>
                <a:cubicBezTo>
                  <a:pt x="8149483" y="11528939"/>
                  <a:pt x="8141969" y="11518234"/>
                  <a:pt x="8141301" y="11522727"/>
                </a:cubicBezTo>
                <a:cubicBezTo>
                  <a:pt x="8139966" y="11531712"/>
                  <a:pt x="8138632" y="11540696"/>
                  <a:pt x="8137297" y="11549682"/>
                </a:cubicBezTo>
                <a:cubicBezTo>
                  <a:pt x="8129117" y="11543470"/>
                  <a:pt x="8140633" y="11527220"/>
                  <a:pt x="8142635" y="11513744"/>
                </a:cubicBezTo>
                <a:cubicBezTo>
                  <a:pt x="8143971" y="11504758"/>
                  <a:pt x="8136459" y="11494055"/>
                  <a:pt x="8137125" y="11489563"/>
                </a:cubicBezTo>
                <a:cubicBezTo>
                  <a:pt x="8138461" y="11480578"/>
                  <a:pt x="8147975" y="11477804"/>
                  <a:pt x="8148643" y="11473313"/>
                </a:cubicBezTo>
                <a:cubicBezTo>
                  <a:pt x="8146641" y="11486789"/>
                  <a:pt x="8145306" y="11495773"/>
                  <a:pt x="8143303" y="11509250"/>
                </a:cubicBezTo>
                <a:cubicBezTo>
                  <a:pt x="8152152" y="11510969"/>
                  <a:pt x="8153486" y="11501984"/>
                  <a:pt x="8153486" y="11501984"/>
                </a:cubicBezTo>
                <a:cubicBezTo>
                  <a:pt x="8152152" y="11510969"/>
                  <a:pt x="8151485" y="11515462"/>
                  <a:pt x="8150149" y="11524446"/>
                </a:cubicBezTo>
                <a:cubicBezTo>
                  <a:pt x="8150149" y="11524446"/>
                  <a:pt x="8159664" y="11521670"/>
                  <a:pt x="8158997" y="11526163"/>
                </a:cubicBezTo>
                <a:cubicBezTo>
                  <a:pt x="8157662" y="11535147"/>
                  <a:pt x="8149483" y="11528939"/>
                  <a:pt x="8148148" y="11537923"/>
                </a:cubicBezTo>
                <a:cubicBezTo>
                  <a:pt x="8156995" y="11539640"/>
                  <a:pt x="8155659" y="11548624"/>
                  <a:pt x="8154325" y="11557609"/>
                </a:cubicBezTo>
                <a:cubicBezTo>
                  <a:pt x="8154325" y="11557609"/>
                  <a:pt x="8145478" y="11555892"/>
                  <a:pt x="8145478" y="11555892"/>
                </a:cubicBezTo>
                <a:cubicBezTo>
                  <a:pt x="8144143" y="11564877"/>
                  <a:pt x="8144143" y="11564877"/>
                  <a:pt x="8142807" y="11573862"/>
                </a:cubicBezTo>
                <a:cubicBezTo>
                  <a:pt x="8141475" y="11582845"/>
                  <a:pt x="8141475" y="11582845"/>
                  <a:pt x="8140140" y="11591830"/>
                </a:cubicBezTo>
                <a:cubicBezTo>
                  <a:pt x="8139472" y="11596322"/>
                  <a:pt x="8137469" y="11609799"/>
                  <a:pt x="8128621" y="11608081"/>
                </a:cubicBezTo>
                <a:cubicBezTo>
                  <a:pt x="8127286" y="11617064"/>
                  <a:pt x="8125951" y="11626050"/>
                  <a:pt x="8133465" y="11636753"/>
                </a:cubicBezTo>
                <a:cubicBezTo>
                  <a:pt x="8132131" y="11645736"/>
                  <a:pt x="8140978" y="11647454"/>
                  <a:pt x="8140310" y="11651947"/>
                </a:cubicBezTo>
                <a:lnTo>
                  <a:pt x="8140978" y="11647454"/>
                </a:lnTo>
                <a:cubicBezTo>
                  <a:pt x="8150493" y="11644681"/>
                  <a:pt x="8151161" y="11640189"/>
                  <a:pt x="8151829" y="11635696"/>
                </a:cubicBezTo>
                <a:cubicBezTo>
                  <a:pt x="8160675" y="11637415"/>
                  <a:pt x="8158673" y="11650891"/>
                  <a:pt x="8156671" y="11664367"/>
                </a:cubicBezTo>
                <a:cubicBezTo>
                  <a:pt x="8147824" y="11662651"/>
                  <a:pt x="8147824" y="11662651"/>
                  <a:pt x="8147157" y="11667142"/>
                </a:cubicBezTo>
                <a:cubicBezTo>
                  <a:pt x="8147157" y="11667142"/>
                  <a:pt x="8147157" y="11667142"/>
                  <a:pt x="8147824" y="11662651"/>
                </a:cubicBezTo>
                <a:cubicBezTo>
                  <a:pt x="8138308" y="11665424"/>
                  <a:pt x="8139643" y="11656441"/>
                  <a:pt x="8139643" y="11656441"/>
                </a:cubicBezTo>
                <a:cubicBezTo>
                  <a:pt x="8136973" y="11674410"/>
                  <a:pt x="8132969" y="11701363"/>
                  <a:pt x="8123455" y="11704138"/>
                </a:cubicBezTo>
                <a:cubicBezTo>
                  <a:pt x="8122120" y="11713123"/>
                  <a:pt x="8131635" y="11710348"/>
                  <a:pt x="8130301" y="11719332"/>
                </a:cubicBezTo>
                <a:cubicBezTo>
                  <a:pt x="8138481" y="11725543"/>
                  <a:pt x="8128297" y="11732808"/>
                  <a:pt x="8136479" y="11739020"/>
                </a:cubicBezTo>
                <a:cubicBezTo>
                  <a:pt x="8136479" y="11739020"/>
                  <a:pt x="8137145" y="11734528"/>
                  <a:pt x="8137145" y="11734528"/>
                </a:cubicBezTo>
                <a:cubicBezTo>
                  <a:pt x="8137813" y="11730035"/>
                  <a:pt x="8138481" y="11725543"/>
                  <a:pt x="8140483" y="11712065"/>
                </a:cubicBezTo>
                <a:cubicBezTo>
                  <a:pt x="8140483" y="11712065"/>
                  <a:pt x="8140483" y="11712065"/>
                  <a:pt x="8141151" y="11707575"/>
                </a:cubicBezTo>
                <a:cubicBezTo>
                  <a:pt x="8142485" y="11698589"/>
                  <a:pt x="8142485" y="11698589"/>
                  <a:pt x="8143819" y="11689605"/>
                </a:cubicBezTo>
                <a:cubicBezTo>
                  <a:pt x="8143819" y="11689605"/>
                  <a:pt x="8144487" y="11685112"/>
                  <a:pt x="8153335" y="11686831"/>
                </a:cubicBezTo>
                <a:cubicBezTo>
                  <a:pt x="8153335" y="11686831"/>
                  <a:pt x="8152000" y="11695814"/>
                  <a:pt x="8151333" y="11700306"/>
                </a:cubicBezTo>
                <a:cubicBezTo>
                  <a:pt x="8158846" y="11711009"/>
                  <a:pt x="8156177" y="11728978"/>
                  <a:pt x="8154175" y="11742456"/>
                </a:cubicBezTo>
                <a:cubicBezTo>
                  <a:pt x="8150839" y="11764917"/>
                  <a:pt x="8152172" y="11755933"/>
                  <a:pt x="8161021" y="11757651"/>
                </a:cubicBezTo>
                <a:cubicBezTo>
                  <a:pt x="8150839" y="11764917"/>
                  <a:pt x="8151505" y="11760425"/>
                  <a:pt x="8150839" y="11764917"/>
                </a:cubicBezTo>
                <a:cubicBezTo>
                  <a:pt x="8150504" y="11767164"/>
                  <a:pt x="8150004" y="11770532"/>
                  <a:pt x="8149670" y="11772778"/>
                </a:cubicBezTo>
                <a:lnTo>
                  <a:pt x="8149475" y="11774087"/>
                </a:lnTo>
                <a:lnTo>
                  <a:pt x="8149503" y="11773901"/>
                </a:lnTo>
                <a:lnTo>
                  <a:pt x="8149471" y="11774115"/>
                </a:lnTo>
                <a:lnTo>
                  <a:pt x="8146583" y="11793556"/>
                </a:lnTo>
                <a:cubicBezTo>
                  <a:pt x="8145665" y="11799732"/>
                  <a:pt x="8144831" y="11805347"/>
                  <a:pt x="8144165" y="11809841"/>
                </a:cubicBezTo>
                <a:cubicBezTo>
                  <a:pt x="8142829" y="11818825"/>
                  <a:pt x="8140160" y="11836795"/>
                  <a:pt x="8130644" y="11839569"/>
                </a:cubicBezTo>
                <a:cubicBezTo>
                  <a:pt x="8138825" y="11845779"/>
                  <a:pt x="8129309" y="11848552"/>
                  <a:pt x="8137490" y="11854763"/>
                </a:cubicBezTo>
                <a:cubicBezTo>
                  <a:pt x="8137490" y="11854763"/>
                  <a:pt x="8136823" y="11859255"/>
                  <a:pt x="8136823" y="11859255"/>
                </a:cubicBezTo>
                <a:cubicBezTo>
                  <a:pt x="8131397" y="11865134"/>
                  <a:pt x="8130897" y="11868503"/>
                  <a:pt x="8131503" y="11872088"/>
                </a:cubicBezTo>
                <a:lnTo>
                  <a:pt x="8132319" y="11880850"/>
                </a:lnTo>
                <a:lnTo>
                  <a:pt x="8226519" y="11880850"/>
                </a:lnTo>
                <a:lnTo>
                  <a:pt x="8225969" y="11871945"/>
                </a:lnTo>
                <a:cubicBezTo>
                  <a:pt x="8225969" y="11871945"/>
                  <a:pt x="8226636" y="11867453"/>
                  <a:pt x="8227304" y="11862960"/>
                </a:cubicBezTo>
                <a:cubicBezTo>
                  <a:pt x="8227304" y="11862960"/>
                  <a:pt x="8229973" y="11844990"/>
                  <a:pt x="8229305" y="11849483"/>
                </a:cubicBezTo>
                <a:cubicBezTo>
                  <a:pt x="8229973" y="11844990"/>
                  <a:pt x="8229305" y="11849483"/>
                  <a:pt x="8238821" y="11846708"/>
                </a:cubicBezTo>
                <a:cubicBezTo>
                  <a:pt x="8238821" y="11846708"/>
                  <a:pt x="8238821" y="11846708"/>
                  <a:pt x="8238155" y="11851201"/>
                </a:cubicBezTo>
                <a:cubicBezTo>
                  <a:pt x="8237487" y="11855693"/>
                  <a:pt x="8227971" y="11858467"/>
                  <a:pt x="8227304" y="11862960"/>
                </a:cubicBezTo>
                <a:cubicBezTo>
                  <a:pt x="8236152" y="11864678"/>
                  <a:pt x="8234817" y="11873662"/>
                  <a:pt x="8234150" y="11878154"/>
                </a:cubicBezTo>
                <a:cubicBezTo>
                  <a:pt x="8242999" y="11879873"/>
                  <a:pt x="8244333" y="11870889"/>
                  <a:pt x="8245001" y="11866396"/>
                </a:cubicBezTo>
                <a:cubicBezTo>
                  <a:pt x="8245669" y="11861904"/>
                  <a:pt x="8245669" y="11861904"/>
                  <a:pt x="8245669" y="11861904"/>
                </a:cubicBezTo>
                <a:cubicBezTo>
                  <a:pt x="8246335" y="11857412"/>
                  <a:pt x="8238155" y="11851201"/>
                  <a:pt x="8247671" y="11848427"/>
                </a:cubicBezTo>
                <a:cubicBezTo>
                  <a:pt x="8248337" y="11843935"/>
                  <a:pt x="8247671" y="11848427"/>
                  <a:pt x="8248337" y="11843935"/>
                </a:cubicBezTo>
                <a:cubicBezTo>
                  <a:pt x="8249005" y="11839443"/>
                  <a:pt x="8247671" y="11848427"/>
                  <a:pt x="8239489" y="11842218"/>
                </a:cubicBezTo>
                <a:cubicBezTo>
                  <a:pt x="8249672" y="11834950"/>
                  <a:pt x="8251007" y="11825965"/>
                  <a:pt x="8251675" y="11821474"/>
                </a:cubicBezTo>
                <a:cubicBezTo>
                  <a:pt x="8243494" y="11815264"/>
                  <a:pt x="8253009" y="11812490"/>
                  <a:pt x="8253009" y="11812490"/>
                </a:cubicBezTo>
                <a:cubicBezTo>
                  <a:pt x="8253677" y="11807997"/>
                  <a:pt x="8255012" y="11799011"/>
                  <a:pt x="8255679" y="11794519"/>
                </a:cubicBezTo>
                <a:cubicBezTo>
                  <a:pt x="8246830" y="11792801"/>
                  <a:pt x="8246830" y="11792801"/>
                  <a:pt x="8246830" y="11792801"/>
                </a:cubicBezTo>
                <a:cubicBezTo>
                  <a:pt x="8247498" y="11788309"/>
                  <a:pt x="8246830" y="11792801"/>
                  <a:pt x="8248833" y="11779325"/>
                </a:cubicBezTo>
                <a:cubicBezTo>
                  <a:pt x="8248164" y="11783817"/>
                  <a:pt x="8241318" y="11768622"/>
                  <a:pt x="8249499" y="11774833"/>
                </a:cubicBezTo>
                <a:cubicBezTo>
                  <a:pt x="8241318" y="11768622"/>
                  <a:pt x="8241318" y="11768622"/>
                  <a:pt x="8242653" y="11759638"/>
                </a:cubicBezTo>
                <a:cubicBezTo>
                  <a:pt x="8242653" y="11759638"/>
                  <a:pt x="8242653" y="11759638"/>
                  <a:pt x="8243321" y="11755145"/>
                </a:cubicBezTo>
                <a:cubicBezTo>
                  <a:pt x="8242653" y="11759638"/>
                  <a:pt x="8244655" y="11746160"/>
                  <a:pt x="8245322" y="11741667"/>
                </a:cubicBezTo>
                <a:cubicBezTo>
                  <a:pt x="8245322" y="11741667"/>
                  <a:pt x="8245989" y="11737177"/>
                  <a:pt x="8245989" y="11737177"/>
                </a:cubicBezTo>
                <a:cubicBezTo>
                  <a:pt x="8245989" y="11737177"/>
                  <a:pt x="8245989" y="11737177"/>
                  <a:pt x="8246658" y="11732684"/>
                </a:cubicBezTo>
                <a:cubicBezTo>
                  <a:pt x="8246658" y="11732684"/>
                  <a:pt x="8247324" y="11728191"/>
                  <a:pt x="8247324" y="11728191"/>
                </a:cubicBezTo>
                <a:cubicBezTo>
                  <a:pt x="8247324" y="11728191"/>
                  <a:pt x="8247324" y="11728191"/>
                  <a:pt x="8238477" y="11726473"/>
                </a:cubicBezTo>
                <a:cubicBezTo>
                  <a:pt x="8247992" y="11723698"/>
                  <a:pt x="8247992" y="11723698"/>
                  <a:pt x="8239813" y="11717488"/>
                </a:cubicBezTo>
                <a:cubicBezTo>
                  <a:pt x="8249327" y="11714713"/>
                  <a:pt x="8240479" y="11712995"/>
                  <a:pt x="8241815" y="11704011"/>
                </a:cubicBezTo>
                <a:cubicBezTo>
                  <a:pt x="8250661" y="11705730"/>
                  <a:pt x="8242482" y="11699519"/>
                  <a:pt x="8251996" y="11696744"/>
                </a:cubicBezTo>
                <a:cubicBezTo>
                  <a:pt x="8260846" y="11698464"/>
                  <a:pt x="8261512" y="11693970"/>
                  <a:pt x="8260846" y="11698464"/>
                </a:cubicBezTo>
                <a:cubicBezTo>
                  <a:pt x="8263515" y="11680494"/>
                  <a:pt x="8268186" y="11649049"/>
                  <a:pt x="8261340" y="11633854"/>
                </a:cubicBezTo>
                <a:cubicBezTo>
                  <a:pt x="8271523" y="11626587"/>
                  <a:pt x="8264009" y="11615885"/>
                  <a:pt x="8265344" y="11606899"/>
                </a:cubicBezTo>
                <a:cubicBezTo>
                  <a:pt x="8264677" y="11611392"/>
                  <a:pt x="8274193" y="11608618"/>
                  <a:pt x="8274859" y="11604125"/>
                </a:cubicBezTo>
                <a:cubicBezTo>
                  <a:pt x="8274859" y="11604125"/>
                  <a:pt x="8265344" y="11606899"/>
                  <a:pt x="8266012" y="11602408"/>
                </a:cubicBezTo>
                <a:cubicBezTo>
                  <a:pt x="8266012" y="11602408"/>
                  <a:pt x="8266012" y="11602408"/>
                  <a:pt x="8266678" y="11597914"/>
                </a:cubicBezTo>
                <a:cubicBezTo>
                  <a:pt x="8266678" y="11597914"/>
                  <a:pt x="8266678" y="11597914"/>
                  <a:pt x="8268013" y="11588929"/>
                </a:cubicBezTo>
                <a:cubicBezTo>
                  <a:pt x="8276863" y="11590649"/>
                  <a:pt x="8279532" y="11572680"/>
                  <a:pt x="8280866" y="11563694"/>
                </a:cubicBezTo>
                <a:cubicBezTo>
                  <a:pt x="8280866" y="11563694"/>
                  <a:pt x="8289048" y="11569905"/>
                  <a:pt x="8289048" y="11569905"/>
                </a:cubicBezTo>
                <a:cubicBezTo>
                  <a:pt x="8290383" y="11560921"/>
                  <a:pt x="8291049" y="11556429"/>
                  <a:pt x="8293052" y="11542953"/>
                </a:cubicBezTo>
                <a:cubicBezTo>
                  <a:pt x="8293052" y="11542953"/>
                  <a:pt x="8284203" y="11541233"/>
                  <a:pt x="8284203" y="11541233"/>
                </a:cubicBezTo>
                <a:cubicBezTo>
                  <a:pt x="8286872" y="11523265"/>
                  <a:pt x="8290877" y="11496309"/>
                  <a:pt x="8293546" y="11478341"/>
                </a:cubicBezTo>
                <a:cubicBezTo>
                  <a:pt x="8302395" y="11480061"/>
                  <a:pt x="8301728" y="11484551"/>
                  <a:pt x="8303063" y="11475566"/>
                </a:cubicBezTo>
                <a:cubicBezTo>
                  <a:pt x="8303063" y="11475566"/>
                  <a:pt x="8301061" y="11489045"/>
                  <a:pt x="8301061" y="11489045"/>
                </a:cubicBezTo>
                <a:cubicBezTo>
                  <a:pt x="8309907" y="11490762"/>
                  <a:pt x="8309907" y="11490762"/>
                  <a:pt x="8309907" y="11490762"/>
                </a:cubicBezTo>
                <a:cubicBezTo>
                  <a:pt x="8311909" y="11477284"/>
                  <a:pt x="8313912" y="11463808"/>
                  <a:pt x="8307067" y="11448614"/>
                </a:cubicBezTo>
                <a:lnTo>
                  <a:pt x="8305733" y="11457598"/>
                </a:lnTo>
                <a:cubicBezTo>
                  <a:pt x="8296885" y="11455879"/>
                  <a:pt x="8296217" y="11460372"/>
                  <a:pt x="8296217" y="11460372"/>
                </a:cubicBezTo>
                <a:lnTo>
                  <a:pt x="8296885" y="11455879"/>
                </a:lnTo>
                <a:cubicBezTo>
                  <a:pt x="8297551" y="11451386"/>
                  <a:pt x="8297551" y="11451386"/>
                  <a:pt x="8298218" y="11446895"/>
                </a:cubicBezTo>
                <a:cubicBezTo>
                  <a:pt x="8298218" y="11446895"/>
                  <a:pt x="8298886" y="11442402"/>
                  <a:pt x="8299553" y="11437910"/>
                </a:cubicBezTo>
                <a:cubicBezTo>
                  <a:pt x="8302221" y="11419941"/>
                  <a:pt x="8296043" y="11400253"/>
                  <a:pt x="8298712" y="11382284"/>
                </a:cubicBezTo>
                <a:cubicBezTo>
                  <a:pt x="8299380" y="11377791"/>
                  <a:pt x="8299380" y="11377791"/>
                  <a:pt x="8300048" y="11373299"/>
                </a:cubicBezTo>
                <a:cubicBezTo>
                  <a:pt x="8301383" y="11364316"/>
                  <a:pt x="8302717" y="11355331"/>
                  <a:pt x="8304052" y="11346345"/>
                </a:cubicBezTo>
                <a:cubicBezTo>
                  <a:pt x="8306722" y="11328377"/>
                  <a:pt x="8308057" y="11319393"/>
                  <a:pt x="8308723" y="11314901"/>
                </a:cubicBezTo>
                <a:cubicBezTo>
                  <a:pt x="8307389" y="11323886"/>
                  <a:pt x="8316905" y="11321113"/>
                  <a:pt x="8316237" y="11325603"/>
                </a:cubicBezTo>
                <a:lnTo>
                  <a:pt x="8317573" y="11316618"/>
                </a:lnTo>
                <a:cubicBezTo>
                  <a:pt x="8317573" y="11316618"/>
                  <a:pt x="8316905" y="11321113"/>
                  <a:pt x="8325755" y="11322829"/>
                </a:cubicBezTo>
                <a:cubicBezTo>
                  <a:pt x="8326421" y="11318337"/>
                  <a:pt x="8327089" y="11313844"/>
                  <a:pt x="8327757" y="11309352"/>
                </a:cubicBezTo>
                <a:cubicBezTo>
                  <a:pt x="8327757" y="11309352"/>
                  <a:pt x="8328423" y="11304859"/>
                  <a:pt x="8328423" y="11304859"/>
                </a:cubicBezTo>
                <a:cubicBezTo>
                  <a:pt x="8329091" y="11300367"/>
                  <a:pt x="8329091" y="11300367"/>
                  <a:pt x="8329091" y="11300367"/>
                </a:cubicBezTo>
                <a:cubicBezTo>
                  <a:pt x="8329091" y="11300367"/>
                  <a:pt x="8320242" y="11298649"/>
                  <a:pt x="8320242" y="11298649"/>
                </a:cubicBezTo>
                <a:lnTo>
                  <a:pt x="8319575" y="11303143"/>
                </a:lnTo>
                <a:cubicBezTo>
                  <a:pt x="8319575" y="11303143"/>
                  <a:pt x="8319575" y="11303143"/>
                  <a:pt x="8311393" y="11296932"/>
                </a:cubicBezTo>
                <a:cubicBezTo>
                  <a:pt x="8312728" y="11287948"/>
                  <a:pt x="8324913" y="11267203"/>
                  <a:pt x="8318067" y="11252009"/>
                </a:cubicBezTo>
                <a:cubicBezTo>
                  <a:pt x="8318735" y="11247516"/>
                  <a:pt x="8318735" y="11247516"/>
                  <a:pt x="8318735" y="11247516"/>
                </a:cubicBezTo>
                <a:cubicBezTo>
                  <a:pt x="8318735" y="11247516"/>
                  <a:pt x="8318735" y="11247516"/>
                  <a:pt x="8319402" y="11243023"/>
                </a:cubicBezTo>
                <a:cubicBezTo>
                  <a:pt x="8321403" y="11229546"/>
                  <a:pt x="8330919" y="11226774"/>
                  <a:pt x="8323406" y="11216070"/>
                </a:cubicBezTo>
                <a:cubicBezTo>
                  <a:pt x="8333589" y="11208803"/>
                  <a:pt x="8334925" y="11199818"/>
                  <a:pt x="8336926" y="11186342"/>
                </a:cubicBezTo>
                <a:cubicBezTo>
                  <a:pt x="8328745" y="11180131"/>
                  <a:pt x="8336926" y="11186342"/>
                  <a:pt x="8329412" y="11175639"/>
                </a:cubicBezTo>
                <a:lnTo>
                  <a:pt x="8327411" y="11189116"/>
                </a:lnTo>
                <a:cubicBezTo>
                  <a:pt x="8326743" y="11193609"/>
                  <a:pt x="8326075" y="11198100"/>
                  <a:pt x="8325409" y="11202592"/>
                </a:cubicBezTo>
                <a:cubicBezTo>
                  <a:pt x="8316561" y="11200874"/>
                  <a:pt x="8315894" y="11205368"/>
                  <a:pt x="8315894" y="11205368"/>
                </a:cubicBezTo>
                <a:cubicBezTo>
                  <a:pt x="8317895" y="11191890"/>
                  <a:pt x="8320565" y="11173922"/>
                  <a:pt x="8322568" y="11160445"/>
                </a:cubicBezTo>
                <a:cubicBezTo>
                  <a:pt x="8322568" y="11160445"/>
                  <a:pt x="8331414" y="11162162"/>
                  <a:pt x="8331414" y="11162162"/>
                </a:cubicBezTo>
                <a:cubicBezTo>
                  <a:pt x="8334083" y="11144193"/>
                  <a:pt x="8329241" y="11115521"/>
                  <a:pt x="8331911" y="11097552"/>
                </a:cubicBezTo>
                <a:cubicBezTo>
                  <a:pt x="8332579" y="11093059"/>
                  <a:pt x="8333246" y="11088567"/>
                  <a:pt x="8333246" y="11088567"/>
                </a:cubicBezTo>
                <a:cubicBezTo>
                  <a:pt x="8333913" y="11084075"/>
                  <a:pt x="8335915" y="11070598"/>
                  <a:pt x="8345429" y="11067823"/>
                </a:cubicBezTo>
                <a:cubicBezTo>
                  <a:pt x="8336583" y="11066106"/>
                  <a:pt x="8337249" y="11061614"/>
                  <a:pt x="8337249" y="11061614"/>
                </a:cubicBezTo>
                <a:cubicBezTo>
                  <a:pt x="8337249" y="11061614"/>
                  <a:pt x="8337917" y="11057121"/>
                  <a:pt x="8337917" y="11057121"/>
                </a:cubicBezTo>
                <a:cubicBezTo>
                  <a:pt x="8339252" y="11048138"/>
                  <a:pt x="8339252" y="11048138"/>
                  <a:pt x="8340587" y="11039153"/>
                </a:cubicBezTo>
                <a:cubicBezTo>
                  <a:pt x="8341253" y="11034659"/>
                  <a:pt x="8341253" y="11034659"/>
                  <a:pt x="8342589" y="11025674"/>
                </a:cubicBezTo>
                <a:cubicBezTo>
                  <a:pt x="8343257" y="11021183"/>
                  <a:pt x="8344591" y="11012198"/>
                  <a:pt x="8345259" y="11007707"/>
                </a:cubicBezTo>
                <a:cubicBezTo>
                  <a:pt x="8345926" y="11003214"/>
                  <a:pt x="8347261" y="10994229"/>
                  <a:pt x="8348595" y="10985245"/>
                </a:cubicBezTo>
                <a:cubicBezTo>
                  <a:pt x="8349929" y="10976260"/>
                  <a:pt x="8351265" y="10967275"/>
                  <a:pt x="8351933" y="10962783"/>
                </a:cubicBezTo>
                <a:cubicBezTo>
                  <a:pt x="8352600" y="10958292"/>
                  <a:pt x="8352600" y="10958292"/>
                  <a:pt x="8353267" y="10953798"/>
                </a:cubicBezTo>
                <a:cubicBezTo>
                  <a:pt x="8353267" y="10953798"/>
                  <a:pt x="8353934" y="10949307"/>
                  <a:pt x="8353934" y="10949307"/>
                </a:cubicBezTo>
                <a:cubicBezTo>
                  <a:pt x="8353934" y="10949307"/>
                  <a:pt x="8354601" y="10944814"/>
                  <a:pt x="8354601" y="10944814"/>
                </a:cubicBezTo>
                <a:cubicBezTo>
                  <a:pt x="8355937" y="10935830"/>
                  <a:pt x="8357939" y="10922354"/>
                  <a:pt x="8367453" y="10919578"/>
                </a:cubicBezTo>
                <a:cubicBezTo>
                  <a:pt x="8368121" y="10915087"/>
                  <a:pt x="8358605" y="10917861"/>
                  <a:pt x="8359273" y="10913368"/>
                </a:cubicBezTo>
                <a:cubicBezTo>
                  <a:pt x="8359940" y="10908875"/>
                  <a:pt x="8368787" y="10910594"/>
                  <a:pt x="8368787" y="10910594"/>
                </a:cubicBezTo>
                <a:cubicBezTo>
                  <a:pt x="8370790" y="10897116"/>
                  <a:pt x="8370122" y="10901609"/>
                  <a:pt x="8371458" y="10892624"/>
                </a:cubicBezTo>
                <a:cubicBezTo>
                  <a:pt x="8372125" y="10888133"/>
                  <a:pt x="8362611" y="10890907"/>
                  <a:pt x="8363277" y="10886414"/>
                </a:cubicBezTo>
                <a:cubicBezTo>
                  <a:pt x="8363945" y="10881923"/>
                  <a:pt x="8374126" y="10874655"/>
                  <a:pt x="8374126" y="10874655"/>
                </a:cubicBezTo>
                <a:cubicBezTo>
                  <a:pt x="8375461" y="10865670"/>
                  <a:pt x="8376129" y="10861180"/>
                  <a:pt x="8376796" y="10856686"/>
                </a:cubicBezTo>
                <a:cubicBezTo>
                  <a:pt x="8377464" y="10852193"/>
                  <a:pt x="8378131" y="10847701"/>
                  <a:pt x="8378799" y="10843210"/>
                </a:cubicBezTo>
                <a:cubicBezTo>
                  <a:pt x="8378799" y="10843210"/>
                  <a:pt x="8380133" y="10834224"/>
                  <a:pt x="8380801" y="10829732"/>
                </a:cubicBezTo>
                <a:cubicBezTo>
                  <a:pt x="8382803" y="10816256"/>
                  <a:pt x="8384805" y="10802778"/>
                  <a:pt x="8386139" y="10793794"/>
                </a:cubicBezTo>
                <a:cubicBezTo>
                  <a:pt x="8387473" y="10784809"/>
                  <a:pt x="8388810" y="10775825"/>
                  <a:pt x="8390143" y="10766840"/>
                </a:cubicBezTo>
                <a:cubicBezTo>
                  <a:pt x="8400995" y="10755083"/>
                  <a:pt x="8395483" y="10730902"/>
                  <a:pt x="8398152" y="10712933"/>
                </a:cubicBezTo>
                <a:cubicBezTo>
                  <a:pt x="8407001" y="10714651"/>
                  <a:pt x="8407001" y="10714651"/>
                  <a:pt x="8407669" y="10710159"/>
                </a:cubicBezTo>
                <a:cubicBezTo>
                  <a:pt x="8408336" y="10705666"/>
                  <a:pt x="8407669" y="10710159"/>
                  <a:pt x="8399487" y="10703949"/>
                </a:cubicBezTo>
                <a:cubicBezTo>
                  <a:pt x="8400154" y="10699455"/>
                  <a:pt x="8403491" y="10676994"/>
                  <a:pt x="8393309" y="10684260"/>
                </a:cubicBezTo>
                <a:cubicBezTo>
                  <a:pt x="8393977" y="10679769"/>
                  <a:pt x="8393309" y="10684260"/>
                  <a:pt x="8393977" y="10679769"/>
                </a:cubicBezTo>
                <a:cubicBezTo>
                  <a:pt x="8395312" y="10670784"/>
                  <a:pt x="8397314" y="10657308"/>
                  <a:pt x="8398649" y="10648322"/>
                </a:cubicBezTo>
                <a:cubicBezTo>
                  <a:pt x="8399316" y="10643832"/>
                  <a:pt x="8399316" y="10643832"/>
                  <a:pt x="8399983" y="10639338"/>
                </a:cubicBezTo>
                <a:cubicBezTo>
                  <a:pt x="8403988" y="10612386"/>
                  <a:pt x="8405990" y="10598906"/>
                  <a:pt x="8418173" y="10578163"/>
                </a:cubicBezTo>
                <a:cubicBezTo>
                  <a:pt x="8416171" y="10591642"/>
                  <a:pt x="8413502" y="10609609"/>
                  <a:pt x="8411499" y="10623088"/>
                </a:cubicBezTo>
                <a:cubicBezTo>
                  <a:pt x="8423685" y="10602343"/>
                  <a:pt x="8418173" y="10578163"/>
                  <a:pt x="8420176" y="10564686"/>
                </a:cubicBezTo>
                <a:cubicBezTo>
                  <a:pt x="8420843" y="10560196"/>
                  <a:pt x="8422845" y="10546717"/>
                  <a:pt x="8424847" y="10533240"/>
                </a:cubicBezTo>
                <a:cubicBezTo>
                  <a:pt x="8434364" y="10530467"/>
                  <a:pt x="8435699" y="10521482"/>
                  <a:pt x="8435699" y="10521482"/>
                </a:cubicBezTo>
                <a:cubicBezTo>
                  <a:pt x="8435031" y="10525974"/>
                  <a:pt x="8435031" y="10525974"/>
                  <a:pt x="8434364" y="10530467"/>
                </a:cubicBezTo>
                <a:cubicBezTo>
                  <a:pt x="8443880" y="10527693"/>
                  <a:pt x="8442546" y="10536678"/>
                  <a:pt x="8441878" y="10541169"/>
                </a:cubicBezTo>
                <a:cubicBezTo>
                  <a:pt x="8443212" y="10532186"/>
                  <a:pt x="8453394" y="10524918"/>
                  <a:pt x="8455396" y="10511442"/>
                </a:cubicBezTo>
                <a:lnTo>
                  <a:pt x="8451391" y="10538395"/>
                </a:lnTo>
                <a:cubicBezTo>
                  <a:pt x="8458239" y="10553590"/>
                  <a:pt x="8446721" y="10569842"/>
                  <a:pt x="8446053" y="10574334"/>
                </a:cubicBezTo>
                <a:cubicBezTo>
                  <a:pt x="8442716" y="10596796"/>
                  <a:pt x="8439379" y="10619257"/>
                  <a:pt x="8436709" y="10637227"/>
                </a:cubicBezTo>
                <a:cubicBezTo>
                  <a:pt x="8427862" y="10635508"/>
                  <a:pt x="8428530" y="10631015"/>
                  <a:pt x="8428530" y="10631015"/>
                </a:cubicBezTo>
                <a:cubicBezTo>
                  <a:pt x="8427862" y="10635508"/>
                  <a:pt x="8427195" y="10640001"/>
                  <a:pt x="8426528" y="10644492"/>
                </a:cubicBezTo>
                <a:cubicBezTo>
                  <a:pt x="8435375" y="10646210"/>
                  <a:pt x="8424526" y="10657970"/>
                  <a:pt x="8432706" y="10664180"/>
                </a:cubicBezTo>
                <a:cubicBezTo>
                  <a:pt x="8433373" y="10659688"/>
                  <a:pt x="8432706" y="10664180"/>
                  <a:pt x="8441555" y="10665897"/>
                </a:cubicBezTo>
                <a:cubicBezTo>
                  <a:pt x="8442889" y="10656914"/>
                  <a:pt x="8442889" y="10656914"/>
                  <a:pt x="8444224" y="10647928"/>
                </a:cubicBezTo>
                <a:cubicBezTo>
                  <a:pt x="8446226" y="10634453"/>
                  <a:pt x="8439379" y="10619257"/>
                  <a:pt x="8449562" y="10611990"/>
                </a:cubicBezTo>
                <a:cubicBezTo>
                  <a:pt x="8458410" y="10613710"/>
                  <a:pt x="8458410" y="10613710"/>
                  <a:pt x="8459077" y="10609215"/>
                </a:cubicBezTo>
                <a:cubicBezTo>
                  <a:pt x="8454444" y="10594452"/>
                  <a:pt x="8459763" y="10581618"/>
                  <a:pt x="8460951" y="10562133"/>
                </a:cubicBezTo>
                <a:lnTo>
                  <a:pt x="8460241" y="10540113"/>
                </a:lnTo>
                <a:lnTo>
                  <a:pt x="8460409" y="10538992"/>
                </a:lnTo>
                <a:cubicBezTo>
                  <a:pt x="8460741" y="10536744"/>
                  <a:pt x="8461241" y="10533375"/>
                  <a:pt x="8461575" y="10531130"/>
                </a:cubicBezTo>
                <a:lnTo>
                  <a:pt x="8466247" y="10499684"/>
                </a:lnTo>
                <a:cubicBezTo>
                  <a:pt x="8465579" y="10504176"/>
                  <a:pt x="8456730" y="10502458"/>
                  <a:pt x="8456063" y="10506949"/>
                </a:cubicBezTo>
                <a:lnTo>
                  <a:pt x="8458065" y="10493473"/>
                </a:lnTo>
                <a:cubicBezTo>
                  <a:pt x="8458065" y="10493473"/>
                  <a:pt x="8458733" y="10488980"/>
                  <a:pt x="8458733" y="10488980"/>
                </a:cubicBezTo>
                <a:cubicBezTo>
                  <a:pt x="8459401" y="10484489"/>
                  <a:pt x="8459401" y="10484489"/>
                  <a:pt x="8459401" y="10484489"/>
                </a:cubicBezTo>
                <a:cubicBezTo>
                  <a:pt x="8460068" y="10479996"/>
                  <a:pt x="8467582" y="10490698"/>
                  <a:pt x="8466247" y="10499684"/>
                </a:cubicBezTo>
                <a:lnTo>
                  <a:pt x="8468917" y="10481714"/>
                </a:lnTo>
                <a:cubicBezTo>
                  <a:pt x="8470252" y="10472730"/>
                  <a:pt x="8470919" y="10468237"/>
                  <a:pt x="8472921" y="10454761"/>
                </a:cubicBezTo>
                <a:cubicBezTo>
                  <a:pt x="8473589" y="10450268"/>
                  <a:pt x="8473589" y="10450268"/>
                  <a:pt x="8474255" y="10445776"/>
                </a:cubicBezTo>
                <a:cubicBezTo>
                  <a:pt x="8475591" y="10436791"/>
                  <a:pt x="8486439" y="10425032"/>
                  <a:pt x="8487107" y="10420541"/>
                </a:cubicBezTo>
                <a:cubicBezTo>
                  <a:pt x="8488441" y="10411555"/>
                  <a:pt x="8490443" y="10398079"/>
                  <a:pt x="8491111" y="10393586"/>
                </a:cubicBezTo>
                <a:cubicBezTo>
                  <a:pt x="8491779" y="10389095"/>
                  <a:pt x="8493114" y="10380109"/>
                  <a:pt x="8484933" y="10373900"/>
                </a:cubicBezTo>
                <a:lnTo>
                  <a:pt x="8483598" y="10382884"/>
                </a:lnTo>
                <a:cubicBezTo>
                  <a:pt x="8484933" y="10373900"/>
                  <a:pt x="8476752" y="10367689"/>
                  <a:pt x="8478087" y="10358705"/>
                </a:cubicBezTo>
                <a:cubicBezTo>
                  <a:pt x="8478754" y="10354211"/>
                  <a:pt x="8488938" y="10346947"/>
                  <a:pt x="8480757" y="10340736"/>
                </a:cubicBezTo>
                <a:cubicBezTo>
                  <a:pt x="8481425" y="10336244"/>
                  <a:pt x="8480757" y="10340736"/>
                  <a:pt x="8481425" y="10336244"/>
                </a:cubicBezTo>
                <a:cubicBezTo>
                  <a:pt x="8481425" y="10336244"/>
                  <a:pt x="8482091" y="10331750"/>
                  <a:pt x="8482759" y="10327259"/>
                </a:cubicBezTo>
                <a:cubicBezTo>
                  <a:pt x="8483426" y="10322766"/>
                  <a:pt x="8483426" y="10322766"/>
                  <a:pt x="8484093" y="10318273"/>
                </a:cubicBezTo>
                <a:cubicBezTo>
                  <a:pt x="8485428" y="10309289"/>
                  <a:pt x="8486763" y="10300304"/>
                  <a:pt x="8488098" y="10291320"/>
                </a:cubicBezTo>
                <a:cubicBezTo>
                  <a:pt x="8488766" y="10286827"/>
                  <a:pt x="8488766" y="10286827"/>
                  <a:pt x="8489432" y="10282335"/>
                </a:cubicBezTo>
                <a:cubicBezTo>
                  <a:pt x="8490767" y="10273350"/>
                  <a:pt x="8491435" y="10268859"/>
                  <a:pt x="8492101" y="10264366"/>
                </a:cubicBezTo>
                <a:cubicBezTo>
                  <a:pt x="8492769" y="10259874"/>
                  <a:pt x="8493436" y="10255382"/>
                  <a:pt x="8493436" y="10255382"/>
                </a:cubicBezTo>
                <a:cubicBezTo>
                  <a:pt x="8496106" y="10237412"/>
                  <a:pt x="8498109" y="10223935"/>
                  <a:pt x="8500111" y="10210458"/>
                </a:cubicBezTo>
                <a:cubicBezTo>
                  <a:pt x="8502779" y="10192490"/>
                  <a:pt x="8495935" y="10177295"/>
                  <a:pt x="8507452" y="10161043"/>
                </a:cubicBezTo>
                <a:cubicBezTo>
                  <a:pt x="8508786" y="10152058"/>
                  <a:pt x="8512123" y="10129597"/>
                  <a:pt x="8505279" y="10114403"/>
                </a:cubicBezTo>
                <a:cubicBezTo>
                  <a:pt x="8505946" y="10109910"/>
                  <a:pt x="8515460" y="10107136"/>
                  <a:pt x="8516127" y="10102643"/>
                </a:cubicBezTo>
                <a:cubicBezTo>
                  <a:pt x="8507281" y="10100925"/>
                  <a:pt x="8507281" y="10100925"/>
                  <a:pt x="8508615" y="10091941"/>
                </a:cubicBezTo>
                <a:cubicBezTo>
                  <a:pt x="8499100" y="10094716"/>
                  <a:pt x="8503103" y="10067761"/>
                  <a:pt x="8513955" y="10056003"/>
                </a:cubicBezTo>
                <a:cubicBezTo>
                  <a:pt x="8513955" y="10056003"/>
                  <a:pt x="8513955" y="10056003"/>
                  <a:pt x="8514622" y="10051510"/>
                </a:cubicBezTo>
                <a:cubicBezTo>
                  <a:pt x="8514622" y="10051510"/>
                  <a:pt x="8514622" y="10051510"/>
                  <a:pt x="8515289" y="10047017"/>
                </a:cubicBezTo>
                <a:cubicBezTo>
                  <a:pt x="8515289" y="10047017"/>
                  <a:pt x="8515957" y="10042526"/>
                  <a:pt x="8515957" y="10042526"/>
                </a:cubicBezTo>
                <a:cubicBezTo>
                  <a:pt x="8515957" y="10042526"/>
                  <a:pt x="8515957" y="10042526"/>
                  <a:pt x="8507108" y="10040808"/>
                </a:cubicBezTo>
                <a:lnTo>
                  <a:pt x="8509110" y="10027332"/>
                </a:lnTo>
                <a:cubicBezTo>
                  <a:pt x="8510445" y="10018345"/>
                  <a:pt x="8514449" y="9991393"/>
                  <a:pt x="8516451" y="9977916"/>
                </a:cubicBezTo>
                <a:cubicBezTo>
                  <a:pt x="8517119" y="9973422"/>
                  <a:pt x="8516451" y="9977916"/>
                  <a:pt x="8506935" y="9980688"/>
                </a:cubicBezTo>
                <a:cubicBezTo>
                  <a:pt x="8509604" y="9962720"/>
                  <a:pt x="8520455" y="9950961"/>
                  <a:pt x="8521790" y="9941977"/>
                </a:cubicBezTo>
                <a:cubicBezTo>
                  <a:pt x="8524460" y="9924008"/>
                  <a:pt x="8516278" y="9917796"/>
                  <a:pt x="8518947" y="9899828"/>
                </a:cubicBezTo>
                <a:cubicBezTo>
                  <a:pt x="8519615" y="9895336"/>
                  <a:pt x="8520283" y="9890842"/>
                  <a:pt x="8520950" y="9886350"/>
                </a:cubicBezTo>
                <a:cubicBezTo>
                  <a:pt x="8520283" y="9890842"/>
                  <a:pt x="8511436" y="9889124"/>
                  <a:pt x="8510768" y="9893618"/>
                </a:cubicBezTo>
                <a:cubicBezTo>
                  <a:pt x="8513438" y="9875648"/>
                  <a:pt x="8525622" y="9854904"/>
                  <a:pt x="8520779" y="9826232"/>
                </a:cubicBezTo>
                <a:cubicBezTo>
                  <a:pt x="8520779" y="9826232"/>
                  <a:pt x="8511930" y="9824513"/>
                  <a:pt x="8511930" y="9824513"/>
                </a:cubicBezTo>
                <a:lnTo>
                  <a:pt x="8508593" y="9846977"/>
                </a:lnTo>
                <a:cubicBezTo>
                  <a:pt x="8499746" y="9845259"/>
                  <a:pt x="8509260" y="9842484"/>
                  <a:pt x="8499746" y="9845259"/>
                </a:cubicBezTo>
                <a:cubicBezTo>
                  <a:pt x="8497077" y="9863227"/>
                  <a:pt x="8493740" y="9885688"/>
                  <a:pt x="8490402" y="9908151"/>
                </a:cubicBezTo>
                <a:cubicBezTo>
                  <a:pt x="8490402" y="9908151"/>
                  <a:pt x="8489068" y="9917135"/>
                  <a:pt x="8480219" y="9915417"/>
                </a:cubicBezTo>
                <a:lnTo>
                  <a:pt x="8481554" y="9906432"/>
                </a:lnTo>
                <a:lnTo>
                  <a:pt x="8482221" y="9901939"/>
                </a:lnTo>
                <a:lnTo>
                  <a:pt x="8482889" y="9897447"/>
                </a:lnTo>
                <a:lnTo>
                  <a:pt x="8483555" y="9892955"/>
                </a:lnTo>
                <a:cubicBezTo>
                  <a:pt x="8476044" y="9882251"/>
                  <a:pt x="8486893" y="9870493"/>
                  <a:pt x="8488228" y="9861509"/>
                </a:cubicBezTo>
                <a:cubicBezTo>
                  <a:pt x="8488228" y="9861509"/>
                  <a:pt x="8487561" y="9866001"/>
                  <a:pt x="8478713" y="9864285"/>
                </a:cubicBezTo>
                <a:cubicBezTo>
                  <a:pt x="8479382" y="9859790"/>
                  <a:pt x="8480048" y="9855298"/>
                  <a:pt x="8480716" y="9850808"/>
                </a:cubicBezTo>
                <a:cubicBezTo>
                  <a:pt x="8481383" y="9846315"/>
                  <a:pt x="8482050" y="9841822"/>
                  <a:pt x="8482718" y="9837329"/>
                </a:cubicBezTo>
                <a:lnTo>
                  <a:pt x="8484773" y="9828304"/>
                </a:lnTo>
                <a:lnTo>
                  <a:pt x="8487106" y="9824174"/>
                </a:lnTo>
                <a:lnTo>
                  <a:pt x="8487442" y="9821910"/>
                </a:lnTo>
                <a:lnTo>
                  <a:pt x="8494901" y="9816585"/>
                </a:lnTo>
                <a:cubicBezTo>
                  <a:pt x="8496237" y="9807603"/>
                  <a:pt x="8496237" y="9807603"/>
                  <a:pt x="8497571" y="9798617"/>
                </a:cubicBezTo>
                <a:cubicBezTo>
                  <a:pt x="8497571" y="9798617"/>
                  <a:pt x="8497571" y="9798617"/>
                  <a:pt x="8507088" y="9795842"/>
                </a:cubicBezTo>
                <a:cubicBezTo>
                  <a:pt x="8508422" y="9786859"/>
                  <a:pt x="8510424" y="9773382"/>
                  <a:pt x="8510424" y="9773382"/>
                </a:cubicBezTo>
                <a:cubicBezTo>
                  <a:pt x="8510424" y="9773382"/>
                  <a:pt x="8511759" y="9764397"/>
                  <a:pt x="8511759" y="9764397"/>
                </a:cubicBezTo>
                <a:cubicBezTo>
                  <a:pt x="8511759" y="9764397"/>
                  <a:pt x="8512427" y="9759904"/>
                  <a:pt x="8512427" y="9759904"/>
                </a:cubicBezTo>
                <a:cubicBezTo>
                  <a:pt x="8525278" y="9734670"/>
                  <a:pt x="8527280" y="9721192"/>
                  <a:pt x="8531285" y="9694239"/>
                </a:cubicBezTo>
                <a:cubicBezTo>
                  <a:pt x="8522437" y="9692521"/>
                  <a:pt x="8522437" y="9692521"/>
                  <a:pt x="8521771" y="9697013"/>
                </a:cubicBezTo>
                <a:cubicBezTo>
                  <a:pt x="8517765" y="9723967"/>
                  <a:pt x="8513761" y="9750921"/>
                  <a:pt x="8502911" y="9762680"/>
                </a:cubicBezTo>
                <a:cubicBezTo>
                  <a:pt x="8495399" y="9751975"/>
                  <a:pt x="8495399" y="9751975"/>
                  <a:pt x="8497401" y="9738500"/>
                </a:cubicBezTo>
                <a:cubicBezTo>
                  <a:pt x="8496733" y="9742990"/>
                  <a:pt x="8496733" y="9742990"/>
                  <a:pt x="8496733" y="9742990"/>
                </a:cubicBezTo>
                <a:cubicBezTo>
                  <a:pt x="8487884" y="9741273"/>
                  <a:pt x="8487218" y="9745765"/>
                  <a:pt x="8487218" y="9745765"/>
                </a:cubicBezTo>
                <a:cubicBezTo>
                  <a:pt x="8487218" y="9745765"/>
                  <a:pt x="8487884" y="9741273"/>
                  <a:pt x="8488551" y="9736781"/>
                </a:cubicBezTo>
                <a:cubicBezTo>
                  <a:pt x="8489886" y="9727796"/>
                  <a:pt x="8499402" y="9725023"/>
                  <a:pt x="8500070" y="9720530"/>
                </a:cubicBezTo>
                <a:cubicBezTo>
                  <a:pt x="8500070" y="9720530"/>
                  <a:pt x="8499402" y="9725023"/>
                  <a:pt x="8499402" y="9725023"/>
                </a:cubicBezTo>
                <a:cubicBezTo>
                  <a:pt x="8500070" y="9720530"/>
                  <a:pt x="8510251" y="9713263"/>
                  <a:pt x="8512254" y="9699786"/>
                </a:cubicBezTo>
                <a:cubicBezTo>
                  <a:pt x="8512254" y="9699786"/>
                  <a:pt x="8512922" y="9695295"/>
                  <a:pt x="8512922" y="9695295"/>
                </a:cubicBezTo>
                <a:cubicBezTo>
                  <a:pt x="8513588" y="9690803"/>
                  <a:pt x="8514256" y="9686310"/>
                  <a:pt x="8514923" y="9681817"/>
                </a:cubicBezTo>
                <a:cubicBezTo>
                  <a:pt x="8515591" y="9677325"/>
                  <a:pt x="8515591" y="9677325"/>
                  <a:pt x="8515591" y="9677325"/>
                </a:cubicBezTo>
                <a:cubicBezTo>
                  <a:pt x="8515591" y="9677325"/>
                  <a:pt x="8515591" y="9677325"/>
                  <a:pt x="8506744" y="9675607"/>
                </a:cubicBezTo>
                <a:lnTo>
                  <a:pt x="8508746" y="9662132"/>
                </a:lnTo>
                <a:cubicBezTo>
                  <a:pt x="8509413" y="9657638"/>
                  <a:pt x="8500564" y="9655921"/>
                  <a:pt x="8500564" y="9655921"/>
                </a:cubicBezTo>
                <a:cubicBezTo>
                  <a:pt x="8502567" y="9642444"/>
                  <a:pt x="8502567" y="9642444"/>
                  <a:pt x="8503233" y="9637951"/>
                </a:cubicBezTo>
                <a:cubicBezTo>
                  <a:pt x="8513418" y="9630685"/>
                  <a:pt x="8512083" y="9639668"/>
                  <a:pt x="8511414" y="9644161"/>
                </a:cubicBezTo>
                <a:cubicBezTo>
                  <a:pt x="8522264" y="9632401"/>
                  <a:pt x="8514753" y="9621700"/>
                  <a:pt x="8517421" y="9603730"/>
                </a:cubicBezTo>
                <a:lnTo>
                  <a:pt x="8515421" y="9617207"/>
                </a:lnTo>
                <a:cubicBezTo>
                  <a:pt x="8515421" y="9617207"/>
                  <a:pt x="8514753" y="9621700"/>
                  <a:pt x="8505904" y="9619981"/>
                </a:cubicBezTo>
                <a:cubicBezTo>
                  <a:pt x="8507906" y="9606504"/>
                  <a:pt x="8518089" y="9599239"/>
                  <a:pt x="8511242" y="9584043"/>
                </a:cubicBezTo>
                <a:cubicBezTo>
                  <a:pt x="8511910" y="9579550"/>
                  <a:pt x="8520760" y="9581269"/>
                  <a:pt x="8521427" y="9576776"/>
                </a:cubicBezTo>
                <a:lnTo>
                  <a:pt x="8520760" y="9581269"/>
                </a:lnTo>
                <a:cubicBezTo>
                  <a:pt x="8530273" y="9578494"/>
                  <a:pt x="8531607" y="9569510"/>
                  <a:pt x="8532275" y="9565018"/>
                </a:cubicBezTo>
                <a:cubicBezTo>
                  <a:pt x="8531607" y="9569510"/>
                  <a:pt x="8530940" y="9574003"/>
                  <a:pt x="8540457" y="9571229"/>
                </a:cubicBezTo>
                <a:cubicBezTo>
                  <a:pt x="8540457" y="9571229"/>
                  <a:pt x="8540957" y="9567860"/>
                  <a:pt x="8541374" y="9565052"/>
                </a:cubicBezTo>
                <a:lnTo>
                  <a:pt x="8541793" y="9562231"/>
                </a:lnTo>
                <a:lnTo>
                  <a:pt x="8541819" y="9562058"/>
                </a:lnTo>
                <a:lnTo>
                  <a:pt x="8543793" y="9548768"/>
                </a:lnTo>
                <a:cubicBezTo>
                  <a:pt x="8544461" y="9544275"/>
                  <a:pt x="8544461" y="9544275"/>
                  <a:pt x="8544461" y="9544275"/>
                </a:cubicBezTo>
                <a:cubicBezTo>
                  <a:pt x="8545128" y="9539783"/>
                  <a:pt x="8545128" y="9539783"/>
                  <a:pt x="8536947" y="9533573"/>
                </a:cubicBezTo>
                <a:cubicBezTo>
                  <a:pt x="8545796" y="9535292"/>
                  <a:pt x="8545796" y="9535292"/>
                  <a:pt x="8545796" y="9535292"/>
                </a:cubicBezTo>
                <a:cubicBezTo>
                  <a:pt x="8538282" y="9524587"/>
                  <a:pt x="8548465" y="9517321"/>
                  <a:pt x="8550467" y="9503845"/>
                </a:cubicBezTo>
                <a:cubicBezTo>
                  <a:pt x="8549800" y="9508337"/>
                  <a:pt x="8549800" y="9508337"/>
                  <a:pt x="8540951" y="9506619"/>
                </a:cubicBezTo>
                <a:cubicBezTo>
                  <a:pt x="8542285" y="9497635"/>
                  <a:pt x="8540284" y="9511110"/>
                  <a:pt x="8532772" y="9500408"/>
                </a:cubicBezTo>
                <a:cubicBezTo>
                  <a:pt x="8533439" y="9495916"/>
                  <a:pt x="8534773" y="9486933"/>
                  <a:pt x="8535440" y="9482439"/>
                </a:cubicBezTo>
                <a:cubicBezTo>
                  <a:pt x="8546290" y="9470680"/>
                  <a:pt x="8539445" y="9455485"/>
                  <a:pt x="8541447" y="9442009"/>
                </a:cubicBezTo>
                <a:cubicBezTo>
                  <a:pt x="8540113" y="9450993"/>
                  <a:pt x="8548292" y="9457202"/>
                  <a:pt x="8547625" y="9461695"/>
                </a:cubicBezTo>
                <a:lnTo>
                  <a:pt x="8544288" y="9484157"/>
                </a:lnTo>
                <a:cubicBezTo>
                  <a:pt x="8554471" y="9476891"/>
                  <a:pt x="8547625" y="9461695"/>
                  <a:pt x="8548292" y="9457202"/>
                </a:cubicBezTo>
                <a:cubicBezTo>
                  <a:pt x="8548959" y="9452711"/>
                  <a:pt x="8549627" y="9448219"/>
                  <a:pt x="8550294" y="9443727"/>
                </a:cubicBezTo>
                <a:cubicBezTo>
                  <a:pt x="8553630" y="9421264"/>
                  <a:pt x="8556968" y="9398803"/>
                  <a:pt x="8559638" y="9380834"/>
                </a:cubicBezTo>
                <a:lnTo>
                  <a:pt x="8553094" y="9375866"/>
                </a:lnTo>
                <a:lnTo>
                  <a:pt x="8550790" y="9379117"/>
                </a:lnTo>
                <a:lnTo>
                  <a:pt x="8552481" y="9375401"/>
                </a:lnTo>
                <a:lnTo>
                  <a:pt x="8551458" y="9374625"/>
                </a:lnTo>
                <a:cubicBezTo>
                  <a:pt x="8551458" y="9374625"/>
                  <a:pt x="8542610" y="9372905"/>
                  <a:pt x="8542610" y="9372905"/>
                </a:cubicBezTo>
                <a:cubicBezTo>
                  <a:pt x="8543276" y="9368414"/>
                  <a:pt x="8543276" y="9368414"/>
                  <a:pt x="8543276" y="9368414"/>
                </a:cubicBezTo>
                <a:cubicBezTo>
                  <a:pt x="8552126" y="9370132"/>
                  <a:pt x="8544612" y="9359430"/>
                  <a:pt x="8553460" y="9361148"/>
                </a:cubicBezTo>
                <a:lnTo>
                  <a:pt x="8554795" y="9352163"/>
                </a:lnTo>
                <a:cubicBezTo>
                  <a:pt x="8558217" y="9359759"/>
                  <a:pt x="8557549" y="9364251"/>
                  <a:pt x="8555859" y="9367968"/>
                </a:cubicBezTo>
                <a:lnTo>
                  <a:pt x="8552481" y="9375401"/>
                </a:lnTo>
                <a:lnTo>
                  <a:pt x="8553094" y="9375866"/>
                </a:lnTo>
                <a:lnTo>
                  <a:pt x="8562307" y="9362864"/>
                </a:lnTo>
                <a:cubicBezTo>
                  <a:pt x="8562307" y="9362864"/>
                  <a:pt x="8561640" y="9367358"/>
                  <a:pt x="8570489" y="9369077"/>
                </a:cubicBezTo>
                <a:cubicBezTo>
                  <a:pt x="8572490" y="9355599"/>
                  <a:pt x="8565643" y="9340404"/>
                  <a:pt x="8566978" y="9331419"/>
                </a:cubicBezTo>
                <a:lnTo>
                  <a:pt x="8566312" y="9335910"/>
                </a:lnTo>
                <a:cubicBezTo>
                  <a:pt x="8565643" y="9340404"/>
                  <a:pt x="8565643" y="9340404"/>
                  <a:pt x="8564977" y="9344896"/>
                </a:cubicBezTo>
                <a:cubicBezTo>
                  <a:pt x="8564977" y="9344896"/>
                  <a:pt x="8564309" y="9349388"/>
                  <a:pt x="8564309" y="9349388"/>
                </a:cubicBezTo>
                <a:cubicBezTo>
                  <a:pt x="8564309" y="9349388"/>
                  <a:pt x="8563642" y="9353881"/>
                  <a:pt x="8563642" y="9353881"/>
                </a:cubicBezTo>
                <a:cubicBezTo>
                  <a:pt x="8563642" y="9353881"/>
                  <a:pt x="8564309" y="9349388"/>
                  <a:pt x="8555462" y="9347669"/>
                </a:cubicBezTo>
                <a:cubicBezTo>
                  <a:pt x="8556130" y="9343178"/>
                  <a:pt x="8557464" y="9334193"/>
                  <a:pt x="8557464" y="9334193"/>
                </a:cubicBezTo>
                <a:cubicBezTo>
                  <a:pt x="8558132" y="9329702"/>
                  <a:pt x="8557464" y="9334193"/>
                  <a:pt x="8558132" y="9329702"/>
                </a:cubicBezTo>
                <a:cubicBezTo>
                  <a:pt x="8559467" y="9320716"/>
                  <a:pt x="8559467" y="9320716"/>
                  <a:pt x="8560135" y="9316224"/>
                </a:cubicBezTo>
                <a:cubicBezTo>
                  <a:pt x="8569648" y="9313450"/>
                  <a:pt x="8570983" y="9304465"/>
                  <a:pt x="8571651" y="9299974"/>
                </a:cubicBezTo>
                <a:cubicBezTo>
                  <a:pt x="8579831" y="9306183"/>
                  <a:pt x="8579164" y="9310676"/>
                  <a:pt x="8579164" y="9310676"/>
                </a:cubicBezTo>
                <a:cubicBezTo>
                  <a:pt x="8579164" y="9310676"/>
                  <a:pt x="8579164" y="9310676"/>
                  <a:pt x="8578497" y="9315169"/>
                </a:cubicBezTo>
                <a:cubicBezTo>
                  <a:pt x="8578497" y="9315169"/>
                  <a:pt x="8577162" y="9324153"/>
                  <a:pt x="8576494" y="9328644"/>
                </a:cubicBezTo>
                <a:cubicBezTo>
                  <a:pt x="8585341" y="9330362"/>
                  <a:pt x="8586677" y="9321377"/>
                  <a:pt x="8586677" y="9321377"/>
                </a:cubicBezTo>
                <a:cubicBezTo>
                  <a:pt x="8589347" y="9303410"/>
                  <a:pt x="8591348" y="9289932"/>
                  <a:pt x="8594017" y="9271963"/>
                </a:cubicBezTo>
                <a:cubicBezTo>
                  <a:pt x="8594685" y="9267472"/>
                  <a:pt x="8594685" y="9267472"/>
                  <a:pt x="8595353" y="9262979"/>
                </a:cubicBezTo>
                <a:lnTo>
                  <a:pt x="8596020" y="9258485"/>
                </a:lnTo>
                <a:lnTo>
                  <a:pt x="8596688" y="9253994"/>
                </a:lnTo>
                <a:lnTo>
                  <a:pt x="8597354" y="9249502"/>
                </a:lnTo>
                <a:cubicBezTo>
                  <a:pt x="8598022" y="9245009"/>
                  <a:pt x="8598022" y="9245009"/>
                  <a:pt x="8598690" y="9240516"/>
                </a:cubicBezTo>
                <a:cubicBezTo>
                  <a:pt x="8598690" y="9240516"/>
                  <a:pt x="8598690" y="9240516"/>
                  <a:pt x="8599357" y="9236025"/>
                </a:cubicBezTo>
                <a:cubicBezTo>
                  <a:pt x="8600024" y="9231533"/>
                  <a:pt x="8600691" y="9227040"/>
                  <a:pt x="8601359" y="9222549"/>
                </a:cubicBezTo>
                <a:cubicBezTo>
                  <a:pt x="8604028" y="9204578"/>
                  <a:pt x="8606031" y="9191102"/>
                  <a:pt x="8608700" y="9173134"/>
                </a:cubicBezTo>
                <a:lnTo>
                  <a:pt x="8612037" y="9150671"/>
                </a:lnTo>
                <a:cubicBezTo>
                  <a:pt x="8611369" y="9155162"/>
                  <a:pt x="8610035" y="9164147"/>
                  <a:pt x="8600521" y="9166922"/>
                </a:cubicBezTo>
                <a:cubicBezTo>
                  <a:pt x="8601855" y="9157938"/>
                  <a:pt x="8603190" y="9148953"/>
                  <a:pt x="8605192" y="9135476"/>
                </a:cubicBezTo>
                <a:cubicBezTo>
                  <a:pt x="8596344" y="9133758"/>
                  <a:pt x="8595008" y="9142742"/>
                  <a:pt x="8595008" y="9142742"/>
                </a:cubicBezTo>
                <a:lnTo>
                  <a:pt x="8599013" y="9115789"/>
                </a:lnTo>
                <a:lnTo>
                  <a:pt x="8601015" y="9102312"/>
                </a:lnTo>
                <a:cubicBezTo>
                  <a:pt x="8601682" y="9097819"/>
                  <a:pt x="8609864" y="9104031"/>
                  <a:pt x="8611199" y="9095046"/>
                </a:cubicBezTo>
                <a:cubicBezTo>
                  <a:pt x="8611533" y="9092798"/>
                  <a:pt x="8612033" y="9089430"/>
                  <a:pt x="8612367" y="9087183"/>
                </a:cubicBezTo>
                <a:lnTo>
                  <a:pt x="8612533" y="9086061"/>
                </a:lnTo>
                <a:lnTo>
                  <a:pt x="8611422" y="9083967"/>
                </a:lnTo>
                <a:cubicBezTo>
                  <a:pt x="8608995" y="9083064"/>
                  <a:pt x="8603518" y="9085466"/>
                  <a:pt x="8603017" y="9088835"/>
                </a:cubicBezTo>
                <a:cubicBezTo>
                  <a:pt x="8603685" y="9084342"/>
                  <a:pt x="8603685" y="9084342"/>
                  <a:pt x="8604352" y="9079850"/>
                </a:cubicBezTo>
                <a:cubicBezTo>
                  <a:pt x="8605019" y="9075359"/>
                  <a:pt x="8606353" y="9066373"/>
                  <a:pt x="8607021" y="9061881"/>
                </a:cubicBezTo>
                <a:cubicBezTo>
                  <a:pt x="8607688" y="9057390"/>
                  <a:pt x="8607688" y="9057390"/>
                  <a:pt x="8607688" y="9057390"/>
                </a:cubicBezTo>
                <a:cubicBezTo>
                  <a:pt x="8608356" y="9052897"/>
                  <a:pt x="8610359" y="9039420"/>
                  <a:pt x="8602179" y="9033210"/>
                </a:cubicBezTo>
                <a:cubicBezTo>
                  <a:pt x="8602179" y="9033210"/>
                  <a:pt x="8602846" y="9028718"/>
                  <a:pt x="8602846" y="9028718"/>
                </a:cubicBezTo>
                <a:cubicBezTo>
                  <a:pt x="8611693" y="9030435"/>
                  <a:pt x="8611693" y="9030435"/>
                  <a:pt x="8612360" y="9025943"/>
                </a:cubicBezTo>
                <a:cubicBezTo>
                  <a:pt x="8613027" y="9021451"/>
                  <a:pt x="8614362" y="9012467"/>
                  <a:pt x="8615030" y="9007976"/>
                </a:cubicBezTo>
                <a:cubicBezTo>
                  <a:pt x="8617032" y="8994497"/>
                  <a:pt x="8620369" y="8972035"/>
                  <a:pt x="8623040" y="8954068"/>
                </a:cubicBezTo>
                <a:cubicBezTo>
                  <a:pt x="8625041" y="8940589"/>
                  <a:pt x="8626375" y="8931605"/>
                  <a:pt x="8628378" y="8918129"/>
                </a:cubicBezTo>
                <a:cubicBezTo>
                  <a:pt x="8638562" y="8910861"/>
                  <a:pt x="8640563" y="8897384"/>
                  <a:pt x="8633716" y="8882190"/>
                </a:cubicBezTo>
                <a:cubicBezTo>
                  <a:pt x="8643900" y="8874924"/>
                  <a:pt x="8644568" y="8870432"/>
                  <a:pt x="8643900" y="8874924"/>
                </a:cubicBezTo>
                <a:cubicBezTo>
                  <a:pt x="8643233" y="8879416"/>
                  <a:pt x="8643233" y="8879416"/>
                  <a:pt x="8643233" y="8879416"/>
                </a:cubicBezTo>
                <a:cubicBezTo>
                  <a:pt x="8642566" y="8883908"/>
                  <a:pt x="8642566" y="8883908"/>
                  <a:pt x="8641898" y="8888401"/>
                </a:cubicBezTo>
                <a:cubicBezTo>
                  <a:pt x="8640563" y="8897384"/>
                  <a:pt x="8641230" y="8892894"/>
                  <a:pt x="8640563" y="8897384"/>
                </a:cubicBezTo>
                <a:cubicBezTo>
                  <a:pt x="8639896" y="8901877"/>
                  <a:pt x="8639896" y="8901877"/>
                  <a:pt x="8639896" y="8901877"/>
                </a:cubicBezTo>
                <a:cubicBezTo>
                  <a:pt x="8639896" y="8901877"/>
                  <a:pt x="8648743" y="8903593"/>
                  <a:pt x="8648743" y="8903593"/>
                </a:cubicBezTo>
                <a:cubicBezTo>
                  <a:pt x="8648743" y="8903593"/>
                  <a:pt x="8649411" y="8899102"/>
                  <a:pt x="8649411" y="8899102"/>
                </a:cubicBezTo>
                <a:cubicBezTo>
                  <a:pt x="8649411" y="8899102"/>
                  <a:pt x="8650745" y="8890119"/>
                  <a:pt x="8650745" y="8890119"/>
                </a:cubicBezTo>
                <a:cubicBezTo>
                  <a:pt x="8651413" y="8885625"/>
                  <a:pt x="8651413" y="8885625"/>
                  <a:pt x="8652080" y="8881133"/>
                </a:cubicBezTo>
                <a:lnTo>
                  <a:pt x="8655417" y="8858673"/>
                </a:lnTo>
                <a:cubicBezTo>
                  <a:pt x="8653414" y="8872148"/>
                  <a:pt x="8644568" y="8870432"/>
                  <a:pt x="8637053" y="8859728"/>
                </a:cubicBezTo>
                <a:lnTo>
                  <a:pt x="8635718" y="8868713"/>
                </a:lnTo>
                <a:cubicBezTo>
                  <a:pt x="8626872" y="8866994"/>
                  <a:pt x="8628206" y="8858011"/>
                  <a:pt x="8629541" y="8849026"/>
                </a:cubicBezTo>
                <a:cubicBezTo>
                  <a:pt x="8629541" y="8849026"/>
                  <a:pt x="8630209" y="8844535"/>
                  <a:pt x="8630209" y="8844535"/>
                </a:cubicBezTo>
                <a:lnTo>
                  <a:pt x="8630877" y="8840042"/>
                </a:lnTo>
                <a:cubicBezTo>
                  <a:pt x="8630877" y="8840042"/>
                  <a:pt x="8631543" y="8835549"/>
                  <a:pt x="8631543" y="8835549"/>
                </a:cubicBezTo>
                <a:lnTo>
                  <a:pt x="8634213" y="8817580"/>
                </a:lnTo>
                <a:cubicBezTo>
                  <a:pt x="8625364" y="8815861"/>
                  <a:pt x="8627366" y="8802384"/>
                  <a:pt x="8626698" y="8806877"/>
                </a:cubicBezTo>
                <a:cubicBezTo>
                  <a:pt x="8619855" y="8791682"/>
                  <a:pt x="8629369" y="8788908"/>
                  <a:pt x="8632705" y="8766446"/>
                </a:cubicBezTo>
                <a:cubicBezTo>
                  <a:pt x="8632705" y="8766446"/>
                  <a:pt x="8633372" y="8761955"/>
                  <a:pt x="8634040" y="8757463"/>
                </a:cubicBezTo>
                <a:cubicBezTo>
                  <a:pt x="8634707" y="8752968"/>
                  <a:pt x="8625861" y="8751250"/>
                  <a:pt x="8626528" y="8746759"/>
                </a:cubicBezTo>
                <a:cubicBezTo>
                  <a:pt x="8638045" y="8730508"/>
                  <a:pt x="8640713" y="8712540"/>
                  <a:pt x="8643384" y="8694569"/>
                </a:cubicBezTo>
                <a:cubicBezTo>
                  <a:pt x="8644718" y="8685584"/>
                  <a:pt x="8644051" y="8690076"/>
                  <a:pt x="8645385" y="8681094"/>
                </a:cubicBezTo>
                <a:cubicBezTo>
                  <a:pt x="8647387" y="8667615"/>
                  <a:pt x="8634536" y="8692852"/>
                  <a:pt x="8634536" y="8692852"/>
                </a:cubicBezTo>
                <a:cubicBezTo>
                  <a:pt x="8633869" y="8697345"/>
                  <a:pt x="8624353" y="8700119"/>
                  <a:pt x="8623686" y="8704610"/>
                </a:cubicBezTo>
                <a:cubicBezTo>
                  <a:pt x="8632535" y="8706328"/>
                  <a:pt x="8631867" y="8710821"/>
                  <a:pt x="8631200" y="8715313"/>
                </a:cubicBezTo>
                <a:cubicBezTo>
                  <a:pt x="8630532" y="8719806"/>
                  <a:pt x="8629197" y="8728790"/>
                  <a:pt x="8628530" y="8733284"/>
                </a:cubicBezTo>
                <a:cubicBezTo>
                  <a:pt x="8627863" y="8737776"/>
                  <a:pt x="8627196" y="8742267"/>
                  <a:pt x="8625422" y="8746544"/>
                </a:cubicBezTo>
                <a:lnTo>
                  <a:pt x="8615677" y="8758519"/>
                </a:lnTo>
                <a:lnTo>
                  <a:pt x="8615593" y="8759079"/>
                </a:lnTo>
                <a:cubicBezTo>
                  <a:pt x="8615344" y="8760764"/>
                  <a:pt x="8615009" y="8763011"/>
                  <a:pt x="8615009" y="8763011"/>
                </a:cubicBezTo>
                <a:cubicBezTo>
                  <a:pt x="8614342" y="8767501"/>
                  <a:pt x="8614342" y="8767501"/>
                  <a:pt x="8614342" y="8767501"/>
                </a:cubicBezTo>
                <a:lnTo>
                  <a:pt x="8613674" y="8771996"/>
                </a:lnTo>
                <a:cubicBezTo>
                  <a:pt x="8604828" y="8770277"/>
                  <a:pt x="8602826" y="8783754"/>
                  <a:pt x="8604828" y="8770277"/>
                </a:cubicBezTo>
                <a:cubicBezTo>
                  <a:pt x="8603493" y="8779263"/>
                  <a:pt x="8603493" y="8779263"/>
                  <a:pt x="8602826" y="8783754"/>
                </a:cubicBezTo>
                <a:cubicBezTo>
                  <a:pt x="8601492" y="8792738"/>
                  <a:pt x="8602159" y="8788245"/>
                  <a:pt x="8600824" y="8797231"/>
                </a:cubicBezTo>
                <a:lnTo>
                  <a:pt x="8600157" y="8801724"/>
                </a:lnTo>
                <a:cubicBezTo>
                  <a:pt x="8591976" y="8795512"/>
                  <a:pt x="8598822" y="8810707"/>
                  <a:pt x="8590640" y="8804497"/>
                </a:cubicBezTo>
                <a:cubicBezTo>
                  <a:pt x="8589973" y="8808989"/>
                  <a:pt x="8588638" y="8817974"/>
                  <a:pt x="8588638" y="8817974"/>
                </a:cubicBezTo>
                <a:cubicBezTo>
                  <a:pt x="8589305" y="8813482"/>
                  <a:pt x="8579789" y="8816256"/>
                  <a:pt x="8579789" y="8816256"/>
                </a:cubicBezTo>
                <a:cubicBezTo>
                  <a:pt x="8580458" y="8811764"/>
                  <a:pt x="8581124" y="8807270"/>
                  <a:pt x="8581791" y="8802778"/>
                </a:cubicBezTo>
                <a:cubicBezTo>
                  <a:pt x="8582459" y="8798286"/>
                  <a:pt x="8583794" y="8789302"/>
                  <a:pt x="8583794" y="8789302"/>
                </a:cubicBezTo>
                <a:cubicBezTo>
                  <a:pt x="8585129" y="8780317"/>
                  <a:pt x="8585129" y="8780317"/>
                  <a:pt x="8586462" y="8771332"/>
                </a:cubicBezTo>
                <a:cubicBezTo>
                  <a:pt x="8587129" y="8766842"/>
                  <a:pt x="8578284" y="8765124"/>
                  <a:pt x="8578284" y="8765124"/>
                </a:cubicBezTo>
                <a:lnTo>
                  <a:pt x="8576281" y="8778598"/>
                </a:lnTo>
                <a:cubicBezTo>
                  <a:pt x="8568099" y="8772388"/>
                  <a:pt x="8566765" y="8781372"/>
                  <a:pt x="8567433" y="8776881"/>
                </a:cubicBezTo>
                <a:lnTo>
                  <a:pt x="8568828" y="8771870"/>
                </a:lnTo>
                <a:lnTo>
                  <a:pt x="8570488" y="8772710"/>
                </a:lnTo>
                <a:lnTo>
                  <a:pt x="8570092" y="8767323"/>
                </a:lnTo>
                <a:lnTo>
                  <a:pt x="8579636" y="8733032"/>
                </a:lnTo>
                <a:lnTo>
                  <a:pt x="8574106" y="8731957"/>
                </a:lnTo>
                <a:lnTo>
                  <a:pt x="8576651" y="8731216"/>
                </a:lnTo>
                <a:lnTo>
                  <a:pt x="8576494" y="8732278"/>
                </a:lnTo>
                <a:lnTo>
                  <a:pt x="8580215" y="8730956"/>
                </a:lnTo>
                <a:lnTo>
                  <a:pt x="8579636" y="8733032"/>
                </a:lnTo>
                <a:lnTo>
                  <a:pt x="8582955" y="8733676"/>
                </a:lnTo>
                <a:lnTo>
                  <a:pt x="8583535" y="8729776"/>
                </a:lnTo>
                <a:lnTo>
                  <a:pt x="8584903" y="8729289"/>
                </a:lnTo>
                <a:cubicBezTo>
                  <a:pt x="8586343" y="8727257"/>
                  <a:pt x="8586675" y="8725012"/>
                  <a:pt x="8586675" y="8725012"/>
                </a:cubicBezTo>
                <a:lnTo>
                  <a:pt x="8588549" y="8712405"/>
                </a:lnTo>
                <a:lnTo>
                  <a:pt x="8594471" y="8717425"/>
                </a:lnTo>
                <a:cubicBezTo>
                  <a:pt x="8595139" y="8712933"/>
                  <a:pt x="8596474" y="8703948"/>
                  <a:pt x="8597141" y="8699455"/>
                </a:cubicBezTo>
                <a:cubicBezTo>
                  <a:pt x="8596474" y="8703948"/>
                  <a:pt x="8595806" y="8708441"/>
                  <a:pt x="8603988" y="8714651"/>
                </a:cubicBezTo>
                <a:cubicBezTo>
                  <a:pt x="8606657" y="8696682"/>
                  <a:pt x="8608659" y="8683204"/>
                  <a:pt x="8611328" y="8665235"/>
                </a:cubicBezTo>
                <a:cubicBezTo>
                  <a:pt x="8611328" y="8665235"/>
                  <a:pt x="8611997" y="8660743"/>
                  <a:pt x="8620846" y="8662461"/>
                </a:cubicBezTo>
                <a:lnTo>
                  <a:pt x="8621513" y="8657969"/>
                </a:lnTo>
                <a:cubicBezTo>
                  <a:pt x="8613331" y="8651759"/>
                  <a:pt x="8611997" y="8660743"/>
                  <a:pt x="8615333" y="8638281"/>
                </a:cubicBezTo>
                <a:cubicBezTo>
                  <a:pt x="8615333" y="8638281"/>
                  <a:pt x="8606484" y="8636563"/>
                  <a:pt x="8606484" y="8636563"/>
                </a:cubicBezTo>
                <a:cubicBezTo>
                  <a:pt x="8607151" y="8632072"/>
                  <a:pt x="8608486" y="8623087"/>
                  <a:pt x="8609154" y="8618594"/>
                </a:cubicBezTo>
                <a:cubicBezTo>
                  <a:pt x="8609154" y="8618594"/>
                  <a:pt x="8608820" y="8620840"/>
                  <a:pt x="8607548" y="8621749"/>
                </a:cubicBezTo>
                <a:lnTo>
                  <a:pt x="8602520" y="8618365"/>
                </a:lnTo>
                <a:lnTo>
                  <a:pt x="8608699" y="8576767"/>
                </a:lnTo>
                <a:lnTo>
                  <a:pt x="8612036" y="8554306"/>
                </a:lnTo>
                <a:cubicBezTo>
                  <a:pt x="8611368" y="8558797"/>
                  <a:pt x="8610034" y="8567781"/>
                  <a:pt x="8600520" y="8570557"/>
                </a:cubicBezTo>
                <a:cubicBezTo>
                  <a:pt x="8601854" y="8561571"/>
                  <a:pt x="8603190" y="8552587"/>
                  <a:pt x="8605191" y="8539110"/>
                </a:cubicBezTo>
                <a:cubicBezTo>
                  <a:pt x="8596343" y="8537393"/>
                  <a:pt x="8595008" y="8546377"/>
                  <a:pt x="8595008" y="8546377"/>
                </a:cubicBezTo>
                <a:lnTo>
                  <a:pt x="8599011" y="8519424"/>
                </a:lnTo>
                <a:lnTo>
                  <a:pt x="8601014" y="8505947"/>
                </a:lnTo>
                <a:cubicBezTo>
                  <a:pt x="8601682" y="8501454"/>
                  <a:pt x="8609863" y="8507664"/>
                  <a:pt x="8611198" y="8498679"/>
                </a:cubicBezTo>
                <a:cubicBezTo>
                  <a:pt x="8611532" y="8496432"/>
                  <a:pt x="8612032" y="8493063"/>
                  <a:pt x="8612365" y="8490818"/>
                </a:cubicBezTo>
                <a:lnTo>
                  <a:pt x="8612532" y="8489696"/>
                </a:lnTo>
                <a:lnTo>
                  <a:pt x="8611422" y="8487601"/>
                </a:lnTo>
                <a:cubicBezTo>
                  <a:pt x="8608995" y="8486697"/>
                  <a:pt x="8603518" y="8489099"/>
                  <a:pt x="8603016" y="8492468"/>
                </a:cubicBezTo>
                <a:cubicBezTo>
                  <a:pt x="8603684" y="8487977"/>
                  <a:pt x="8603684" y="8487977"/>
                  <a:pt x="8604350" y="8483485"/>
                </a:cubicBezTo>
                <a:cubicBezTo>
                  <a:pt x="8605018" y="8478992"/>
                  <a:pt x="8606353" y="8470007"/>
                  <a:pt x="8607021" y="8465515"/>
                </a:cubicBezTo>
                <a:cubicBezTo>
                  <a:pt x="8607688" y="8461024"/>
                  <a:pt x="8607688" y="8461024"/>
                  <a:pt x="8607688" y="8461024"/>
                </a:cubicBezTo>
                <a:cubicBezTo>
                  <a:pt x="8608356" y="8456531"/>
                  <a:pt x="8610358" y="8443055"/>
                  <a:pt x="8602178" y="8436843"/>
                </a:cubicBezTo>
                <a:cubicBezTo>
                  <a:pt x="8602178" y="8436843"/>
                  <a:pt x="8602846" y="8432352"/>
                  <a:pt x="8602846" y="8432352"/>
                </a:cubicBezTo>
                <a:cubicBezTo>
                  <a:pt x="8611693" y="8434070"/>
                  <a:pt x="8611693" y="8434070"/>
                  <a:pt x="8612359" y="8429576"/>
                </a:cubicBezTo>
                <a:cubicBezTo>
                  <a:pt x="8613027" y="8425086"/>
                  <a:pt x="8614362" y="8416100"/>
                  <a:pt x="8615029" y="8411610"/>
                </a:cubicBezTo>
                <a:cubicBezTo>
                  <a:pt x="8617032" y="8398131"/>
                  <a:pt x="8620368" y="8375669"/>
                  <a:pt x="8623039" y="8357702"/>
                </a:cubicBezTo>
                <a:cubicBezTo>
                  <a:pt x="8625040" y="8344223"/>
                  <a:pt x="8626374" y="8335238"/>
                  <a:pt x="8628377" y="8321762"/>
                </a:cubicBezTo>
                <a:cubicBezTo>
                  <a:pt x="8638561" y="8314495"/>
                  <a:pt x="8640562" y="8301019"/>
                  <a:pt x="8633716" y="8285823"/>
                </a:cubicBezTo>
                <a:cubicBezTo>
                  <a:pt x="8643899" y="8278558"/>
                  <a:pt x="8644567" y="8274066"/>
                  <a:pt x="8643899" y="8278558"/>
                </a:cubicBezTo>
                <a:cubicBezTo>
                  <a:pt x="8643232" y="8283051"/>
                  <a:pt x="8643232" y="8283051"/>
                  <a:pt x="8643232" y="8283051"/>
                </a:cubicBezTo>
                <a:cubicBezTo>
                  <a:pt x="8642565" y="8287541"/>
                  <a:pt x="8642565" y="8287541"/>
                  <a:pt x="8641897" y="8292034"/>
                </a:cubicBezTo>
                <a:cubicBezTo>
                  <a:pt x="8640562" y="8301019"/>
                  <a:pt x="8641230" y="8296528"/>
                  <a:pt x="8640562" y="8301019"/>
                </a:cubicBezTo>
                <a:cubicBezTo>
                  <a:pt x="8639895" y="8305512"/>
                  <a:pt x="8639895" y="8305512"/>
                  <a:pt x="8639895" y="8305512"/>
                </a:cubicBezTo>
                <a:cubicBezTo>
                  <a:pt x="8639895" y="8305512"/>
                  <a:pt x="8648742" y="8307227"/>
                  <a:pt x="8648742" y="8307227"/>
                </a:cubicBezTo>
                <a:cubicBezTo>
                  <a:pt x="8648742" y="8307227"/>
                  <a:pt x="8649409" y="8302737"/>
                  <a:pt x="8649409" y="8302737"/>
                </a:cubicBezTo>
                <a:cubicBezTo>
                  <a:pt x="8649409" y="8302737"/>
                  <a:pt x="8650744" y="8293752"/>
                  <a:pt x="8650744" y="8293752"/>
                </a:cubicBezTo>
                <a:cubicBezTo>
                  <a:pt x="8651412" y="8289260"/>
                  <a:pt x="8651412" y="8289260"/>
                  <a:pt x="8652079" y="8284768"/>
                </a:cubicBezTo>
                <a:lnTo>
                  <a:pt x="8655416" y="8262306"/>
                </a:lnTo>
                <a:cubicBezTo>
                  <a:pt x="8653413" y="8275783"/>
                  <a:pt x="8644567" y="8274066"/>
                  <a:pt x="8637053" y="8263363"/>
                </a:cubicBezTo>
                <a:lnTo>
                  <a:pt x="8635718" y="8272346"/>
                </a:lnTo>
                <a:cubicBezTo>
                  <a:pt x="8626871" y="8270629"/>
                  <a:pt x="8628206" y="8261644"/>
                  <a:pt x="8629540" y="8252659"/>
                </a:cubicBezTo>
                <a:cubicBezTo>
                  <a:pt x="8629540" y="8252659"/>
                  <a:pt x="8630209" y="8248168"/>
                  <a:pt x="8630209" y="8248168"/>
                </a:cubicBezTo>
                <a:lnTo>
                  <a:pt x="8630876" y="8243676"/>
                </a:lnTo>
                <a:cubicBezTo>
                  <a:pt x="8630876" y="8243676"/>
                  <a:pt x="8631543" y="8239183"/>
                  <a:pt x="8631543" y="8239183"/>
                </a:cubicBezTo>
                <a:lnTo>
                  <a:pt x="8634212" y="8221215"/>
                </a:lnTo>
                <a:cubicBezTo>
                  <a:pt x="8625362" y="8219495"/>
                  <a:pt x="8627365" y="8206018"/>
                  <a:pt x="8626698" y="8210511"/>
                </a:cubicBezTo>
                <a:cubicBezTo>
                  <a:pt x="8619854" y="8195317"/>
                  <a:pt x="8629368" y="8192541"/>
                  <a:pt x="8632704" y="8170081"/>
                </a:cubicBezTo>
                <a:cubicBezTo>
                  <a:pt x="8632704" y="8170081"/>
                  <a:pt x="8633372" y="8165588"/>
                  <a:pt x="8634039" y="8161096"/>
                </a:cubicBezTo>
                <a:cubicBezTo>
                  <a:pt x="8634707" y="8156603"/>
                  <a:pt x="8625859" y="8154885"/>
                  <a:pt x="8626527" y="8150392"/>
                </a:cubicBezTo>
                <a:cubicBezTo>
                  <a:pt x="8638044" y="8134141"/>
                  <a:pt x="8640713" y="8116173"/>
                  <a:pt x="8643383" y="8098204"/>
                </a:cubicBezTo>
                <a:cubicBezTo>
                  <a:pt x="8644717" y="8089219"/>
                  <a:pt x="8644049" y="8093710"/>
                  <a:pt x="8645384" y="8084727"/>
                </a:cubicBezTo>
                <a:cubicBezTo>
                  <a:pt x="8647386" y="8071250"/>
                  <a:pt x="8634535" y="8096485"/>
                  <a:pt x="8634535" y="8096485"/>
                </a:cubicBezTo>
                <a:cubicBezTo>
                  <a:pt x="8633868" y="8100978"/>
                  <a:pt x="8624352" y="8103752"/>
                  <a:pt x="8623684" y="8108245"/>
                </a:cubicBezTo>
                <a:cubicBezTo>
                  <a:pt x="8632534" y="8109962"/>
                  <a:pt x="8631866" y="8114455"/>
                  <a:pt x="8631199" y="8118947"/>
                </a:cubicBezTo>
                <a:cubicBezTo>
                  <a:pt x="8630531" y="8123441"/>
                  <a:pt x="8629197" y="8132423"/>
                  <a:pt x="8628529" y="8136917"/>
                </a:cubicBezTo>
                <a:cubicBezTo>
                  <a:pt x="8627862" y="8141409"/>
                  <a:pt x="8627194" y="8145902"/>
                  <a:pt x="8625421" y="8150179"/>
                </a:cubicBezTo>
                <a:lnTo>
                  <a:pt x="8615676" y="8162152"/>
                </a:lnTo>
                <a:lnTo>
                  <a:pt x="8615593" y="8162713"/>
                </a:lnTo>
                <a:cubicBezTo>
                  <a:pt x="8615343" y="8164399"/>
                  <a:pt x="8615009" y="8166645"/>
                  <a:pt x="8615009" y="8166645"/>
                </a:cubicBezTo>
                <a:cubicBezTo>
                  <a:pt x="8614341" y="8171136"/>
                  <a:pt x="8614341" y="8171136"/>
                  <a:pt x="8614341" y="8171136"/>
                </a:cubicBezTo>
                <a:lnTo>
                  <a:pt x="8613673" y="8175629"/>
                </a:lnTo>
                <a:cubicBezTo>
                  <a:pt x="8604827" y="8173912"/>
                  <a:pt x="8602825" y="8187389"/>
                  <a:pt x="8604827" y="8173912"/>
                </a:cubicBezTo>
                <a:cubicBezTo>
                  <a:pt x="8603492" y="8182896"/>
                  <a:pt x="8603492" y="8182896"/>
                  <a:pt x="8602825" y="8187389"/>
                </a:cubicBezTo>
                <a:cubicBezTo>
                  <a:pt x="8601491" y="8196373"/>
                  <a:pt x="8602158" y="8191880"/>
                  <a:pt x="8600823" y="8200864"/>
                </a:cubicBezTo>
                <a:lnTo>
                  <a:pt x="8600156" y="8205357"/>
                </a:lnTo>
                <a:cubicBezTo>
                  <a:pt x="8591975" y="8199145"/>
                  <a:pt x="8598820" y="8214342"/>
                  <a:pt x="8590640" y="8208131"/>
                </a:cubicBezTo>
                <a:cubicBezTo>
                  <a:pt x="8589972" y="8212622"/>
                  <a:pt x="8588637" y="8221609"/>
                  <a:pt x="8588637" y="8221609"/>
                </a:cubicBezTo>
                <a:cubicBezTo>
                  <a:pt x="8589304" y="8217115"/>
                  <a:pt x="8579788" y="8219889"/>
                  <a:pt x="8579788" y="8219889"/>
                </a:cubicBezTo>
                <a:cubicBezTo>
                  <a:pt x="8580457" y="8215397"/>
                  <a:pt x="8581123" y="8210903"/>
                  <a:pt x="8581791" y="8206413"/>
                </a:cubicBezTo>
                <a:cubicBezTo>
                  <a:pt x="8582458" y="8201921"/>
                  <a:pt x="8583793" y="8192935"/>
                  <a:pt x="8583793" y="8192935"/>
                </a:cubicBezTo>
                <a:cubicBezTo>
                  <a:pt x="8585128" y="8183951"/>
                  <a:pt x="8585128" y="8183951"/>
                  <a:pt x="8586462" y="8174967"/>
                </a:cubicBezTo>
                <a:cubicBezTo>
                  <a:pt x="8587129" y="8170475"/>
                  <a:pt x="8578283" y="8168757"/>
                  <a:pt x="8578283" y="8168757"/>
                </a:cubicBezTo>
                <a:lnTo>
                  <a:pt x="8576280" y="8182233"/>
                </a:lnTo>
                <a:cubicBezTo>
                  <a:pt x="8568099" y="8176023"/>
                  <a:pt x="8566764" y="8185006"/>
                  <a:pt x="8567432" y="8180514"/>
                </a:cubicBezTo>
                <a:lnTo>
                  <a:pt x="8579636" y="8136665"/>
                </a:lnTo>
                <a:lnTo>
                  <a:pt x="8574105" y="8135592"/>
                </a:lnTo>
                <a:lnTo>
                  <a:pt x="8580451" y="8133743"/>
                </a:lnTo>
                <a:lnTo>
                  <a:pt x="8586959" y="8110357"/>
                </a:lnTo>
                <a:cubicBezTo>
                  <a:pt x="8586959" y="8110357"/>
                  <a:pt x="8585623" y="8119342"/>
                  <a:pt x="8594471" y="8121059"/>
                </a:cubicBezTo>
                <a:cubicBezTo>
                  <a:pt x="8595139" y="8116567"/>
                  <a:pt x="8596473" y="8107583"/>
                  <a:pt x="8597140" y="8103090"/>
                </a:cubicBezTo>
                <a:cubicBezTo>
                  <a:pt x="8596473" y="8107583"/>
                  <a:pt x="8595806" y="8112075"/>
                  <a:pt x="8603987" y="8118285"/>
                </a:cubicBezTo>
                <a:cubicBezTo>
                  <a:pt x="8606657" y="8100315"/>
                  <a:pt x="8608659" y="8086838"/>
                  <a:pt x="8611328" y="8068869"/>
                </a:cubicBezTo>
                <a:cubicBezTo>
                  <a:pt x="8611328" y="8068869"/>
                  <a:pt x="8611996" y="8064378"/>
                  <a:pt x="8620845" y="8066096"/>
                </a:cubicBezTo>
                <a:lnTo>
                  <a:pt x="8621512" y="8061603"/>
                </a:lnTo>
                <a:cubicBezTo>
                  <a:pt x="8613329" y="8055394"/>
                  <a:pt x="8611996" y="8064378"/>
                  <a:pt x="8615332" y="8041916"/>
                </a:cubicBezTo>
                <a:cubicBezTo>
                  <a:pt x="8615332" y="8041916"/>
                  <a:pt x="8606483" y="8040198"/>
                  <a:pt x="8606483" y="8040198"/>
                </a:cubicBezTo>
                <a:cubicBezTo>
                  <a:pt x="8607151" y="8035705"/>
                  <a:pt x="8608486" y="8026721"/>
                  <a:pt x="8609154" y="8022227"/>
                </a:cubicBezTo>
                <a:cubicBezTo>
                  <a:pt x="8609154" y="8022227"/>
                  <a:pt x="8607819" y="8031212"/>
                  <a:pt x="8600307" y="8020511"/>
                </a:cubicBezTo>
                <a:cubicBezTo>
                  <a:pt x="8599639" y="8025003"/>
                  <a:pt x="8598972" y="8029496"/>
                  <a:pt x="8590122" y="8027776"/>
                </a:cubicBezTo>
                <a:lnTo>
                  <a:pt x="8590790" y="8023285"/>
                </a:lnTo>
                <a:lnTo>
                  <a:pt x="8588243" y="8025101"/>
                </a:lnTo>
                <a:lnTo>
                  <a:pt x="8578607" y="8044028"/>
                </a:lnTo>
                <a:cubicBezTo>
                  <a:pt x="8578607" y="8044028"/>
                  <a:pt x="8579941" y="8035043"/>
                  <a:pt x="8579941" y="8035043"/>
                </a:cubicBezTo>
                <a:cubicBezTo>
                  <a:pt x="8579941" y="8035043"/>
                  <a:pt x="8580609" y="8030552"/>
                  <a:pt x="8580609" y="8030552"/>
                </a:cubicBezTo>
                <a:lnTo>
                  <a:pt x="8588243" y="8025101"/>
                </a:lnTo>
                <a:lnTo>
                  <a:pt x="8591457" y="8018791"/>
                </a:lnTo>
                <a:cubicBezTo>
                  <a:pt x="8592124" y="8014299"/>
                  <a:pt x="8592124" y="8014299"/>
                  <a:pt x="8592124" y="8014299"/>
                </a:cubicBezTo>
                <a:cubicBezTo>
                  <a:pt x="8592124" y="8014299"/>
                  <a:pt x="8583278" y="8012582"/>
                  <a:pt x="8583278" y="8012582"/>
                </a:cubicBezTo>
                <a:lnTo>
                  <a:pt x="8583945" y="8008090"/>
                </a:lnTo>
                <a:lnTo>
                  <a:pt x="8584613" y="8003598"/>
                </a:lnTo>
                <a:lnTo>
                  <a:pt x="8585281" y="7999106"/>
                </a:lnTo>
                <a:cubicBezTo>
                  <a:pt x="8575764" y="8001879"/>
                  <a:pt x="8575096" y="8006372"/>
                  <a:pt x="8575764" y="8001879"/>
                </a:cubicBezTo>
                <a:cubicBezTo>
                  <a:pt x="8574429" y="8010864"/>
                  <a:pt x="8573762" y="8015357"/>
                  <a:pt x="8573094" y="8019848"/>
                </a:cubicBezTo>
                <a:cubicBezTo>
                  <a:pt x="8564915" y="8013638"/>
                  <a:pt x="8564247" y="8018131"/>
                  <a:pt x="8564915" y="8013638"/>
                </a:cubicBezTo>
                <a:cubicBezTo>
                  <a:pt x="8554065" y="8025396"/>
                  <a:pt x="8533032" y="8044422"/>
                  <a:pt x="8522848" y="8051688"/>
                </a:cubicBezTo>
                <a:cubicBezTo>
                  <a:pt x="8522848" y="8051688"/>
                  <a:pt x="8523515" y="8047195"/>
                  <a:pt x="8523515" y="8047195"/>
                </a:cubicBezTo>
                <a:cubicBezTo>
                  <a:pt x="8514001" y="8049970"/>
                  <a:pt x="8515336" y="8040986"/>
                  <a:pt x="8516671" y="8032000"/>
                </a:cubicBezTo>
                <a:cubicBezTo>
                  <a:pt x="8517337" y="8027508"/>
                  <a:pt x="8518672" y="8018524"/>
                  <a:pt x="8526852" y="8024734"/>
                </a:cubicBezTo>
                <a:cubicBezTo>
                  <a:pt x="8527519" y="8020242"/>
                  <a:pt x="8528187" y="8015749"/>
                  <a:pt x="8528853" y="8011257"/>
                </a:cubicBezTo>
                <a:cubicBezTo>
                  <a:pt x="8537703" y="8012977"/>
                  <a:pt x="8549220" y="7996725"/>
                  <a:pt x="8550556" y="7987740"/>
                </a:cubicBezTo>
                <a:cubicBezTo>
                  <a:pt x="8553226" y="7969772"/>
                  <a:pt x="8541707" y="7986021"/>
                  <a:pt x="8541707" y="7986021"/>
                </a:cubicBezTo>
                <a:cubicBezTo>
                  <a:pt x="8542374" y="7981531"/>
                  <a:pt x="8543041" y="7977038"/>
                  <a:pt x="8543709" y="7972545"/>
                </a:cubicBezTo>
                <a:cubicBezTo>
                  <a:pt x="8545044" y="7963561"/>
                  <a:pt x="8543709" y="7972545"/>
                  <a:pt x="8534193" y="7975320"/>
                </a:cubicBezTo>
                <a:cubicBezTo>
                  <a:pt x="8533526" y="7979812"/>
                  <a:pt x="8524011" y="7982585"/>
                  <a:pt x="8524011" y="7982585"/>
                </a:cubicBezTo>
                <a:cubicBezTo>
                  <a:pt x="8515830" y="7976375"/>
                  <a:pt x="8524678" y="7978094"/>
                  <a:pt x="8526014" y="7969109"/>
                </a:cubicBezTo>
                <a:cubicBezTo>
                  <a:pt x="8526014" y="7969109"/>
                  <a:pt x="8526014" y="7969109"/>
                  <a:pt x="8517165" y="7967390"/>
                </a:cubicBezTo>
                <a:cubicBezTo>
                  <a:pt x="8516497" y="7971882"/>
                  <a:pt x="8506316" y="7979150"/>
                  <a:pt x="8498134" y="7972940"/>
                </a:cubicBezTo>
                <a:cubicBezTo>
                  <a:pt x="8497467" y="7977431"/>
                  <a:pt x="8496800" y="7981924"/>
                  <a:pt x="8495465" y="7990909"/>
                </a:cubicBezTo>
                <a:cubicBezTo>
                  <a:pt x="8495465" y="7990909"/>
                  <a:pt x="8494798" y="7995400"/>
                  <a:pt x="8485950" y="7993681"/>
                </a:cubicBezTo>
                <a:cubicBezTo>
                  <a:pt x="8485283" y="7998173"/>
                  <a:pt x="8492128" y="8013370"/>
                  <a:pt x="8483948" y="8007158"/>
                </a:cubicBezTo>
                <a:lnTo>
                  <a:pt x="8485950" y="7993681"/>
                </a:lnTo>
                <a:lnTo>
                  <a:pt x="8486618" y="7989190"/>
                </a:lnTo>
                <a:cubicBezTo>
                  <a:pt x="8477102" y="7991965"/>
                  <a:pt x="8477769" y="7987472"/>
                  <a:pt x="8479103" y="7978486"/>
                </a:cubicBezTo>
                <a:cubicBezTo>
                  <a:pt x="8478437" y="7982980"/>
                  <a:pt x="8488621" y="7975713"/>
                  <a:pt x="8489955" y="7966729"/>
                </a:cubicBezTo>
                <a:cubicBezTo>
                  <a:pt x="8481106" y="7965010"/>
                  <a:pt x="8481106" y="7965010"/>
                  <a:pt x="8481773" y="7960517"/>
                </a:cubicBezTo>
                <a:cubicBezTo>
                  <a:pt x="8481106" y="7965010"/>
                  <a:pt x="8480439" y="7969503"/>
                  <a:pt x="8471592" y="7967784"/>
                </a:cubicBezTo>
                <a:cubicBezTo>
                  <a:pt x="8472260" y="7963293"/>
                  <a:pt x="8473593" y="7954308"/>
                  <a:pt x="8474928" y="7945324"/>
                </a:cubicBezTo>
                <a:cubicBezTo>
                  <a:pt x="8475596" y="7940831"/>
                  <a:pt x="8475596" y="7940831"/>
                  <a:pt x="8476264" y="7936339"/>
                </a:cubicBezTo>
                <a:cubicBezTo>
                  <a:pt x="8476931" y="7931846"/>
                  <a:pt x="8476931" y="7931846"/>
                  <a:pt x="8477598" y="7927355"/>
                </a:cubicBezTo>
                <a:cubicBezTo>
                  <a:pt x="8478933" y="7918369"/>
                  <a:pt x="8470084" y="7916650"/>
                  <a:pt x="8471419" y="7907666"/>
                </a:cubicBezTo>
                <a:lnTo>
                  <a:pt x="8470752" y="7912159"/>
                </a:lnTo>
                <a:cubicBezTo>
                  <a:pt x="8470752" y="7912159"/>
                  <a:pt x="8470752" y="7912159"/>
                  <a:pt x="8461903" y="7910440"/>
                </a:cubicBezTo>
                <a:lnTo>
                  <a:pt x="8460568" y="7919425"/>
                </a:lnTo>
                <a:cubicBezTo>
                  <a:pt x="8460568" y="7919425"/>
                  <a:pt x="8461236" y="7914932"/>
                  <a:pt x="8470084" y="7916650"/>
                </a:cubicBezTo>
                <a:cubicBezTo>
                  <a:pt x="8469417" y="7921143"/>
                  <a:pt x="8468749" y="7925636"/>
                  <a:pt x="8468082" y="7930128"/>
                </a:cubicBezTo>
                <a:cubicBezTo>
                  <a:pt x="8458566" y="7932902"/>
                  <a:pt x="8459233" y="7928410"/>
                  <a:pt x="8459233" y="7928410"/>
                </a:cubicBezTo>
                <a:cubicBezTo>
                  <a:pt x="8459233" y="7928410"/>
                  <a:pt x="8459901" y="7923917"/>
                  <a:pt x="8451054" y="7922200"/>
                </a:cubicBezTo>
                <a:cubicBezTo>
                  <a:pt x="8451054" y="7922200"/>
                  <a:pt x="8451054" y="7922200"/>
                  <a:pt x="8450386" y="7926692"/>
                </a:cubicBezTo>
                <a:cubicBezTo>
                  <a:pt x="8450386" y="7926692"/>
                  <a:pt x="8459233" y="7928410"/>
                  <a:pt x="8458566" y="7932902"/>
                </a:cubicBezTo>
                <a:cubicBezTo>
                  <a:pt x="8457898" y="7937394"/>
                  <a:pt x="8457064" y="7943011"/>
                  <a:pt x="8457253" y="7949402"/>
                </a:cubicBezTo>
                <a:lnTo>
                  <a:pt x="8460617" y="7964158"/>
                </a:lnTo>
                <a:lnTo>
                  <a:pt x="8461637" y="7965852"/>
                </a:lnTo>
                <a:cubicBezTo>
                  <a:pt x="8462409" y="7968313"/>
                  <a:pt x="8462076" y="7970558"/>
                  <a:pt x="8462076" y="7970558"/>
                </a:cubicBezTo>
                <a:lnTo>
                  <a:pt x="8460617" y="7964158"/>
                </a:lnTo>
                <a:lnTo>
                  <a:pt x="8459468" y="7962253"/>
                </a:lnTo>
                <a:cubicBezTo>
                  <a:pt x="8458349" y="7961169"/>
                  <a:pt x="8456773" y="7960285"/>
                  <a:pt x="8454562" y="7959856"/>
                </a:cubicBezTo>
                <a:cubicBezTo>
                  <a:pt x="8453227" y="7968840"/>
                  <a:pt x="8451892" y="7977824"/>
                  <a:pt x="8443046" y="7976107"/>
                </a:cubicBezTo>
                <a:cubicBezTo>
                  <a:pt x="8443713" y="7971615"/>
                  <a:pt x="8443713" y="7971615"/>
                  <a:pt x="8444380" y="7967121"/>
                </a:cubicBezTo>
                <a:cubicBezTo>
                  <a:pt x="8445047" y="7962629"/>
                  <a:pt x="8445047" y="7962629"/>
                  <a:pt x="8445047" y="7962629"/>
                </a:cubicBezTo>
                <a:cubicBezTo>
                  <a:pt x="8436866" y="7956420"/>
                  <a:pt x="8439535" y="7938450"/>
                  <a:pt x="8431356" y="7932239"/>
                </a:cubicBezTo>
                <a:lnTo>
                  <a:pt x="8430689" y="7936732"/>
                </a:lnTo>
                <a:cubicBezTo>
                  <a:pt x="8429354" y="7945717"/>
                  <a:pt x="8437532" y="7951928"/>
                  <a:pt x="8434863" y="7969896"/>
                </a:cubicBezTo>
                <a:cubicBezTo>
                  <a:pt x="8434197" y="7974388"/>
                  <a:pt x="8438373" y="8007552"/>
                  <a:pt x="8437038" y="8016538"/>
                </a:cubicBezTo>
                <a:cubicBezTo>
                  <a:pt x="8437706" y="8012045"/>
                  <a:pt x="8429525" y="8005835"/>
                  <a:pt x="8428857" y="8010327"/>
                </a:cubicBezTo>
                <a:lnTo>
                  <a:pt x="8430193" y="8001341"/>
                </a:lnTo>
                <a:lnTo>
                  <a:pt x="8430860" y="7996850"/>
                </a:lnTo>
                <a:lnTo>
                  <a:pt x="8432194" y="7987865"/>
                </a:lnTo>
                <a:cubicBezTo>
                  <a:pt x="8422680" y="7990641"/>
                  <a:pt x="8424683" y="7977164"/>
                  <a:pt x="8425350" y="7972671"/>
                </a:cubicBezTo>
                <a:cubicBezTo>
                  <a:pt x="8424683" y="7977164"/>
                  <a:pt x="8424683" y="7977164"/>
                  <a:pt x="8424015" y="7981654"/>
                </a:cubicBezTo>
                <a:cubicBezTo>
                  <a:pt x="8424015" y="7981654"/>
                  <a:pt x="8424683" y="7977164"/>
                  <a:pt x="8415833" y="7975445"/>
                </a:cubicBezTo>
                <a:cubicBezTo>
                  <a:pt x="8415166" y="7979936"/>
                  <a:pt x="8414666" y="7983307"/>
                  <a:pt x="8415438" y="7985768"/>
                </a:cubicBezTo>
                <a:lnTo>
                  <a:pt x="8421237" y="7989669"/>
                </a:lnTo>
                <a:lnTo>
                  <a:pt x="8420514" y="7994535"/>
                </a:lnTo>
                <a:lnTo>
                  <a:pt x="8423049" y="7991690"/>
                </a:lnTo>
                <a:lnTo>
                  <a:pt x="8422701" y="7998156"/>
                </a:lnTo>
                <a:cubicBezTo>
                  <a:pt x="8423057" y="8003424"/>
                  <a:pt x="8424434" y="8009468"/>
                  <a:pt x="8428190" y="8014819"/>
                </a:cubicBezTo>
                <a:cubicBezTo>
                  <a:pt x="8428190" y="8014819"/>
                  <a:pt x="8427522" y="8019312"/>
                  <a:pt x="8427522" y="8019312"/>
                </a:cubicBezTo>
                <a:cubicBezTo>
                  <a:pt x="8426855" y="8023804"/>
                  <a:pt x="8426855" y="8023804"/>
                  <a:pt x="8426855" y="8023804"/>
                </a:cubicBezTo>
                <a:cubicBezTo>
                  <a:pt x="8418676" y="8017594"/>
                  <a:pt x="8418676" y="8017594"/>
                  <a:pt x="8418676" y="8017594"/>
                </a:cubicBezTo>
                <a:cubicBezTo>
                  <a:pt x="8409159" y="8020368"/>
                  <a:pt x="8413164" y="7993414"/>
                  <a:pt x="8413832" y="7988922"/>
                </a:cubicBezTo>
                <a:cubicBezTo>
                  <a:pt x="8414498" y="7984429"/>
                  <a:pt x="8414498" y="7984429"/>
                  <a:pt x="8414498" y="7984429"/>
                </a:cubicBezTo>
                <a:cubicBezTo>
                  <a:pt x="8414498" y="7984429"/>
                  <a:pt x="8415166" y="7979936"/>
                  <a:pt x="8415166" y="7979936"/>
                </a:cubicBezTo>
                <a:cubicBezTo>
                  <a:pt x="8415166" y="7979936"/>
                  <a:pt x="8415166" y="7979936"/>
                  <a:pt x="8415833" y="7975445"/>
                </a:cubicBezTo>
                <a:cubicBezTo>
                  <a:pt x="8415833" y="7975445"/>
                  <a:pt x="8406986" y="7973727"/>
                  <a:pt x="8406986" y="7973727"/>
                </a:cubicBezTo>
                <a:cubicBezTo>
                  <a:pt x="8406986" y="7973727"/>
                  <a:pt x="8407654" y="7969234"/>
                  <a:pt x="8408988" y="7960249"/>
                </a:cubicBezTo>
                <a:cubicBezTo>
                  <a:pt x="8408988" y="7960249"/>
                  <a:pt x="8409656" y="7955758"/>
                  <a:pt x="8409656" y="7955758"/>
                </a:cubicBezTo>
                <a:cubicBezTo>
                  <a:pt x="8410323" y="7951266"/>
                  <a:pt x="8410991" y="7946772"/>
                  <a:pt x="8410991" y="7946772"/>
                </a:cubicBezTo>
                <a:cubicBezTo>
                  <a:pt x="8402809" y="7940563"/>
                  <a:pt x="8402809" y="7940563"/>
                  <a:pt x="8402809" y="7940563"/>
                </a:cubicBezTo>
                <a:cubicBezTo>
                  <a:pt x="8402142" y="7945054"/>
                  <a:pt x="8402142" y="7945054"/>
                  <a:pt x="8402142" y="7945054"/>
                </a:cubicBezTo>
                <a:cubicBezTo>
                  <a:pt x="8401474" y="7949547"/>
                  <a:pt x="8401474" y="7949547"/>
                  <a:pt x="8400807" y="7954040"/>
                </a:cubicBezTo>
                <a:lnTo>
                  <a:pt x="8400139" y="7958531"/>
                </a:lnTo>
                <a:cubicBezTo>
                  <a:pt x="8399472" y="7963023"/>
                  <a:pt x="8399472" y="7963023"/>
                  <a:pt x="8399472" y="7963023"/>
                </a:cubicBezTo>
                <a:cubicBezTo>
                  <a:pt x="8391293" y="7956814"/>
                  <a:pt x="8390626" y="7961306"/>
                  <a:pt x="8390626" y="7961306"/>
                </a:cubicBezTo>
                <a:cubicBezTo>
                  <a:pt x="8390626" y="7961306"/>
                  <a:pt x="8391293" y="7956814"/>
                  <a:pt x="8391293" y="7956814"/>
                </a:cubicBezTo>
                <a:lnTo>
                  <a:pt x="8392011" y="7951977"/>
                </a:lnTo>
                <a:lnTo>
                  <a:pt x="8398632" y="7953262"/>
                </a:lnTo>
                <a:cubicBezTo>
                  <a:pt x="8399680" y="7953465"/>
                  <a:pt x="8399680" y="7953465"/>
                  <a:pt x="8399680" y="7953465"/>
                </a:cubicBezTo>
                <a:cubicBezTo>
                  <a:pt x="8401016" y="7944468"/>
                  <a:pt x="8403021" y="7930974"/>
                  <a:pt x="8405026" y="7917478"/>
                </a:cubicBezTo>
                <a:lnTo>
                  <a:pt x="8406362" y="7908482"/>
                </a:lnTo>
                <a:cubicBezTo>
                  <a:pt x="8405026" y="7917478"/>
                  <a:pt x="8402095" y="7922696"/>
                  <a:pt x="8399082" y="7928475"/>
                </a:cubicBezTo>
                <a:lnTo>
                  <a:pt x="8392621" y="7947872"/>
                </a:lnTo>
                <a:lnTo>
                  <a:pt x="8392628" y="7947829"/>
                </a:lnTo>
                <a:lnTo>
                  <a:pt x="8386303" y="7946601"/>
                </a:lnTo>
                <a:lnTo>
                  <a:pt x="8385414" y="7941107"/>
                </a:lnTo>
                <a:lnTo>
                  <a:pt x="8386045" y="7936853"/>
                </a:lnTo>
                <a:lnTo>
                  <a:pt x="8384050" y="7932678"/>
                </a:lnTo>
                <a:lnTo>
                  <a:pt x="8382185" y="7921169"/>
                </a:lnTo>
                <a:cubicBezTo>
                  <a:pt x="8382853" y="7916677"/>
                  <a:pt x="8392367" y="7913902"/>
                  <a:pt x="8393034" y="7909410"/>
                </a:cubicBezTo>
                <a:lnTo>
                  <a:pt x="8389493" y="7908180"/>
                </a:lnTo>
                <a:lnTo>
                  <a:pt x="8393310" y="7897522"/>
                </a:lnTo>
                <a:lnTo>
                  <a:pt x="8392456" y="7878786"/>
                </a:lnTo>
                <a:cubicBezTo>
                  <a:pt x="8392122" y="7881042"/>
                  <a:pt x="8388255" y="7890736"/>
                  <a:pt x="8385737" y="7899530"/>
                </a:cubicBezTo>
                <a:lnTo>
                  <a:pt x="8385505" y="7900761"/>
                </a:lnTo>
                <a:lnTo>
                  <a:pt x="8385523" y="7898708"/>
                </a:lnTo>
                <a:lnTo>
                  <a:pt x="8381167" y="7887733"/>
                </a:lnTo>
                <a:lnTo>
                  <a:pt x="8381827" y="7883295"/>
                </a:lnTo>
                <a:lnTo>
                  <a:pt x="8390861" y="7862769"/>
                </a:lnTo>
                <a:cubicBezTo>
                  <a:pt x="8390861" y="7862769"/>
                  <a:pt x="8390861" y="7862769"/>
                  <a:pt x="8391529" y="7858277"/>
                </a:cubicBezTo>
                <a:cubicBezTo>
                  <a:pt x="8391529" y="7858277"/>
                  <a:pt x="8391529" y="7858277"/>
                  <a:pt x="8392196" y="7853784"/>
                </a:cubicBezTo>
                <a:cubicBezTo>
                  <a:pt x="8392196" y="7853784"/>
                  <a:pt x="8392863" y="7849292"/>
                  <a:pt x="8392863" y="7849292"/>
                </a:cubicBezTo>
                <a:cubicBezTo>
                  <a:pt x="8392863" y="7849292"/>
                  <a:pt x="8392863" y="7849292"/>
                  <a:pt x="8391758" y="7849076"/>
                </a:cubicBezTo>
                <a:lnTo>
                  <a:pt x="8387047" y="7848164"/>
                </a:lnTo>
                <a:lnTo>
                  <a:pt x="8390143" y="7827313"/>
                </a:lnTo>
                <a:cubicBezTo>
                  <a:pt x="8400995" y="7815557"/>
                  <a:pt x="8395483" y="7791376"/>
                  <a:pt x="8398152" y="7773405"/>
                </a:cubicBezTo>
                <a:cubicBezTo>
                  <a:pt x="8407001" y="7775124"/>
                  <a:pt x="8407001" y="7775124"/>
                  <a:pt x="8407669" y="7770633"/>
                </a:cubicBezTo>
                <a:cubicBezTo>
                  <a:pt x="8408336" y="7766141"/>
                  <a:pt x="8407669" y="7770633"/>
                  <a:pt x="8399487" y="7764422"/>
                </a:cubicBezTo>
                <a:cubicBezTo>
                  <a:pt x="8399821" y="7762176"/>
                  <a:pt x="8400822" y="7755437"/>
                  <a:pt x="8400467" y="7750168"/>
                </a:cubicBezTo>
                <a:lnTo>
                  <a:pt x="8398670" y="7748803"/>
                </a:lnTo>
                <a:lnTo>
                  <a:pt x="8398696" y="7748743"/>
                </a:lnTo>
                <a:cubicBezTo>
                  <a:pt x="8400031" y="7739759"/>
                  <a:pt x="8398653" y="7733714"/>
                  <a:pt x="8397276" y="7727670"/>
                </a:cubicBezTo>
                <a:lnTo>
                  <a:pt x="8396829" y="7721047"/>
                </a:lnTo>
                <a:lnTo>
                  <a:pt x="8398649" y="7708797"/>
                </a:lnTo>
                <a:cubicBezTo>
                  <a:pt x="8399317" y="7704304"/>
                  <a:pt x="8399317" y="7704304"/>
                  <a:pt x="8399983" y="7699812"/>
                </a:cubicBezTo>
                <a:cubicBezTo>
                  <a:pt x="8403988" y="7672860"/>
                  <a:pt x="8405990" y="7659380"/>
                  <a:pt x="8418173" y="7638638"/>
                </a:cubicBezTo>
                <a:cubicBezTo>
                  <a:pt x="8416171" y="7652116"/>
                  <a:pt x="8413502" y="7670083"/>
                  <a:pt x="8411499" y="7683562"/>
                </a:cubicBezTo>
                <a:cubicBezTo>
                  <a:pt x="8423685" y="7662815"/>
                  <a:pt x="8418173" y="7638638"/>
                  <a:pt x="8420176" y="7625159"/>
                </a:cubicBezTo>
                <a:cubicBezTo>
                  <a:pt x="8420843" y="7620669"/>
                  <a:pt x="8422845" y="7607192"/>
                  <a:pt x="8424847" y="7593714"/>
                </a:cubicBezTo>
                <a:cubicBezTo>
                  <a:pt x="8434364" y="7590939"/>
                  <a:pt x="8435699" y="7581955"/>
                  <a:pt x="8435699" y="7581955"/>
                </a:cubicBezTo>
                <a:cubicBezTo>
                  <a:pt x="8435031" y="7586448"/>
                  <a:pt x="8435031" y="7586448"/>
                  <a:pt x="8434364" y="7590939"/>
                </a:cubicBezTo>
                <a:cubicBezTo>
                  <a:pt x="8443880" y="7588167"/>
                  <a:pt x="8442546" y="7597152"/>
                  <a:pt x="8441878" y="7601643"/>
                </a:cubicBezTo>
                <a:cubicBezTo>
                  <a:pt x="8443213" y="7592659"/>
                  <a:pt x="8453394" y="7585391"/>
                  <a:pt x="8455396" y="7571915"/>
                </a:cubicBezTo>
                <a:lnTo>
                  <a:pt x="8451391" y="7598869"/>
                </a:lnTo>
                <a:cubicBezTo>
                  <a:pt x="8458238" y="7614064"/>
                  <a:pt x="8446721" y="7630314"/>
                  <a:pt x="8446053" y="7634808"/>
                </a:cubicBezTo>
                <a:cubicBezTo>
                  <a:pt x="8442716" y="7657270"/>
                  <a:pt x="8439379" y="7679731"/>
                  <a:pt x="8436710" y="7697700"/>
                </a:cubicBezTo>
                <a:cubicBezTo>
                  <a:pt x="8427862" y="7695981"/>
                  <a:pt x="8428530" y="7691488"/>
                  <a:pt x="8428530" y="7691488"/>
                </a:cubicBezTo>
                <a:cubicBezTo>
                  <a:pt x="8427862" y="7695981"/>
                  <a:pt x="8427195" y="7700473"/>
                  <a:pt x="8426527" y="7704967"/>
                </a:cubicBezTo>
                <a:cubicBezTo>
                  <a:pt x="8435375" y="7706683"/>
                  <a:pt x="8424526" y="7718443"/>
                  <a:pt x="8432706" y="7724653"/>
                </a:cubicBezTo>
                <a:cubicBezTo>
                  <a:pt x="8433373" y="7720162"/>
                  <a:pt x="8432706" y="7724653"/>
                  <a:pt x="8441555" y="7726370"/>
                </a:cubicBezTo>
                <a:cubicBezTo>
                  <a:pt x="8442889" y="7717388"/>
                  <a:pt x="8442889" y="7717388"/>
                  <a:pt x="8444224" y="7708403"/>
                </a:cubicBezTo>
                <a:cubicBezTo>
                  <a:pt x="8446226" y="7694927"/>
                  <a:pt x="8439379" y="7679731"/>
                  <a:pt x="8449562" y="7672464"/>
                </a:cubicBezTo>
                <a:cubicBezTo>
                  <a:pt x="8458410" y="7674183"/>
                  <a:pt x="8458410" y="7674183"/>
                  <a:pt x="8459077" y="7669690"/>
                </a:cubicBezTo>
                <a:cubicBezTo>
                  <a:pt x="8454445" y="7654925"/>
                  <a:pt x="8459763" y="7642093"/>
                  <a:pt x="8460951" y="7622606"/>
                </a:cubicBezTo>
                <a:lnTo>
                  <a:pt x="8460241" y="7600585"/>
                </a:lnTo>
                <a:lnTo>
                  <a:pt x="8460409" y="7599466"/>
                </a:lnTo>
                <a:cubicBezTo>
                  <a:pt x="8460741" y="7597219"/>
                  <a:pt x="8461241" y="7593849"/>
                  <a:pt x="8461575" y="7591603"/>
                </a:cubicBezTo>
                <a:lnTo>
                  <a:pt x="8466247" y="7560156"/>
                </a:lnTo>
                <a:cubicBezTo>
                  <a:pt x="8465579" y="7564651"/>
                  <a:pt x="8456730" y="7562933"/>
                  <a:pt x="8456063" y="7567423"/>
                </a:cubicBezTo>
                <a:lnTo>
                  <a:pt x="8458065" y="7553945"/>
                </a:lnTo>
                <a:cubicBezTo>
                  <a:pt x="8458065" y="7553945"/>
                  <a:pt x="8458733" y="7549454"/>
                  <a:pt x="8458733" y="7549454"/>
                </a:cubicBezTo>
                <a:cubicBezTo>
                  <a:pt x="8459401" y="7544961"/>
                  <a:pt x="8459401" y="7544961"/>
                  <a:pt x="8459401" y="7544961"/>
                </a:cubicBezTo>
                <a:cubicBezTo>
                  <a:pt x="8460069" y="7540468"/>
                  <a:pt x="8467582" y="7551172"/>
                  <a:pt x="8466247" y="7560156"/>
                </a:cubicBezTo>
                <a:lnTo>
                  <a:pt x="8468917" y="7542186"/>
                </a:lnTo>
                <a:cubicBezTo>
                  <a:pt x="8470251" y="7533204"/>
                  <a:pt x="8470919" y="7528710"/>
                  <a:pt x="8472921" y="7515233"/>
                </a:cubicBezTo>
                <a:cubicBezTo>
                  <a:pt x="8473589" y="7510742"/>
                  <a:pt x="8473589" y="7510742"/>
                  <a:pt x="8474256" y="7506249"/>
                </a:cubicBezTo>
                <a:cubicBezTo>
                  <a:pt x="8475590" y="7497264"/>
                  <a:pt x="8486439" y="7485505"/>
                  <a:pt x="8487107" y="7481014"/>
                </a:cubicBezTo>
                <a:cubicBezTo>
                  <a:pt x="8488441" y="7472029"/>
                  <a:pt x="8490443" y="7458553"/>
                  <a:pt x="8491111" y="7454061"/>
                </a:cubicBezTo>
                <a:cubicBezTo>
                  <a:pt x="8491779" y="7449568"/>
                  <a:pt x="8493114" y="7440584"/>
                  <a:pt x="8484933" y="7434372"/>
                </a:cubicBezTo>
                <a:lnTo>
                  <a:pt x="8483599" y="7443356"/>
                </a:lnTo>
                <a:cubicBezTo>
                  <a:pt x="8484933" y="7434372"/>
                  <a:pt x="8476752" y="7428163"/>
                  <a:pt x="8478087" y="7419176"/>
                </a:cubicBezTo>
                <a:cubicBezTo>
                  <a:pt x="8478754" y="7414684"/>
                  <a:pt x="8488938" y="7407421"/>
                  <a:pt x="8480757" y="7401209"/>
                </a:cubicBezTo>
                <a:cubicBezTo>
                  <a:pt x="8481425" y="7396718"/>
                  <a:pt x="8480757" y="7401209"/>
                  <a:pt x="8481425" y="7396718"/>
                </a:cubicBezTo>
                <a:cubicBezTo>
                  <a:pt x="8481425" y="7396718"/>
                  <a:pt x="8482091" y="7392224"/>
                  <a:pt x="8482758" y="7387733"/>
                </a:cubicBezTo>
                <a:cubicBezTo>
                  <a:pt x="8483426" y="7383237"/>
                  <a:pt x="8483426" y="7383237"/>
                  <a:pt x="8484093" y="7378745"/>
                </a:cubicBezTo>
                <a:cubicBezTo>
                  <a:pt x="8485428" y="7369763"/>
                  <a:pt x="8486763" y="7360779"/>
                  <a:pt x="8488097" y="7351794"/>
                </a:cubicBezTo>
                <a:cubicBezTo>
                  <a:pt x="8488765" y="7347302"/>
                  <a:pt x="8488765" y="7347302"/>
                  <a:pt x="8489432" y="7342810"/>
                </a:cubicBezTo>
                <a:cubicBezTo>
                  <a:pt x="8490767" y="7333824"/>
                  <a:pt x="8491435" y="7329332"/>
                  <a:pt x="8492101" y="7324841"/>
                </a:cubicBezTo>
                <a:cubicBezTo>
                  <a:pt x="8492769" y="7320348"/>
                  <a:pt x="8493436" y="7315855"/>
                  <a:pt x="8493436" y="7315855"/>
                </a:cubicBezTo>
                <a:cubicBezTo>
                  <a:pt x="8496106" y="7297886"/>
                  <a:pt x="8498109" y="7284410"/>
                  <a:pt x="8500111" y="7270933"/>
                </a:cubicBezTo>
                <a:cubicBezTo>
                  <a:pt x="8502779" y="7252962"/>
                  <a:pt x="8495935" y="7237767"/>
                  <a:pt x="8507452" y="7221517"/>
                </a:cubicBezTo>
                <a:cubicBezTo>
                  <a:pt x="8508786" y="7212532"/>
                  <a:pt x="8512123" y="7190071"/>
                  <a:pt x="8505279" y="7174876"/>
                </a:cubicBezTo>
                <a:cubicBezTo>
                  <a:pt x="8505946" y="7170384"/>
                  <a:pt x="8515460" y="7167609"/>
                  <a:pt x="8516127" y="7163116"/>
                </a:cubicBezTo>
                <a:cubicBezTo>
                  <a:pt x="8507281" y="7161399"/>
                  <a:pt x="8507281" y="7161399"/>
                  <a:pt x="8508615" y="7152414"/>
                </a:cubicBezTo>
                <a:cubicBezTo>
                  <a:pt x="8499100" y="7155189"/>
                  <a:pt x="8503103" y="7128235"/>
                  <a:pt x="8513955" y="7116476"/>
                </a:cubicBezTo>
                <a:cubicBezTo>
                  <a:pt x="8513955" y="7116476"/>
                  <a:pt x="8513955" y="7116476"/>
                  <a:pt x="8514622" y="7111984"/>
                </a:cubicBezTo>
                <a:cubicBezTo>
                  <a:pt x="8514622" y="7111984"/>
                  <a:pt x="8514622" y="7111984"/>
                  <a:pt x="8515290" y="7107491"/>
                </a:cubicBezTo>
                <a:cubicBezTo>
                  <a:pt x="8515290" y="7107491"/>
                  <a:pt x="8515957" y="7102999"/>
                  <a:pt x="8515957" y="7102999"/>
                </a:cubicBezTo>
                <a:cubicBezTo>
                  <a:pt x="8515957" y="7102999"/>
                  <a:pt x="8515957" y="7102999"/>
                  <a:pt x="8507108" y="7101282"/>
                </a:cubicBezTo>
                <a:lnTo>
                  <a:pt x="8509110" y="7087805"/>
                </a:lnTo>
                <a:cubicBezTo>
                  <a:pt x="8510445" y="7078820"/>
                  <a:pt x="8514449" y="7051865"/>
                  <a:pt x="8516451" y="7038390"/>
                </a:cubicBezTo>
                <a:cubicBezTo>
                  <a:pt x="8517118" y="7033896"/>
                  <a:pt x="8516451" y="7038390"/>
                  <a:pt x="8506935" y="7041162"/>
                </a:cubicBezTo>
                <a:cubicBezTo>
                  <a:pt x="8509604" y="7023195"/>
                  <a:pt x="8520455" y="7011435"/>
                  <a:pt x="8521790" y="7002451"/>
                </a:cubicBezTo>
                <a:cubicBezTo>
                  <a:pt x="8524460" y="6984482"/>
                  <a:pt x="8516278" y="6978271"/>
                  <a:pt x="8518947" y="6960303"/>
                </a:cubicBezTo>
                <a:cubicBezTo>
                  <a:pt x="8519616" y="6955808"/>
                  <a:pt x="8520283" y="6951316"/>
                  <a:pt x="8520950" y="6946825"/>
                </a:cubicBezTo>
                <a:cubicBezTo>
                  <a:pt x="8520283" y="6951316"/>
                  <a:pt x="8511435" y="6949599"/>
                  <a:pt x="8510768" y="6954092"/>
                </a:cubicBezTo>
                <a:cubicBezTo>
                  <a:pt x="8513438" y="6936121"/>
                  <a:pt x="8525621" y="6915377"/>
                  <a:pt x="8520779" y="6886706"/>
                </a:cubicBezTo>
                <a:cubicBezTo>
                  <a:pt x="8520779" y="6886706"/>
                  <a:pt x="8511930" y="6884987"/>
                  <a:pt x="8511930" y="6884987"/>
                </a:cubicBezTo>
                <a:lnTo>
                  <a:pt x="8508593" y="6907451"/>
                </a:lnTo>
                <a:cubicBezTo>
                  <a:pt x="8499746" y="6905732"/>
                  <a:pt x="8509260" y="6902957"/>
                  <a:pt x="8499746" y="6905732"/>
                </a:cubicBezTo>
                <a:lnTo>
                  <a:pt x="8497983" y="6917597"/>
                </a:lnTo>
                <a:lnTo>
                  <a:pt x="8496056" y="6917223"/>
                </a:lnTo>
                <a:cubicBezTo>
                  <a:pt x="8494950" y="6917007"/>
                  <a:pt x="8494950" y="6917007"/>
                  <a:pt x="8494950" y="6917007"/>
                </a:cubicBezTo>
                <a:cubicBezTo>
                  <a:pt x="8494950" y="6917007"/>
                  <a:pt x="8494950" y="6917007"/>
                  <a:pt x="8494282" y="6921500"/>
                </a:cubicBezTo>
                <a:cubicBezTo>
                  <a:pt x="8494282" y="6921500"/>
                  <a:pt x="8493615" y="6925992"/>
                  <a:pt x="8493615" y="6925992"/>
                </a:cubicBezTo>
                <a:cubicBezTo>
                  <a:pt x="8492947" y="6930483"/>
                  <a:pt x="8489736" y="6936793"/>
                  <a:pt x="8487713" y="6942755"/>
                </a:cubicBezTo>
                <a:cubicBezTo>
                  <a:pt x="8485688" y="6948718"/>
                  <a:pt x="8484854" y="6954334"/>
                  <a:pt x="8488944" y="6957437"/>
                </a:cubicBezTo>
                <a:lnTo>
                  <a:pt x="8492947" y="6930484"/>
                </a:lnTo>
                <a:lnTo>
                  <a:pt x="8496144" y="6929974"/>
                </a:lnTo>
                <a:lnTo>
                  <a:pt x="8490402" y="6968625"/>
                </a:lnTo>
                <a:cubicBezTo>
                  <a:pt x="8490402" y="6968625"/>
                  <a:pt x="8490069" y="6970870"/>
                  <a:pt x="8488629" y="6972902"/>
                </a:cubicBezTo>
                <a:lnTo>
                  <a:pt x="8486536" y="6973645"/>
                </a:lnTo>
                <a:lnTo>
                  <a:pt x="8488944" y="6957437"/>
                </a:lnTo>
                <a:cubicBezTo>
                  <a:pt x="8488609" y="6959684"/>
                  <a:pt x="8488109" y="6963053"/>
                  <a:pt x="8486503" y="6966207"/>
                </a:cubicBezTo>
                <a:lnTo>
                  <a:pt x="8480982" y="6970758"/>
                </a:lnTo>
                <a:lnTo>
                  <a:pt x="8481554" y="6966905"/>
                </a:lnTo>
                <a:lnTo>
                  <a:pt x="8482221" y="6962413"/>
                </a:lnTo>
                <a:lnTo>
                  <a:pt x="8482889" y="6957922"/>
                </a:lnTo>
                <a:lnTo>
                  <a:pt x="8483555" y="6953430"/>
                </a:lnTo>
                <a:lnTo>
                  <a:pt x="8481422" y="6946796"/>
                </a:lnTo>
                <a:lnTo>
                  <a:pt x="8482098" y="6942244"/>
                </a:lnTo>
                <a:lnTo>
                  <a:pt x="8481492" y="6942460"/>
                </a:lnTo>
                <a:lnTo>
                  <a:pt x="8481788" y="6940983"/>
                </a:lnTo>
                <a:lnTo>
                  <a:pt x="8482098" y="6942244"/>
                </a:lnTo>
                <a:cubicBezTo>
                  <a:pt x="8482766" y="6937752"/>
                  <a:pt x="8482766" y="6937752"/>
                  <a:pt x="8482766" y="6937752"/>
                </a:cubicBezTo>
                <a:lnTo>
                  <a:pt x="8483061" y="6935763"/>
                </a:lnTo>
                <a:lnTo>
                  <a:pt x="8488228" y="6921982"/>
                </a:lnTo>
                <a:cubicBezTo>
                  <a:pt x="8488228" y="6921982"/>
                  <a:pt x="8488062" y="6923105"/>
                  <a:pt x="8486788" y="6924013"/>
                </a:cubicBezTo>
                <a:lnTo>
                  <a:pt x="8483707" y="6924297"/>
                </a:lnTo>
                <a:lnTo>
                  <a:pt x="8478765" y="6924410"/>
                </a:lnTo>
                <a:lnTo>
                  <a:pt x="8480716" y="6911281"/>
                </a:lnTo>
                <a:lnTo>
                  <a:pt x="8481241" y="6907741"/>
                </a:lnTo>
                <a:lnTo>
                  <a:pt x="8482763" y="6907130"/>
                </a:lnTo>
                <a:cubicBezTo>
                  <a:pt x="8485059" y="6907000"/>
                  <a:pt x="8487437" y="6906305"/>
                  <a:pt x="8488105" y="6901813"/>
                </a:cubicBezTo>
                <a:cubicBezTo>
                  <a:pt x="8488439" y="6899566"/>
                  <a:pt x="8488940" y="6896196"/>
                  <a:pt x="8489272" y="6893950"/>
                </a:cubicBezTo>
                <a:lnTo>
                  <a:pt x="8489440" y="6892827"/>
                </a:lnTo>
                <a:lnTo>
                  <a:pt x="8488330" y="6890734"/>
                </a:lnTo>
                <a:lnTo>
                  <a:pt x="8484168" y="6891436"/>
                </a:lnTo>
                <a:lnTo>
                  <a:pt x="8485993" y="6883418"/>
                </a:lnTo>
                <a:cubicBezTo>
                  <a:pt x="8487766" y="6879141"/>
                  <a:pt x="8490478" y="6876200"/>
                  <a:pt x="8494902" y="6877060"/>
                </a:cubicBezTo>
                <a:cubicBezTo>
                  <a:pt x="8496237" y="6868075"/>
                  <a:pt x="8496237" y="6868075"/>
                  <a:pt x="8497571" y="6859090"/>
                </a:cubicBezTo>
                <a:cubicBezTo>
                  <a:pt x="8497571" y="6859090"/>
                  <a:pt x="8497571" y="6859090"/>
                  <a:pt x="8507088" y="6856317"/>
                </a:cubicBezTo>
                <a:cubicBezTo>
                  <a:pt x="8508422" y="6847333"/>
                  <a:pt x="8510424" y="6833856"/>
                  <a:pt x="8510424" y="6833856"/>
                </a:cubicBezTo>
                <a:cubicBezTo>
                  <a:pt x="8510424" y="6833856"/>
                  <a:pt x="8511759" y="6824871"/>
                  <a:pt x="8511759" y="6824871"/>
                </a:cubicBezTo>
                <a:cubicBezTo>
                  <a:pt x="8511759" y="6824871"/>
                  <a:pt x="8512427" y="6820377"/>
                  <a:pt x="8512427" y="6820377"/>
                </a:cubicBezTo>
                <a:cubicBezTo>
                  <a:pt x="8525278" y="6795143"/>
                  <a:pt x="8527280" y="6781666"/>
                  <a:pt x="8531285" y="6754712"/>
                </a:cubicBezTo>
                <a:cubicBezTo>
                  <a:pt x="8522437" y="6752995"/>
                  <a:pt x="8522437" y="6752995"/>
                  <a:pt x="8521771" y="6757486"/>
                </a:cubicBezTo>
                <a:cubicBezTo>
                  <a:pt x="8517766" y="6784438"/>
                  <a:pt x="8513761" y="6811394"/>
                  <a:pt x="8502910" y="6823153"/>
                </a:cubicBezTo>
                <a:cubicBezTo>
                  <a:pt x="8495399" y="6812448"/>
                  <a:pt x="8495399" y="6812448"/>
                  <a:pt x="8497400" y="6798973"/>
                </a:cubicBezTo>
                <a:cubicBezTo>
                  <a:pt x="8496734" y="6803465"/>
                  <a:pt x="8496734" y="6803465"/>
                  <a:pt x="8496734" y="6803465"/>
                </a:cubicBezTo>
                <a:lnTo>
                  <a:pt x="8493568" y="6803757"/>
                </a:lnTo>
                <a:lnTo>
                  <a:pt x="8496292" y="6785421"/>
                </a:lnTo>
                <a:lnTo>
                  <a:pt x="8500070" y="6781004"/>
                </a:lnTo>
                <a:cubicBezTo>
                  <a:pt x="8500070" y="6781004"/>
                  <a:pt x="8499402" y="6785496"/>
                  <a:pt x="8499402" y="6785496"/>
                </a:cubicBezTo>
                <a:cubicBezTo>
                  <a:pt x="8500070" y="6781004"/>
                  <a:pt x="8510251" y="6773736"/>
                  <a:pt x="8512254" y="6760261"/>
                </a:cubicBezTo>
                <a:cubicBezTo>
                  <a:pt x="8512254" y="6760261"/>
                  <a:pt x="8512922" y="6755768"/>
                  <a:pt x="8512922" y="6755768"/>
                </a:cubicBezTo>
                <a:cubicBezTo>
                  <a:pt x="8513589" y="6751276"/>
                  <a:pt x="8514255" y="6746784"/>
                  <a:pt x="8514924" y="6742291"/>
                </a:cubicBezTo>
                <a:cubicBezTo>
                  <a:pt x="8515590" y="6737798"/>
                  <a:pt x="8515590" y="6737798"/>
                  <a:pt x="8515590" y="6737798"/>
                </a:cubicBezTo>
                <a:cubicBezTo>
                  <a:pt x="8515590" y="6737798"/>
                  <a:pt x="8515590" y="6737798"/>
                  <a:pt x="8506743" y="6736082"/>
                </a:cubicBezTo>
                <a:lnTo>
                  <a:pt x="8508746" y="6722605"/>
                </a:lnTo>
                <a:lnTo>
                  <a:pt x="8507560" y="6721125"/>
                </a:lnTo>
                <a:lnTo>
                  <a:pt x="8514340" y="6709898"/>
                </a:lnTo>
                <a:lnTo>
                  <a:pt x="8512943" y="6702033"/>
                </a:lnTo>
                <a:lnTo>
                  <a:pt x="8516555" y="6695885"/>
                </a:lnTo>
                <a:cubicBezTo>
                  <a:pt x="8517419" y="6692947"/>
                  <a:pt x="8517580" y="6689944"/>
                  <a:pt x="8517486" y="6686748"/>
                </a:cubicBezTo>
                <a:lnTo>
                  <a:pt x="8517475" y="6682940"/>
                </a:lnTo>
                <a:lnTo>
                  <a:pt x="8519784" y="6680914"/>
                </a:lnTo>
                <a:cubicBezTo>
                  <a:pt x="8521140" y="6679445"/>
                  <a:pt x="8521140" y="6679445"/>
                  <a:pt x="8520806" y="6681691"/>
                </a:cubicBezTo>
                <a:cubicBezTo>
                  <a:pt x="8520139" y="6686183"/>
                  <a:pt x="8520139" y="6686183"/>
                  <a:pt x="8520139" y="6686183"/>
                </a:cubicBezTo>
                <a:cubicBezTo>
                  <a:pt x="8519471" y="6690675"/>
                  <a:pt x="8519471" y="6690675"/>
                  <a:pt x="8518804" y="6695167"/>
                </a:cubicBezTo>
                <a:cubicBezTo>
                  <a:pt x="8517470" y="6704149"/>
                  <a:pt x="8518136" y="6699660"/>
                  <a:pt x="8517470" y="6704149"/>
                </a:cubicBezTo>
                <a:cubicBezTo>
                  <a:pt x="8516803" y="6708643"/>
                  <a:pt x="8516803" y="6708643"/>
                  <a:pt x="8516803" y="6708643"/>
                </a:cubicBezTo>
                <a:lnTo>
                  <a:pt x="8520328" y="6709328"/>
                </a:lnTo>
                <a:lnTo>
                  <a:pt x="8519594" y="6710845"/>
                </a:lnTo>
                <a:cubicBezTo>
                  <a:pt x="8519594" y="6710845"/>
                  <a:pt x="8518928" y="6715336"/>
                  <a:pt x="8518928" y="6715336"/>
                </a:cubicBezTo>
                <a:cubicBezTo>
                  <a:pt x="8518260" y="6719830"/>
                  <a:pt x="8518260" y="6719830"/>
                  <a:pt x="8518260" y="6719830"/>
                </a:cubicBezTo>
                <a:lnTo>
                  <a:pt x="8517654" y="6723909"/>
                </a:lnTo>
                <a:lnTo>
                  <a:pt x="8517470" y="6723815"/>
                </a:lnTo>
                <a:cubicBezTo>
                  <a:pt x="8516472" y="6722368"/>
                  <a:pt x="8516653" y="6721149"/>
                  <a:pt x="8516653" y="6721149"/>
                </a:cubicBezTo>
                <a:cubicBezTo>
                  <a:pt x="8515929" y="6726023"/>
                  <a:pt x="8515929" y="6726023"/>
                  <a:pt x="8515929" y="6726023"/>
                </a:cubicBezTo>
                <a:cubicBezTo>
                  <a:pt x="8515929" y="6726023"/>
                  <a:pt x="8515749" y="6727242"/>
                  <a:pt x="8516837" y="6728080"/>
                </a:cubicBezTo>
                <a:cubicBezTo>
                  <a:pt x="8517924" y="6728917"/>
                  <a:pt x="8520281" y="6729376"/>
                  <a:pt x="8525355" y="6727854"/>
                </a:cubicBezTo>
                <a:lnTo>
                  <a:pt x="8518727" y="6724459"/>
                </a:lnTo>
                <a:lnTo>
                  <a:pt x="8525419" y="6725264"/>
                </a:lnTo>
                <a:cubicBezTo>
                  <a:pt x="8526609" y="6724918"/>
                  <a:pt x="8526775" y="6723793"/>
                  <a:pt x="8527109" y="6721547"/>
                </a:cubicBezTo>
                <a:cubicBezTo>
                  <a:pt x="8527109" y="6721547"/>
                  <a:pt x="8527109" y="6721547"/>
                  <a:pt x="8527776" y="6717056"/>
                </a:cubicBezTo>
                <a:cubicBezTo>
                  <a:pt x="8527776" y="6717056"/>
                  <a:pt x="8528444" y="6712564"/>
                  <a:pt x="8528444" y="6712564"/>
                </a:cubicBezTo>
                <a:cubicBezTo>
                  <a:pt x="8530445" y="6699086"/>
                  <a:pt x="8533116" y="6681116"/>
                  <a:pt x="8534451" y="6672133"/>
                </a:cubicBezTo>
                <a:lnTo>
                  <a:pt x="8530534" y="6677485"/>
                </a:lnTo>
                <a:lnTo>
                  <a:pt x="8531646" y="6670003"/>
                </a:lnTo>
                <a:lnTo>
                  <a:pt x="8534451" y="6672133"/>
                </a:lnTo>
                <a:cubicBezTo>
                  <a:pt x="8535118" y="6667641"/>
                  <a:pt x="8535118" y="6667641"/>
                  <a:pt x="8535784" y="6663148"/>
                </a:cubicBezTo>
                <a:cubicBezTo>
                  <a:pt x="8535784" y="6663148"/>
                  <a:pt x="8536452" y="6658656"/>
                  <a:pt x="8536452" y="6658656"/>
                </a:cubicBezTo>
                <a:lnTo>
                  <a:pt x="8534586" y="6649594"/>
                </a:lnTo>
                <a:lnTo>
                  <a:pt x="8526269" y="6665923"/>
                </a:lnTo>
                <a:lnTo>
                  <a:pt x="8529914" y="6668689"/>
                </a:lnTo>
                <a:lnTo>
                  <a:pt x="8525208" y="6675034"/>
                </a:lnTo>
                <a:lnTo>
                  <a:pt x="8517436" y="6669135"/>
                </a:lnTo>
                <a:lnTo>
                  <a:pt x="8517421" y="6664204"/>
                </a:lnTo>
                <a:lnTo>
                  <a:pt x="8516765" y="6668624"/>
                </a:lnTo>
                <a:lnTo>
                  <a:pt x="8513960" y="6666496"/>
                </a:lnTo>
                <a:lnTo>
                  <a:pt x="8512625" y="6675480"/>
                </a:lnTo>
                <a:lnTo>
                  <a:pt x="8508937" y="6671677"/>
                </a:lnTo>
                <a:lnTo>
                  <a:pt x="8511891" y="6663129"/>
                </a:lnTo>
                <a:cubicBezTo>
                  <a:pt x="8513831" y="6657730"/>
                  <a:pt x="8514665" y="6652115"/>
                  <a:pt x="8511242" y="6644517"/>
                </a:cubicBezTo>
                <a:cubicBezTo>
                  <a:pt x="8511575" y="6642271"/>
                  <a:pt x="8513955" y="6641578"/>
                  <a:pt x="8516334" y="6640883"/>
                </a:cubicBezTo>
                <a:lnTo>
                  <a:pt x="8517934" y="6639741"/>
                </a:lnTo>
                <a:lnTo>
                  <a:pt x="8515295" y="6657511"/>
                </a:lnTo>
                <a:cubicBezTo>
                  <a:pt x="8515295" y="6657511"/>
                  <a:pt x="8521023" y="6653425"/>
                  <a:pt x="8520717" y="6646866"/>
                </a:cubicBezTo>
                <a:lnTo>
                  <a:pt x="8518017" y="6639684"/>
                </a:lnTo>
                <a:lnTo>
                  <a:pt x="8518193" y="6639557"/>
                </a:lnTo>
                <a:lnTo>
                  <a:pt x="8521056" y="6639747"/>
                </a:lnTo>
                <a:lnTo>
                  <a:pt x="8520759" y="6641744"/>
                </a:lnTo>
                <a:lnTo>
                  <a:pt x="8524801" y="6638411"/>
                </a:lnTo>
                <a:lnTo>
                  <a:pt x="8527480" y="6636768"/>
                </a:lnTo>
                <a:lnTo>
                  <a:pt x="8527576" y="6636122"/>
                </a:lnTo>
                <a:lnTo>
                  <a:pt x="8529835" y="6634260"/>
                </a:lnTo>
                <a:cubicBezTo>
                  <a:pt x="8531441" y="6631106"/>
                  <a:pt x="8531941" y="6627737"/>
                  <a:pt x="8532275" y="6625492"/>
                </a:cubicBezTo>
                <a:cubicBezTo>
                  <a:pt x="8531608" y="6629984"/>
                  <a:pt x="8530940" y="6634476"/>
                  <a:pt x="8540457" y="6631702"/>
                </a:cubicBezTo>
                <a:cubicBezTo>
                  <a:pt x="8540457" y="6631702"/>
                  <a:pt x="8540957" y="6628333"/>
                  <a:pt x="8541374" y="6625525"/>
                </a:cubicBezTo>
                <a:lnTo>
                  <a:pt x="8541802" y="6622643"/>
                </a:lnTo>
                <a:lnTo>
                  <a:pt x="8541810" y="6622594"/>
                </a:lnTo>
                <a:lnTo>
                  <a:pt x="8543793" y="6609241"/>
                </a:lnTo>
                <a:cubicBezTo>
                  <a:pt x="8544461" y="6604748"/>
                  <a:pt x="8544461" y="6604748"/>
                  <a:pt x="8544461" y="6604748"/>
                </a:cubicBezTo>
                <a:cubicBezTo>
                  <a:pt x="8545128" y="6600256"/>
                  <a:pt x="8545128" y="6600256"/>
                  <a:pt x="8536947" y="6594046"/>
                </a:cubicBezTo>
                <a:cubicBezTo>
                  <a:pt x="8545796" y="6595765"/>
                  <a:pt x="8545796" y="6595765"/>
                  <a:pt x="8545796" y="6595765"/>
                </a:cubicBezTo>
                <a:cubicBezTo>
                  <a:pt x="8538282" y="6585062"/>
                  <a:pt x="8548465" y="6577794"/>
                  <a:pt x="8550467" y="6564318"/>
                </a:cubicBezTo>
                <a:cubicBezTo>
                  <a:pt x="8549800" y="6568809"/>
                  <a:pt x="8549800" y="6568809"/>
                  <a:pt x="8540951" y="6567093"/>
                </a:cubicBezTo>
                <a:cubicBezTo>
                  <a:pt x="8542285" y="6558107"/>
                  <a:pt x="8540283" y="6571585"/>
                  <a:pt x="8532772" y="6560883"/>
                </a:cubicBezTo>
                <a:cubicBezTo>
                  <a:pt x="8533439" y="6556391"/>
                  <a:pt x="8534774" y="6547406"/>
                  <a:pt x="8535440" y="6542912"/>
                </a:cubicBezTo>
                <a:cubicBezTo>
                  <a:pt x="8546290" y="6531154"/>
                  <a:pt x="8539445" y="6515960"/>
                  <a:pt x="8541448" y="6502481"/>
                </a:cubicBezTo>
                <a:cubicBezTo>
                  <a:pt x="8540113" y="6511467"/>
                  <a:pt x="8548293" y="6517676"/>
                  <a:pt x="8547625" y="6522170"/>
                </a:cubicBezTo>
                <a:lnTo>
                  <a:pt x="8544288" y="6544629"/>
                </a:lnTo>
                <a:cubicBezTo>
                  <a:pt x="8554471" y="6537366"/>
                  <a:pt x="8547625" y="6522170"/>
                  <a:pt x="8548293" y="6517676"/>
                </a:cubicBezTo>
                <a:cubicBezTo>
                  <a:pt x="8548959" y="6513184"/>
                  <a:pt x="8549627" y="6508693"/>
                  <a:pt x="8550294" y="6504201"/>
                </a:cubicBezTo>
                <a:cubicBezTo>
                  <a:pt x="8553631" y="6481738"/>
                  <a:pt x="8556968" y="6459277"/>
                  <a:pt x="8559638" y="6441307"/>
                </a:cubicBezTo>
                <a:lnTo>
                  <a:pt x="8553094" y="6436340"/>
                </a:lnTo>
                <a:lnTo>
                  <a:pt x="8550791" y="6439589"/>
                </a:lnTo>
                <a:lnTo>
                  <a:pt x="8552480" y="6435875"/>
                </a:lnTo>
                <a:lnTo>
                  <a:pt x="8551458" y="6435097"/>
                </a:lnTo>
                <a:cubicBezTo>
                  <a:pt x="8551458" y="6435097"/>
                  <a:pt x="8542610" y="6433380"/>
                  <a:pt x="8542610" y="6433380"/>
                </a:cubicBezTo>
                <a:cubicBezTo>
                  <a:pt x="8543276" y="6428888"/>
                  <a:pt x="8543276" y="6428888"/>
                  <a:pt x="8543276" y="6428888"/>
                </a:cubicBezTo>
                <a:cubicBezTo>
                  <a:pt x="8552126" y="6430606"/>
                  <a:pt x="8544612" y="6419904"/>
                  <a:pt x="8553460" y="6421619"/>
                </a:cubicBezTo>
                <a:lnTo>
                  <a:pt x="8554795" y="6412636"/>
                </a:lnTo>
                <a:cubicBezTo>
                  <a:pt x="8558217" y="6420234"/>
                  <a:pt x="8557549" y="6424724"/>
                  <a:pt x="8555859" y="6428442"/>
                </a:cubicBezTo>
                <a:lnTo>
                  <a:pt x="8552480" y="6435875"/>
                </a:lnTo>
                <a:lnTo>
                  <a:pt x="8553094" y="6436340"/>
                </a:lnTo>
                <a:lnTo>
                  <a:pt x="8562307" y="6423337"/>
                </a:lnTo>
                <a:cubicBezTo>
                  <a:pt x="8562307" y="6423337"/>
                  <a:pt x="8561640" y="6427831"/>
                  <a:pt x="8570488" y="6429549"/>
                </a:cubicBezTo>
                <a:cubicBezTo>
                  <a:pt x="8572491" y="6416072"/>
                  <a:pt x="8565644" y="6400877"/>
                  <a:pt x="8566978" y="6391893"/>
                </a:cubicBezTo>
                <a:lnTo>
                  <a:pt x="8566312" y="6396384"/>
                </a:lnTo>
                <a:cubicBezTo>
                  <a:pt x="8565644" y="6400877"/>
                  <a:pt x="8565644" y="6400877"/>
                  <a:pt x="8564977" y="6405369"/>
                </a:cubicBezTo>
                <a:cubicBezTo>
                  <a:pt x="8564977" y="6405369"/>
                  <a:pt x="8564309" y="6409862"/>
                  <a:pt x="8564309" y="6409862"/>
                </a:cubicBezTo>
                <a:cubicBezTo>
                  <a:pt x="8564309" y="6409862"/>
                  <a:pt x="8563642" y="6414355"/>
                  <a:pt x="8563642" y="6414355"/>
                </a:cubicBezTo>
                <a:cubicBezTo>
                  <a:pt x="8563642" y="6414355"/>
                  <a:pt x="8564309" y="6409862"/>
                  <a:pt x="8555462" y="6408144"/>
                </a:cubicBezTo>
                <a:cubicBezTo>
                  <a:pt x="8556130" y="6403653"/>
                  <a:pt x="8557464" y="6394667"/>
                  <a:pt x="8557464" y="6394667"/>
                </a:cubicBezTo>
                <a:cubicBezTo>
                  <a:pt x="8558132" y="6390175"/>
                  <a:pt x="8557464" y="6394667"/>
                  <a:pt x="8558132" y="6390175"/>
                </a:cubicBezTo>
                <a:cubicBezTo>
                  <a:pt x="8559466" y="6381188"/>
                  <a:pt x="8559466" y="6381188"/>
                  <a:pt x="8560134" y="6376697"/>
                </a:cubicBezTo>
                <a:cubicBezTo>
                  <a:pt x="8569648" y="6373925"/>
                  <a:pt x="8570983" y="6364939"/>
                  <a:pt x="8571651" y="6360447"/>
                </a:cubicBezTo>
                <a:cubicBezTo>
                  <a:pt x="8579831" y="6366656"/>
                  <a:pt x="8579164" y="6371148"/>
                  <a:pt x="8579164" y="6371148"/>
                </a:cubicBezTo>
                <a:cubicBezTo>
                  <a:pt x="8579164" y="6371148"/>
                  <a:pt x="8579164" y="6371148"/>
                  <a:pt x="8578497" y="6375643"/>
                </a:cubicBezTo>
                <a:cubicBezTo>
                  <a:pt x="8578497" y="6375643"/>
                  <a:pt x="8577162" y="6384626"/>
                  <a:pt x="8576494" y="6389118"/>
                </a:cubicBezTo>
                <a:cubicBezTo>
                  <a:pt x="8585341" y="6390837"/>
                  <a:pt x="8586676" y="6381850"/>
                  <a:pt x="8586676" y="6381850"/>
                </a:cubicBezTo>
                <a:cubicBezTo>
                  <a:pt x="8589347" y="6363883"/>
                  <a:pt x="8591348" y="6350406"/>
                  <a:pt x="8594018" y="6332437"/>
                </a:cubicBezTo>
                <a:cubicBezTo>
                  <a:pt x="8594685" y="6327945"/>
                  <a:pt x="8594685" y="6327945"/>
                  <a:pt x="8595353" y="6323454"/>
                </a:cubicBezTo>
                <a:lnTo>
                  <a:pt x="8596020" y="6318959"/>
                </a:lnTo>
                <a:lnTo>
                  <a:pt x="8596688" y="6314468"/>
                </a:lnTo>
                <a:lnTo>
                  <a:pt x="8597354" y="6309976"/>
                </a:lnTo>
                <a:cubicBezTo>
                  <a:pt x="8598022" y="6305484"/>
                  <a:pt x="8598022" y="6305484"/>
                  <a:pt x="8598689" y="6300990"/>
                </a:cubicBezTo>
                <a:cubicBezTo>
                  <a:pt x="8598689" y="6300990"/>
                  <a:pt x="8598689" y="6300990"/>
                  <a:pt x="8599357" y="6296498"/>
                </a:cubicBezTo>
                <a:cubicBezTo>
                  <a:pt x="8600024" y="6292007"/>
                  <a:pt x="8600691" y="6287514"/>
                  <a:pt x="8601359" y="6283022"/>
                </a:cubicBezTo>
                <a:cubicBezTo>
                  <a:pt x="8604028" y="6265053"/>
                  <a:pt x="8606031" y="6251576"/>
                  <a:pt x="8608700" y="6233608"/>
                </a:cubicBezTo>
                <a:lnTo>
                  <a:pt x="8612037" y="6211146"/>
                </a:lnTo>
                <a:cubicBezTo>
                  <a:pt x="8611369" y="6215637"/>
                  <a:pt x="8610035" y="6224620"/>
                  <a:pt x="8600521" y="6227397"/>
                </a:cubicBezTo>
                <a:cubicBezTo>
                  <a:pt x="8601855" y="6218412"/>
                  <a:pt x="8603190" y="6209428"/>
                  <a:pt x="8605193" y="6195952"/>
                </a:cubicBezTo>
                <a:cubicBezTo>
                  <a:pt x="8596344" y="6194233"/>
                  <a:pt x="8595008" y="6203217"/>
                  <a:pt x="8595008" y="6203217"/>
                </a:cubicBezTo>
                <a:lnTo>
                  <a:pt x="8599013" y="6176264"/>
                </a:lnTo>
                <a:lnTo>
                  <a:pt x="8601015" y="6162787"/>
                </a:lnTo>
                <a:cubicBezTo>
                  <a:pt x="8601682" y="6158294"/>
                  <a:pt x="8609864" y="6164504"/>
                  <a:pt x="8611199" y="6155519"/>
                </a:cubicBezTo>
                <a:cubicBezTo>
                  <a:pt x="8611533" y="6153273"/>
                  <a:pt x="8612033" y="6149903"/>
                  <a:pt x="8612366" y="6147657"/>
                </a:cubicBezTo>
                <a:lnTo>
                  <a:pt x="8612533" y="6146536"/>
                </a:lnTo>
                <a:lnTo>
                  <a:pt x="8611422" y="6144441"/>
                </a:lnTo>
                <a:cubicBezTo>
                  <a:pt x="8608995" y="6143538"/>
                  <a:pt x="8603518" y="6145940"/>
                  <a:pt x="8603017" y="6149308"/>
                </a:cubicBezTo>
                <a:cubicBezTo>
                  <a:pt x="8603685" y="6144818"/>
                  <a:pt x="8603685" y="6144818"/>
                  <a:pt x="8604352" y="6140325"/>
                </a:cubicBezTo>
                <a:cubicBezTo>
                  <a:pt x="8605020" y="6135832"/>
                  <a:pt x="8606353" y="6126848"/>
                  <a:pt x="8607021" y="6122355"/>
                </a:cubicBezTo>
                <a:cubicBezTo>
                  <a:pt x="8607689" y="6117864"/>
                  <a:pt x="8607689" y="6117864"/>
                  <a:pt x="8607689" y="6117864"/>
                </a:cubicBezTo>
                <a:cubicBezTo>
                  <a:pt x="8608356" y="6113372"/>
                  <a:pt x="8610359" y="6099895"/>
                  <a:pt x="8602179" y="6093684"/>
                </a:cubicBezTo>
                <a:cubicBezTo>
                  <a:pt x="8602179" y="6093684"/>
                  <a:pt x="8602846" y="6089190"/>
                  <a:pt x="8602846" y="6089190"/>
                </a:cubicBezTo>
                <a:cubicBezTo>
                  <a:pt x="8611694" y="6090909"/>
                  <a:pt x="8611694" y="6090909"/>
                  <a:pt x="8612360" y="6086416"/>
                </a:cubicBezTo>
                <a:cubicBezTo>
                  <a:pt x="8613027" y="6081925"/>
                  <a:pt x="8614362" y="6072940"/>
                  <a:pt x="8615030" y="6068448"/>
                </a:cubicBezTo>
                <a:cubicBezTo>
                  <a:pt x="8617032" y="6054969"/>
                  <a:pt x="8620369" y="6032509"/>
                  <a:pt x="8623039" y="6014540"/>
                </a:cubicBezTo>
                <a:cubicBezTo>
                  <a:pt x="8625041" y="6001064"/>
                  <a:pt x="8626375" y="5992079"/>
                  <a:pt x="8628378" y="5978601"/>
                </a:cubicBezTo>
                <a:cubicBezTo>
                  <a:pt x="8638562" y="5971336"/>
                  <a:pt x="8640563" y="5957859"/>
                  <a:pt x="8633716" y="5942663"/>
                </a:cubicBezTo>
                <a:cubicBezTo>
                  <a:pt x="8643900" y="5935398"/>
                  <a:pt x="8644567" y="5930905"/>
                  <a:pt x="8643900" y="5935398"/>
                </a:cubicBezTo>
                <a:cubicBezTo>
                  <a:pt x="8643233" y="5939890"/>
                  <a:pt x="8643233" y="5939890"/>
                  <a:pt x="8643233" y="5939890"/>
                </a:cubicBezTo>
                <a:cubicBezTo>
                  <a:pt x="8642566" y="5944380"/>
                  <a:pt x="8642566" y="5944380"/>
                  <a:pt x="8641898" y="5948875"/>
                </a:cubicBezTo>
                <a:cubicBezTo>
                  <a:pt x="8640563" y="5957859"/>
                  <a:pt x="8641230" y="5953368"/>
                  <a:pt x="8640563" y="5957859"/>
                </a:cubicBezTo>
                <a:cubicBezTo>
                  <a:pt x="8639896" y="5962350"/>
                  <a:pt x="8639896" y="5962350"/>
                  <a:pt x="8639896" y="5962350"/>
                </a:cubicBezTo>
                <a:cubicBezTo>
                  <a:pt x="8639896" y="5962350"/>
                  <a:pt x="8648743" y="5964068"/>
                  <a:pt x="8648743" y="5964068"/>
                </a:cubicBezTo>
                <a:cubicBezTo>
                  <a:pt x="8648743" y="5964068"/>
                  <a:pt x="8649410" y="5959577"/>
                  <a:pt x="8649410" y="5959577"/>
                </a:cubicBezTo>
                <a:cubicBezTo>
                  <a:pt x="8649410" y="5959577"/>
                  <a:pt x="8650745" y="5950591"/>
                  <a:pt x="8650745" y="5950591"/>
                </a:cubicBezTo>
                <a:cubicBezTo>
                  <a:pt x="8651413" y="5946099"/>
                  <a:pt x="8651413" y="5946099"/>
                  <a:pt x="8652080" y="5941608"/>
                </a:cubicBezTo>
                <a:lnTo>
                  <a:pt x="8655417" y="5919146"/>
                </a:lnTo>
                <a:cubicBezTo>
                  <a:pt x="8653414" y="5932623"/>
                  <a:pt x="8644567" y="5930905"/>
                  <a:pt x="8637054" y="5920203"/>
                </a:cubicBezTo>
                <a:lnTo>
                  <a:pt x="8635719" y="5929187"/>
                </a:lnTo>
                <a:cubicBezTo>
                  <a:pt x="8626872" y="5927469"/>
                  <a:pt x="8628207" y="5918484"/>
                  <a:pt x="8629541" y="5909499"/>
                </a:cubicBezTo>
                <a:cubicBezTo>
                  <a:pt x="8629541" y="5909499"/>
                  <a:pt x="8630209" y="5905008"/>
                  <a:pt x="8630209" y="5905008"/>
                </a:cubicBezTo>
                <a:lnTo>
                  <a:pt x="8630877" y="5900516"/>
                </a:lnTo>
                <a:cubicBezTo>
                  <a:pt x="8630877" y="5900516"/>
                  <a:pt x="8631543" y="5896021"/>
                  <a:pt x="8631543" y="5896021"/>
                </a:cubicBezTo>
                <a:lnTo>
                  <a:pt x="8634212" y="5878054"/>
                </a:lnTo>
                <a:cubicBezTo>
                  <a:pt x="8625364" y="5876335"/>
                  <a:pt x="8627366" y="5862859"/>
                  <a:pt x="8626698" y="5867350"/>
                </a:cubicBezTo>
                <a:cubicBezTo>
                  <a:pt x="8619855" y="5852158"/>
                  <a:pt x="8629368" y="5849383"/>
                  <a:pt x="8632705" y="5826920"/>
                </a:cubicBezTo>
                <a:cubicBezTo>
                  <a:pt x="8632705" y="5826920"/>
                  <a:pt x="8633372" y="5822429"/>
                  <a:pt x="8634040" y="5817936"/>
                </a:cubicBezTo>
                <a:cubicBezTo>
                  <a:pt x="8634708" y="5813443"/>
                  <a:pt x="8625860" y="5811726"/>
                  <a:pt x="8626528" y="5807233"/>
                </a:cubicBezTo>
                <a:cubicBezTo>
                  <a:pt x="8638045" y="5790983"/>
                  <a:pt x="8640713" y="5773014"/>
                  <a:pt x="8643384" y="5755043"/>
                </a:cubicBezTo>
                <a:cubicBezTo>
                  <a:pt x="8644718" y="5746059"/>
                  <a:pt x="8644051" y="5750551"/>
                  <a:pt x="8645386" y="5741567"/>
                </a:cubicBezTo>
                <a:cubicBezTo>
                  <a:pt x="8647387" y="5728089"/>
                  <a:pt x="8634536" y="5753326"/>
                  <a:pt x="8634536" y="5753326"/>
                </a:cubicBezTo>
                <a:cubicBezTo>
                  <a:pt x="8633869" y="5757819"/>
                  <a:pt x="8624353" y="5760593"/>
                  <a:pt x="8623686" y="5765085"/>
                </a:cubicBezTo>
                <a:cubicBezTo>
                  <a:pt x="8632534" y="5766803"/>
                  <a:pt x="8631867" y="5771295"/>
                  <a:pt x="8631200" y="5775787"/>
                </a:cubicBezTo>
                <a:cubicBezTo>
                  <a:pt x="8630532" y="5780280"/>
                  <a:pt x="8629197" y="5789264"/>
                  <a:pt x="8628530" y="5793758"/>
                </a:cubicBezTo>
                <a:cubicBezTo>
                  <a:pt x="8627863" y="5798249"/>
                  <a:pt x="8627195" y="5802742"/>
                  <a:pt x="8625422" y="5807019"/>
                </a:cubicBezTo>
                <a:lnTo>
                  <a:pt x="8615677" y="5818993"/>
                </a:lnTo>
                <a:lnTo>
                  <a:pt x="8615593" y="5819553"/>
                </a:lnTo>
                <a:cubicBezTo>
                  <a:pt x="8615344" y="5821239"/>
                  <a:pt x="8615010" y="5823486"/>
                  <a:pt x="8615010" y="5823486"/>
                </a:cubicBezTo>
                <a:cubicBezTo>
                  <a:pt x="8614342" y="5827976"/>
                  <a:pt x="8614342" y="5827976"/>
                  <a:pt x="8614342" y="5827976"/>
                </a:cubicBezTo>
                <a:lnTo>
                  <a:pt x="8613674" y="5832469"/>
                </a:lnTo>
                <a:cubicBezTo>
                  <a:pt x="8604828" y="5830752"/>
                  <a:pt x="8602826" y="5844228"/>
                  <a:pt x="8604828" y="5830752"/>
                </a:cubicBezTo>
                <a:cubicBezTo>
                  <a:pt x="8603493" y="5839737"/>
                  <a:pt x="8603493" y="5839737"/>
                  <a:pt x="8602826" y="5844228"/>
                </a:cubicBezTo>
                <a:cubicBezTo>
                  <a:pt x="8601492" y="5853213"/>
                  <a:pt x="8602159" y="5848720"/>
                  <a:pt x="8600825" y="5857704"/>
                </a:cubicBezTo>
                <a:lnTo>
                  <a:pt x="8600157" y="5862198"/>
                </a:lnTo>
                <a:cubicBezTo>
                  <a:pt x="8591976" y="5855986"/>
                  <a:pt x="8598821" y="5871180"/>
                  <a:pt x="8590640" y="5864970"/>
                </a:cubicBezTo>
                <a:cubicBezTo>
                  <a:pt x="8589972" y="5869463"/>
                  <a:pt x="8588638" y="5878449"/>
                  <a:pt x="8588638" y="5878449"/>
                </a:cubicBezTo>
                <a:cubicBezTo>
                  <a:pt x="8589305" y="5873956"/>
                  <a:pt x="8579789" y="5876729"/>
                  <a:pt x="8579789" y="5876729"/>
                </a:cubicBezTo>
                <a:cubicBezTo>
                  <a:pt x="8580457" y="5872238"/>
                  <a:pt x="8581124" y="5867744"/>
                  <a:pt x="8581791" y="5863253"/>
                </a:cubicBezTo>
                <a:cubicBezTo>
                  <a:pt x="8582459" y="5858760"/>
                  <a:pt x="8583794" y="5849776"/>
                  <a:pt x="8583794" y="5849776"/>
                </a:cubicBezTo>
                <a:cubicBezTo>
                  <a:pt x="8585128" y="5840792"/>
                  <a:pt x="8585128" y="5840792"/>
                  <a:pt x="8586463" y="5831807"/>
                </a:cubicBezTo>
                <a:cubicBezTo>
                  <a:pt x="8587130" y="5827315"/>
                  <a:pt x="8578284" y="5825598"/>
                  <a:pt x="8578284" y="5825598"/>
                </a:cubicBezTo>
                <a:lnTo>
                  <a:pt x="8576281" y="5839073"/>
                </a:lnTo>
                <a:cubicBezTo>
                  <a:pt x="8568100" y="5832864"/>
                  <a:pt x="8566766" y="5841848"/>
                  <a:pt x="8567433" y="5837355"/>
                </a:cubicBezTo>
                <a:lnTo>
                  <a:pt x="8579636" y="5793506"/>
                </a:lnTo>
                <a:lnTo>
                  <a:pt x="8574106" y="5792432"/>
                </a:lnTo>
                <a:lnTo>
                  <a:pt x="8580451" y="5790583"/>
                </a:lnTo>
                <a:lnTo>
                  <a:pt x="8586959" y="5767197"/>
                </a:lnTo>
                <a:cubicBezTo>
                  <a:pt x="8586959" y="5767197"/>
                  <a:pt x="8585624" y="5776183"/>
                  <a:pt x="8594472" y="5777899"/>
                </a:cubicBezTo>
                <a:cubicBezTo>
                  <a:pt x="8595139" y="5773408"/>
                  <a:pt x="8596474" y="5764422"/>
                  <a:pt x="8597141" y="5759930"/>
                </a:cubicBezTo>
                <a:cubicBezTo>
                  <a:pt x="8596474" y="5764422"/>
                  <a:pt x="8595806" y="5768914"/>
                  <a:pt x="8603988" y="5775126"/>
                </a:cubicBezTo>
                <a:cubicBezTo>
                  <a:pt x="8606657" y="5757156"/>
                  <a:pt x="8608659" y="5743679"/>
                  <a:pt x="8611328" y="5725709"/>
                </a:cubicBezTo>
                <a:cubicBezTo>
                  <a:pt x="8611328" y="5725709"/>
                  <a:pt x="8611996" y="5721218"/>
                  <a:pt x="8620846" y="5722936"/>
                </a:cubicBezTo>
                <a:lnTo>
                  <a:pt x="8621513" y="5718444"/>
                </a:lnTo>
                <a:cubicBezTo>
                  <a:pt x="8613330" y="5712234"/>
                  <a:pt x="8611996" y="5721218"/>
                  <a:pt x="8615333" y="5698756"/>
                </a:cubicBezTo>
                <a:cubicBezTo>
                  <a:pt x="8615333" y="5698756"/>
                  <a:pt x="8606484" y="5697038"/>
                  <a:pt x="8606484" y="5697038"/>
                </a:cubicBezTo>
                <a:cubicBezTo>
                  <a:pt x="8607151" y="5692546"/>
                  <a:pt x="8608486" y="5683562"/>
                  <a:pt x="8609154" y="5679068"/>
                </a:cubicBezTo>
                <a:cubicBezTo>
                  <a:pt x="8609154" y="5679068"/>
                  <a:pt x="8607819" y="5688051"/>
                  <a:pt x="8600308" y="5677350"/>
                </a:cubicBezTo>
                <a:cubicBezTo>
                  <a:pt x="8599640" y="5681843"/>
                  <a:pt x="8598972" y="5686335"/>
                  <a:pt x="8590124" y="5684618"/>
                </a:cubicBezTo>
                <a:lnTo>
                  <a:pt x="8590791" y="5680126"/>
                </a:lnTo>
                <a:lnTo>
                  <a:pt x="8588244" y="5681943"/>
                </a:lnTo>
                <a:lnTo>
                  <a:pt x="8578607" y="5700868"/>
                </a:lnTo>
                <a:cubicBezTo>
                  <a:pt x="8578607" y="5700868"/>
                  <a:pt x="8579942" y="5691885"/>
                  <a:pt x="8579942" y="5691885"/>
                </a:cubicBezTo>
                <a:cubicBezTo>
                  <a:pt x="8579942" y="5691885"/>
                  <a:pt x="8580609" y="5687393"/>
                  <a:pt x="8580609" y="5687393"/>
                </a:cubicBezTo>
                <a:lnTo>
                  <a:pt x="8588244" y="5681943"/>
                </a:lnTo>
                <a:lnTo>
                  <a:pt x="8591459" y="5675631"/>
                </a:lnTo>
                <a:cubicBezTo>
                  <a:pt x="8592125" y="5671139"/>
                  <a:pt x="8592125" y="5671139"/>
                  <a:pt x="8592125" y="5671139"/>
                </a:cubicBezTo>
                <a:cubicBezTo>
                  <a:pt x="8592125" y="5671139"/>
                  <a:pt x="8583278" y="5669423"/>
                  <a:pt x="8583278" y="5669423"/>
                </a:cubicBezTo>
                <a:lnTo>
                  <a:pt x="8583946" y="5664930"/>
                </a:lnTo>
                <a:lnTo>
                  <a:pt x="8584613" y="5660438"/>
                </a:lnTo>
                <a:lnTo>
                  <a:pt x="8585281" y="5655946"/>
                </a:lnTo>
                <a:cubicBezTo>
                  <a:pt x="8575764" y="5658719"/>
                  <a:pt x="8575097" y="5663213"/>
                  <a:pt x="8575764" y="5658719"/>
                </a:cubicBezTo>
                <a:cubicBezTo>
                  <a:pt x="8574429" y="5667704"/>
                  <a:pt x="8573762" y="5672197"/>
                  <a:pt x="8573095" y="5676688"/>
                </a:cubicBezTo>
                <a:cubicBezTo>
                  <a:pt x="8564915" y="5670478"/>
                  <a:pt x="8564249" y="5674970"/>
                  <a:pt x="8564915" y="5670478"/>
                </a:cubicBezTo>
                <a:cubicBezTo>
                  <a:pt x="8554065" y="5682237"/>
                  <a:pt x="8533032" y="5701262"/>
                  <a:pt x="8522848" y="5708528"/>
                </a:cubicBezTo>
                <a:cubicBezTo>
                  <a:pt x="8522848" y="5708528"/>
                  <a:pt x="8523516" y="5704036"/>
                  <a:pt x="8523516" y="5704036"/>
                </a:cubicBezTo>
                <a:cubicBezTo>
                  <a:pt x="8514002" y="5706811"/>
                  <a:pt x="8515337" y="5697826"/>
                  <a:pt x="8516672" y="5688841"/>
                </a:cubicBezTo>
                <a:cubicBezTo>
                  <a:pt x="8517339" y="5684349"/>
                  <a:pt x="8518673" y="5675365"/>
                  <a:pt x="8526853" y="5681575"/>
                </a:cubicBezTo>
                <a:cubicBezTo>
                  <a:pt x="8527521" y="5677082"/>
                  <a:pt x="8528187" y="5672589"/>
                  <a:pt x="8528854" y="5668098"/>
                </a:cubicBezTo>
                <a:cubicBezTo>
                  <a:pt x="8537704" y="5669817"/>
                  <a:pt x="8549222" y="5653565"/>
                  <a:pt x="8550557" y="5644579"/>
                </a:cubicBezTo>
                <a:cubicBezTo>
                  <a:pt x="8553226" y="5626612"/>
                  <a:pt x="8541708" y="5642863"/>
                  <a:pt x="8541708" y="5642863"/>
                </a:cubicBezTo>
                <a:cubicBezTo>
                  <a:pt x="8542376" y="5638371"/>
                  <a:pt x="8543043" y="5633878"/>
                  <a:pt x="8543710" y="5629385"/>
                </a:cubicBezTo>
                <a:cubicBezTo>
                  <a:pt x="8545044" y="5620399"/>
                  <a:pt x="8543710" y="5629385"/>
                  <a:pt x="8534194" y="5632159"/>
                </a:cubicBezTo>
                <a:cubicBezTo>
                  <a:pt x="8533861" y="5634405"/>
                  <a:pt x="8531315" y="5636222"/>
                  <a:pt x="8528853" y="5637478"/>
                </a:cubicBezTo>
                <a:lnTo>
                  <a:pt x="8526758" y="5638320"/>
                </a:lnTo>
                <a:lnTo>
                  <a:pt x="8527652" y="5632307"/>
                </a:lnTo>
                <a:cubicBezTo>
                  <a:pt x="8528320" y="5627815"/>
                  <a:pt x="8528320" y="5627815"/>
                  <a:pt x="8528986" y="5623323"/>
                </a:cubicBezTo>
                <a:lnTo>
                  <a:pt x="8532324" y="5600861"/>
                </a:lnTo>
                <a:cubicBezTo>
                  <a:pt x="8530320" y="5614339"/>
                  <a:pt x="8521474" y="5612620"/>
                  <a:pt x="8513960" y="5601918"/>
                </a:cubicBezTo>
                <a:lnTo>
                  <a:pt x="8512625" y="5610903"/>
                </a:lnTo>
                <a:cubicBezTo>
                  <a:pt x="8503779" y="5609185"/>
                  <a:pt x="8505113" y="5600199"/>
                  <a:pt x="8506448" y="5591215"/>
                </a:cubicBezTo>
                <a:cubicBezTo>
                  <a:pt x="8506448" y="5591215"/>
                  <a:pt x="8507115" y="5586724"/>
                  <a:pt x="8507115" y="5586724"/>
                </a:cubicBezTo>
                <a:lnTo>
                  <a:pt x="8507782" y="5582232"/>
                </a:lnTo>
                <a:cubicBezTo>
                  <a:pt x="8507782" y="5582232"/>
                  <a:pt x="8508450" y="5577738"/>
                  <a:pt x="8508450" y="5577738"/>
                </a:cubicBezTo>
                <a:lnTo>
                  <a:pt x="8511119" y="5559769"/>
                </a:lnTo>
                <a:cubicBezTo>
                  <a:pt x="8502271" y="5558050"/>
                  <a:pt x="8504273" y="5544574"/>
                  <a:pt x="8503605" y="5549066"/>
                </a:cubicBezTo>
                <a:cubicBezTo>
                  <a:pt x="8496761" y="5533872"/>
                  <a:pt x="8506274" y="5531097"/>
                  <a:pt x="8509612" y="5508637"/>
                </a:cubicBezTo>
                <a:cubicBezTo>
                  <a:pt x="8509612" y="5508637"/>
                  <a:pt x="8510280" y="5504145"/>
                  <a:pt x="8510947" y="5499652"/>
                </a:cubicBezTo>
                <a:cubicBezTo>
                  <a:pt x="8511614" y="5495158"/>
                  <a:pt x="8502766" y="5493439"/>
                  <a:pt x="8503434" y="5488948"/>
                </a:cubicBezTo>
                <a:cubicBezTo>
                  <a:pt x="8514951" y="5472697"/>
                  <a:pt x="8517620" y="5454729"/>
                  <a:pt x="8520290" y="5436759"/>
                </a:cubicBezTo>
                <a:lnTo>
                  <a:pt x="8520304" y="5436669"/>
                </a:lnTo>
                <a:lnTo>
                  <a:pt x="8521725" y="5436946"/>
                </a:lnTo>
                <a:cubicBezTo>
                  <a:pt x="8522771" y="5437149"/>
                  <a:pt x="8522771" y="5437149"/>
                  <a:pt x="8522771" y="5437149"/>
                </a:cubicBezTo>
                <a:cubicBezTo>
                  <a:pt x="8524108" y="5428153"/>
                  <a:pt x="8526114" y="5414659"/>
                  <a:pt x="8528118" y="5401165"/>
                </a:cubicBezTo>
                <a:lnTo>
                  <a:pt x="8529454" y="5392168"/>
                </a:lnTo>
                <a:cubicBezTo>
                  <a:pt x="8528118" y="5401164"/>
                  <a:pt x="8525187" y="5406381"/>
                  <a:pt x="8522175" y="5412158"/>
                </a:cubicBezTo>
                <a:lnTo>
                  <a:pt x="8518230" y="5424000"/>
                </a:lnTo>
                <a:lnTo>
                  <a:pt x="8517618" y="5424107"/>
                </a:lnTo>
                <a:cubicBezTo>
                  <a:pt x="8514656" y="5428732"/>
                  <a:pt x="8511443" y="5435042"/>
                  <a:pt x="8511443" y="5435042"/>
                </a:cubicBezTo>
                <a:cubicBezTo>
                  <a:pt x="8510775" y="5439535"/>
                  <a:pt x="8501259" y="5442307"/>
                  <a:pt x="8500592" y="5446800"/>
                </a:cubicBezTo>
                <a:cubicBezTo>
                  <a:pt x="8509441" y="5448518"/>
                  <a:pt x="8508774" y="5453010"/>
                  <a:pt x="8508107" y="5457503"/>
                </a:cubicBezTo>
                <a:cubicBezTo>
                  <a:pt x="8507439" y="5461996"/>
                  <a:pt x="8506105" y="5470979"/>
                  <a:pt x="8505437" y="5475473"/>
                </a:cubicBezTo>
                <a:cubicBezTo>
                  <a:pt x="8504769" y="5479965"/>
                  <a:pt x="8504102" y="5484457"/>
                  <a:pt x="8502329" y="5488734"/>
                </a:cubicBezTo>
                <a:lnTo>
                  <a:pt x="8492583" y="5500708"/>
                </a:lnTo>
                <a:lnTo>
                  <a:pt x="8492500" y="5501269"/>
                </a:lnTo>
                <a:cubicBezTo>
                  <a:pt x="8492250" y="5502953"/>
                  <a:pt x="8491916" y="5505202"/>
                  <a:pt x="8491916" y="5505202"/>
                </a:cubicBezTo>
                <a:cubicBezTo>
                  <a:pt x="8491249" y="5509690"/>
                  <a:pt x="8491249" y="5509690"/>
                  <a:pt x="8491249" y="5509690"/>
                </a:cubicBezTo>
                <a:lnTo>
                  <a:pt x="8490581" y="5514185"/>
                </a:lnTo>
                <a:cubicBezTo>
                  <a:pt x="8481735" y="5512467"/>
                  <a:pt x="8479732" y="5525943"/>
                  <a:pt x="8481735" y="5512467"/>
                </a:cubicBezTo>
                <a:cubicBezTo>
                  <a:pt x="8480400" y="5521452"/>
                  <a:pt x="8480400" y="5521452"/>
                  <a:pt x="8479732" y="5525943"/>
                </a:cubicBezTo>
                <a:cubicBezTo>
                  <a:pt x="8478398" y="5534928"/>
                  <a:pt x="8479065" y="5530435"/>
                  <a:pt x="8477730" y="5539418"/>
                </a:cubicBezTo>
                <a:lnTo>
                  <a:pt x="8477063" y="5543914"/>
                </a:lnTo>
                <a:cubicBezTo>
                  <a:pt x="8472972" y="5540807"/>
                  <a:pt x="8472639" y="5543053"/>
                  <a:pt x="8472305" y="5545298"/>
                </a:cubicBezTo>
                <a:lnTo>
                  <a:pt x="8469191" y="5546207"/>
                </a:lnTo>
                <a:lnTo>
                  <a:pt x="8471687" y="5529402"/>
                </a:lnTo>
                <a:cubicBezTo>
                  <a:pt x="8473022" y="5520419"/>
                  <a:pt x="8474357" y="5511434"/>
                  <a:pt x="8475024" y="5506941"/>
                </a:cubicBezTo>
                <a:cubicBezTo>
                  <a:pt x="8475692" y="5502450"/>
                  <a:pt x="8475692" y="5502450"/>
                  <a:pt x="8476359" y="5497956"/>
                </a:cubicBezTo>
                <a:cubicBezTo>
                  <a:pt x="8476359" y="5497956"/>
                  <a:pt x="8477025" y="5493466"/>
                  <a:pt x="8477025" y="5493466"/>
                </a:cubicBezTo>
                <a:cubicBezTo>
                  <a:pt x="8477025" y="5493466"/>
                  <a:pt x="8477693" y="5488972"/>
                  <a:pt x="8477693" y="5488972"/>
                </a:cubicBezTo>
                <a:cubicBezTo>
                  <a:pt x="8479028" y="5479989"/>
                  <a:pt x="8481031" y="5466512"/>
                  <a:pt x="8490544" y="5463736"/>
                </a:cubicBezTo>
                <a:cubicBezTo>
                  <a:pt x="8491212" y="5459246"/>
                  <a:pt x="8481698" y="5462018"/>
                  <a:pt x="8482365" y="5457527"/>
                </a:cubicBezTo>
                <a:cubicBezTo>
                  <a:pt x="8483032" y="5453035"/>
                  <a:pt x="8491880" y="5454751"/>
                  <a:pt x="8491880" y="5454751"/>
                </a:cubicBezTo>
                <a:cubicBezTo>
                  <a:pt x="8493882" y="5441275"/>
                  <a:pt x="8493214" y="5445767"/>
                  <a:pt x="8494550" y="5436781"/>
                </a:cubicBezTo>
                <a:cubicBezTo>
                  <a:pt x="8495217" y="5432291"/>
                  <a:pt x="8485702" y="5435063"/>
                  <a:pt x="8486370" y="5430572"/>
                </a:cubicBezTo>
                <a:cubicBezTo>
                  <a:pt x="8487037" y="5426081"/>
                  <a:pt x="8497218" y="5418815"/>
                  <a:pt x="8497218" y="5418815"/>
                </a:cubicBezTo>
                <a:cubicBezTo>
                  <a:pt x="8498553" y="5409830"/>
                  <a:pt x="8499221" y="5405338"/>
                  <a:pt x="8499887" y="5400843"/>
                </a:cubicBezTo>
                <a:cubicBezTo>
                  <a:pt x="8500556" y="5396352"/>
                  <a:pt x="8501222" y="5391859"/>
                  <a:pt x="8501890" y="5387367"/>
                </a:cubicBezTo>
                <a:cubicBezTo>
                  <a:pt x="8501890" y="5387367"/>
                  <a:pt x="8503224" y="5378382"/>
                  <a:pt x="8503892" y="5373890"/>
                </a:cubicBezTo>
                <a:cubicBezTo>
                  <a:pt x="8505895" y="5360412"/>
                  <a:pt x="8507896" y="5346937"/>
                  <a:pt x="8509231" y="5337952"/>
                </a:cubicBezTo>
                <a:cubicBezTo>
                  <a:pt x="8510566" y="5328968"/>
                  <a:pt x="8511901" y="5319983"/>
                  <a:pt x="8513236" y="5310999"/>
                </a:cubicBezTo>
                <a:cubicBezTo>
                  <a:pt x="8524086" y="5299241"/>
                  <a:pt x="8518575" y="5275060"/>
                  <a:pt x="8521244" y="5257090"/>
                </a:cubicBezTo>
                <a:cubicBezTo>
                  <a:pt x="8530093" y="5258810"/>
                  <a:pt x="8530093" y="5258810"/>
                  <a:pt x="8530760" y="5254318"/>
                </a:cubicBezTo>
                <a:cubicBezTo>
                  <a:pt x="8531428" y="5249823"/>
                  <a:pt x="8530760" y="5254318"/>
                  <a:pt x="8522579" y="5248106"/>
                </a:cubicBezTo>
                <a:cubicBezTo>
                  <a:pt x="8523246" y="5243612"/>
                  <a:pt x="8526582" y="5221152"/>
                  <a:pt x="8516400" y="5228420"/>
                </a:cubicBezTo>
                <a:cubicBezTo>
                  <a:pt x="8517068" y="5223928"/>
                  <a:pt x="8516400" y="5228420"/>
                  <a:pt x="8517068" y="5223928"/>
                </a:cubicBezTo>
                <a:cubicBezTo>
                  <a:pt x="8518403" y="5214942"/>
                  <a:pt x="8520406" y="5201466"/>
                  <a:pt x="8521741" y="5192481"/>
                </a:cubicBezTo>
                <a:cubicBezTo>
                  <a:pt x="8522408" y="5187990"/>
                  <a:pt x="8522408" y="5187990"/>
                  <a:pt x="8523075" y="5183498"/>
                </a:cubicBezTo>
                <a:cubicBezTo>
                  <a:pt x="8527080" y="5156542"/>
                  <a:pt x="8529082" y="5143064"/>
                  <a:pt x="8541265" y="5122321"/>
                </a:cubicBezTo>
                <a:cubicBezTo>
                  <a:pt x="8539263" y="5135800"/>
                  <a:pt x="8536594" y="5153768"/>
                  <a:pt x="8534592" y="5167246"/>
                </a:cubicBezTo>
                <a:cubicBezTo>
                  <a:pt x="8546777" y="5146501"/>
                  <a:pt x="8541265" y="5122321"/>
                  <a:pt x="8543268" y="5108844"/>
                </a:cubicBezTo>
                <a:cubicBezTo>
                  <a:pt x="8543935" y="5104352"/>
                  <a:pt x="8545938" y="5090876"/>
                  <a:pt x="8547939" y="5077399"/>
                </a:cubicBezTo>
                <a:cubicBezTo>
                  <a:pt x="8557456" y="5074624"/>
                  <a:pt x="8558791" y="5065641"/>
                  <a:pt x="8558791" y="5065641"/>
                </a:cubicBezTo>
                <a:cubicBezTo>
                  <a:pt x="8558123" y="5070132"/>
                  <a:pt x="8558123" y="5070132"/>
                  <a:pt x="8557456" y="5074624"/>
                </a:cubicBezTo>
                <a:cubicBezTo>
                  <a:pt x="8566971" y="5071852"/>
                  <a:pt x="8565637" y="5080836"/>
                  <a:pt x="8564970" y="5085328"/>
                </a:cubicBezTo>
                <a:cubicBezTo>
                  <a:pt x="8566305" y="5076343"/>
                  <a:pt x="8576486" y="5069077"/>
                  <a:pt x="8578488" y="5055602"/>
                </a:cubicBezTo>
                <a:lnTo>
                  <a:pt x="8574484" y="5082553"/>
                </a:lnTo>
                <a:cubicBezTo>
                  <a:pt x="8581331" y="5097750"/>
                  <a:pt x="8569813" y="5114001"/>
                  <a:pt x="8569145" y="5118492"/>
                </a:cubicBezTo>
                <a:cubicBezTo>
                  <a:pt x="8565808" y="5140953"/>
                  <a:pt x="8562470" y="5163414"/>
                  <a:pt x="8559802" y="5181386"/>
                </a:cubicBezTo>
                <a:cubicBezTo>
                  <a:pt x="8550954" y="5179668"/>
                  <a:pt x="8551622" y="5175173"/>
                  <a:pt x="8551622" y="5175173"/>
                </a:cubicBezTo>
                <a:cubicBezTo>
                  <a:pt x="8550954" y="5179668"/>
                  <a:pt x="8550287" y="5184160"/>
                  <a:pt x="8549620" y="5188651"/>
                </a:cubicBezTo>
                <a:cubicBezTo>
                  <a:pt x="8558467" y="5190370"/>
                  <a:pt x="8547618" y="5202129"/>
                  <a:pt x="8555797" y="5208338"/>
                </a:cubicBezTo>
                <a:cubicBezTo>
                  <a:pt x="8556465" y="5203846"/>
                  <a:pt x="8555797" y="5208338"/>
                  <a:pt x="8564646" y="5210057"/>
                </a:cubicBezTo>
                <a:cubicBezTo>
                  <a:pt x="8565981" y="5201072"/>
                  <a:pt x="8565981" y="5201072"/>
                  <a:pt x="8567315" y="5192087"/>
                </a:cubicBezTo>
                <a:cubicBezTo>
                  <a:pt x="8569317" y="5178611"/>
                  <a:pt x="8562470" y="5163414"/>
                  <a:pt x="8572654" y="5156150"/>
                </a:cubicBezTo>
                <a:cubicBezTo>
                  <a:pt x="8581501" y="5157868"/>
                  <a:pt x="8581501" y="5157868"/>
                  <a:pt x="8582169" y="5153373"/>
                </a:cubicBezTo>
                <a:cubicBezTo>
                  <a:pt x="8577536" y="5138610"/>
                  <a:pt x="8582856" y="5125776"/>
                  <a:pt x="8584043" y="5106291"/>
                </a:cubicBezTo>
                <a:lnTo>
                  <a:pt x="8583332" y="5084272"/>
                </a:lnTo>
                <a:lnTo>
                  <a:pt x="8583500" y="5083149"/>
                </a:lnTo>
                <a:cubicBezTo>
                  <a:pt x="8583832" y="5080902"/>
                  <a:pt x="8584334" y="5077534"/>
                  <a:pt x="8584668" y="5075288"/>
                </a:cubicBezTo>
                <a:lnTo>
                  <a:pt x="8589338" y="5043842"/>
                </a:lnTo>
                <a:cubicBezTo>
                  <a:pt x="8588671" y="5048334"/>
                  <a:pt x="8579822" y="5046617"/>
                  <a:pt x="8579155" y="5051109"/>
                </a:cubicBezTo>
                <a:lnTo>
                  <a:pt x="8581157" y="5037632"/>
                </a:lnTo>
                <a:cubicBezTo>
                  <a:pt x="8581157" y="5037632"/>
                  <a:pt x="8581825" y="5033140"/>
                  <a:pt x="8581825" y="5033140"/>
                </a:cubicBezTo>
                <a:cubicBezTo>
                  <a:pt x="8582493" y="5028647"/>
                  <a:pt x="8582493" y="5028647"/>
                  <a:pt x="8582493" y="5028647"/>
                </a:cubicBezTo>
                <a:cubicBezTo>
                  <a:pt x="8583160" y="5024153"/>
                  <a:pt x="8590674" y="5034857"/>
                  <a:pt x="8589338" y="5043842"/>
                </a:cubicBezTo>
                <a:lnTo>
                  <a:pt x="8592008" y="5025873"/>
                </a:lnTo>
                <a:cubicBezTo>
                  <a:pt x="8593343" y="5016888"/>
                  <a:pt x="8594011" y="5012394"/>
                  <a:pt x="8596013" y="4998920"/>
                </a:cubicBezTo>
                <a:cubicBezTo>
                  <a:pt x="8596680" y="4994428"/>
                  <a:pt x="8596680" y="4994428"/>
                  <a:pt x="8597347" y="4989933"/>
                </a:cubicBezTo>
                <a:cubicBezTo>
                  <a:pt x="8598682" y="4980949"/>
                  <a:pt x="8609531" y="4969192"/>
                  <a:pt x="8610199" y="4964698"/>
                </a:cubicBezTo>
                <a:cubicBezTo>
                  <a:pt x="8611533" y="4955715"/>
                  <a:pt x="8613535" y="4942237"/>
                  <a:pt x="8614203" y="4937745"/>
                </a:cubicBezTo>
                <a:cubicBezTo>
                  <a:pt x="8614870" y="4933254"/>
                  <a:pt x="8616205" y="4924268"/>
                  <a:pt x="8608025" y="4918058"/>
                </a:cubicBezTo>
                <a:lnTo>
                  <a:pt x="8606690" y="4927041"/>
                </a:lnTo>
                <a:cubicBezTo>
                  <a:pt x="8608025" y="4918058"/>
                  <a:pt x="8599844" y="4911847"/>
                  <a:pt x="8601179" y="4902863"/>
                </a:cubicBezTo>
                <a:cubicBezTo>
                  <a:pt x="8601846" y="4898369"/>
                  <a:pt x="8612031" y="4891104"/>
                  <a:pt x="8603849" y="4884894"/>
                </a:cubicBezTo>
                <a:cubicBezTo>
                  <a:pt x="8604516" y="4880403"/>
                  <a:pt x="8603849" y="4884894"/>
                  <a:pt x="8604516" y="4880403"/>
                </a:cubicBezTo>
                <a:cubicBezTo>
                  <a:pt x="8604516" y="4880403"/>
                  <a:pt x="8605183" y="4875909"/>
                  <a:pt x="8605850" y="4871417"/>
                </a:cubicBezTo>
                <a:cubicBezTo>
                  <a:pt x="8606518" y="4866923"/>
                  <a:pt x="8606518" y="4866923"/>
                  <a:pt x="8607185" y="4862432"/>
                </a:cubicBezTo>
                <a:cubicBezTo>
                  <a:pt x="8608520" y="4853448"/>
                  <a:pt x="8609855" y="4844463"/>
                  <a:pt x="8611189" y="4835478"/>
                </a:cubicBezTo>
                <a:cubicBezTo>
                  <a:pt x="8611858" y="4830985"/>
                  <a:pt x="8611858" y="4830985"/>
                  <a:pt x="8612524" y="4826494"/>
                </a:cubicBezTo>
                <a:cubicBezTo>
                  <a:pt x="8613859" y="4817510"/>
                  <a:pt x="8614527" y="4813017"/>
                  <a:pt x="8615193" y="4808526"/>
                </a:cubicBezTo>
                <a:cubicBezTo>
                  <a:pt x="8615861" y="4804031"/>
                  <a:pt x="8616528" y="4799539"/>
                  <a:pt x="8616528" y="4799539"/>
                </a:cubicBezTo>
                <a:cubicBezTo>
                  <a:pt x="8619197" y="4781570"/>
                  <a:pt x="8621200" y="4768094"/>
                  <a:pt x="8623203" y="4754617"/>
                </a:cubicBezTo>
                <a:cubicBezTo>
                  <a:pt x="8625871" y="4736648"/>
                  <a:pt x="8619026" y="4721453"/>
                  <a:pt x="8630545" y="4705202"/>
                </a:cubicBezTo>
                <a:cubicBezTo>
                  <a:pt x="8631877" y="4696217"/>
                  <a:pt x="8635216" y="4673756"/>
                  <a:pt x="8628371" y="4658561"/>
                </a:cubicBezTo>
                <a:cubicBezTo>
                  <a:pt x="8629038" y="4654068"/>
                  <a:pt x="8638553" y="4651295"/>
                  <a:pt x="8639220" y="4646800"/>
                </a:cubicBezTo>
                <a:cubicBezTo>
                  <a:pt x="8630372" y="4645083"/>
                  <a:pt x="8630372" y="4645083"/>
                  <a:pt x="8631707" y="4636099"/>
                </a:cubicBezTo>
                <a:cubicBezTo>
                  <a:pt x="8622192" y="4638873"/>
                  <a:pt x="8626195" y="4611919"/>
                  <a:pt x="8637047" y="4600160"/>
                </a:cubicBezTo>
                <a:cubicBezTo>
                  <a:pt x="8637047" y="4600160"/>
                  <a:pt x="8637047" y="4600160"/>
                  <a:pt x="8637714" y="4595670"/>
                </a:cubicBezTo>
                <a:cubicBezTo>
                  <a:pt x="8637714" y="4595670"/>
                  <a:pt x="8637714" y="4595670"/>
                  <a:pt x="8638382" y="4591177"/>
                </a:cubicBezTo>
                <a:cubicBezTo>
                  <a:pt x="8638382" y="4591177"/>
                  <a:pt x="8639049" y="4586683"/>
                  <a:pt x="8639049" y="4586683"/>
                </a:cubicBezTo>
                <a:cubicBezTo>
                  <a:pt x="8639049" y="4586683"/>
                  <a:pt x="8639049" y="4586683"/>
                  <a:pt x="8630199" y="4584966"/>
                </a:cubicBezTo>
                <a:lnTo>
                  <a:pt x="8632202" y="4571489"/>
                </a:lnTo>
                <a:cubicBezTo>
                  <a:pt x="8633537" y="4562503"/>
                  <a:pt x="8637541" y="4535550"/>
                  <a:pt x="8639543" y="4522073"/>
                </a:cubicBezTo>
                <a:cubicBezTo>
                  <a:pt x="8640211" y="4517580"/>
                  <a:pt x="8639543" y="4522073"/>
                  <a:pt x="8630027" y="4524847"/>
                </a:cubicBezTo>
                <a:cubicBezTo>
                  <a:pt x="8632696" y="4506879"/>
                  <a:pt x="8643548" y="4495120"/>
                  <a:pt x="8644882" y="4486136"/>
                </a:cubicBezTo>
                <a:cubicBezTo>
                  <a:pt x="8647551" y="4468167"/>
                  <a:pt x="8639370" y="4461955"/>
                  <a:pt x="8642040" y="4443987"/>
                </a:cubicBezTo>
                <a:cubicBezTo>
                  <a:pt x="8642707" y="4439493"/>
                  <a:pt x="8643375" y="4435002"/>
                  <a:pt x="8644042" y="4430510"/>
                </a:cubicBezTo>
                <a:cubicBezTo>
                  <a:pt x="8643375" y="4435002"/>
                  <a:pt x="8634527" y="4433283"/>
                  <a:pt x="8633860" y="4437777"/>
                </a:cubicBezTo>
                <a:cubicBezTo>
                  <a:pt x="8636530" y="4419807"/>
                  <a:pt x="8648714" y="4399063"/>
                  <a:pt x="8643871" y="4370392"/>
                </a:cubicBezTo>
                <a:cubicBezTo>
                  <a:pt x="8643871" y="4370392"/>
                  <a:pt x="8635022" y="4368672"/>
                  <a:pt x="8635022" y="4368672"/>
                </a:cubicBezTo>
                <a:lnTo>
                  <a:pt x="8631685" y="4391134"/>
                </a:lnTo>
                <a:cubicBezTo>
                  <a:pt x="8622838" y="4389417"/>
                  <a:pt x="8632352" y="4386643"/>
                  <a:pt x="8622838" y="4389417"/>
                </a:cubicBezTo>
                <a:cubicBezTo>
                  <a:pt x="8620170" y="4407386"/>
                  <a:pt x="8616832" y="4429847"/>
                  <a:pt x="8613494" y="4452308"/>
                </a:cubicBezTo>
                <a:cubicBezTo>
                  <a:pt x="8613494" y="4452308"/>
                  <a:pt x="8612160" y="4461295"/>
                  <a:pt x="8603311" y="4459575"/>
                </a:cubicBezTo>
                <a:lnTo>
                  <a:pt x="8604646" y="4450592"/>
                </a:lnTo>
                <a:lnTo>
                  <a:pt x="8605314" y="4446098"/>
                </a:lnTo>
                <a:lnTo>
                  <a:pt x="8605980" y="4441606"/>
                </a:lnTo>
                <a:lnTo>
                  <a:pt x="8606648" y="4437113"/>
                </a:lnTo>
                <a:cubicBezTo>
                  <a:pt x="8604770" y="4434439"/>
                  <a:pt x="8604039" y="4431696"/>
                  <a:pt x="8604021" y="4428948"/>
                </a:cubicBezTo>
                <a:lnTo>
                  <a:pt x="8604209" y="4428012"/>
                </a:lnTo>
                <a:lnTo>
                  <a:pt x="8605605" y="4428862"/>
                </a:lnTo>
                <a:lnTo>
                  <a:pt x="8607562" y="4415692"/>
                </a:lnTo>
                <a:lnTo>
                  <a:pt x="8611320" y="4405667"/>
                </a:lnTo>
                <a:cubicBezTo>
                  <a:pt x="8611320" y="4405667"/>
                  <a:pt x="8610652" y="4410160"/>
                  <a:pt x="8601805" y="4408443"/>
                </a:cubicBezTo>
                <a:cubicBezTo>
                  <a:pt x="8602473" y="4403949"/>
                  <a:pt x="8603140" y="4399458"/>
                  <a:pt x="8603807" y="4394966"/>
                </a:cubicBezTo>
                <a:lnTo>
                  <a:pt x="8604803" y="4388263"/>
                </a:lnTo>
                <a:lnTo>
                  <a:pt x="8606853" y="4389818"/>
                </a:lnTo>
                <a:cubicBezTo>
                  <a:pt x="8608899" y="4391370"/>
                  <a:pt x="8610944" y="4392923"/>
                  <a:pt x="8610944" y="4392923"/>
                </a:cubicBezTo>
                <a:cubicBezTo>
                  <a:pt x="8612279" y="4383939"/>
                  <a:pt x="8612947" y="4379446"/>
                  <a:pt x="8614948" y="4365971"/>
                </a:cubicBezTo>
                <a:lnTo>
                  <a:pt x="8611586" y="4365318"/>
                </a:lnTo>
                <a:lnTo>
                  <a:pt x="8617994" y="4360744"/>
                </a:lnTo>
                <a:cubicBezTo>
                  <a:pt x="8619329" y="4351760"/>
                  <a:pt x="8619329" y="4351760"/>
                  <a:pt x="8620663" y="4342774"/>
                </a:cubicBezTo>
                <a:cubicBezTo>
                  <a:pt x="8620663" y="4342774"/>
                  <a:pt x="8620663" y="4342774"/>
                  <a:pt x="8630179" y="4340001"/>
                </a:cubicBezTo>
                <a:cubicBezTo>
                  <a:pt x="8631514" y="4331017"/>
                  <a:pt x="8633516" y="4317541"/>
                  <a:pt x="8633516" y="4317541"/>
                </a:cubicBezTo>
                <a:cubicBezTo>
                  <a:pt x="8633516" y="4317541"/>
                  <a:pt x="8634851" y="4308557"/>
                  <a:pt x="8634851" y="4308557"/>
                </a:cubicBezTo>
                <a:cubicBezTo>
                  <a:pt x="8634851" y="4308557"/>
                  <a:pt x="8635518" y="4304064"/>
                  <a:pt x="8635518" y="4304064"/>
                </a:cubicBezTo>
                <a:cubicBezTo>
                  <a:pt x="8648370" y="4278827"/>
                  <a:pt x="8650372" y="4265349"/>
                  <a:pt x="8654376" y="4238397"/>
                </a:cubicBezTo>
                <a:cubicBezTo>
                  <a:pt x="8645530" y="4236679"/>
                  <a:pt x="8645530" y="4236679"/>
                  <a:pt x="8644863" y="4241171"/>
                </a:cubicBezTo>
                <a:cubicBezTo>
                  <a:pt x="8642860" y="4254648"/>
                  <a:pt x="8640858" y="4268126"/>
                  <a:pt x="8638000" y="4279702"/>
                </a:cubicBezTo>
                <a:lnTo>
                  <a:pt x="8633128" y="4290722"/>
                </a:lnTo>
                <a:lnTo>
                  <a:pt x="8628964" y="4271631"/>
                </a:lnTo>
                <a:lnTo>
                  <a:pt x="8627629" y="4280617"/>
                </a:lnTo>
                <a:cubicBezTo>
                  <a:pt x="8618780" y="4278898"/>
                  <a:pt x="8618112" y="4283390"/>
                  <a:pt x="8618112" y="4283390"/>
                </a:cubicBezTo>
                <a:lnTo>
                  <a:pt x="8618780" y="4278898"/>
                </a:lnTo>
                <a:cubicBezTo>
                  <a:pt x="8619448" y="4274405"/>
                  <a:pt x="8619448" y="4274405"/>
                  <a:pt x="8620114" y="4269913"/>
                </a:cubicBezTo>
                <a:lnTo>
                  <a:pt x="8620413" y="4267902"/>
                </a:lnTo>
                <a:lnTo>
                  <a:pt x="8623162" y="4264689"/>
                </a:lnTo>
                <a:cubicBezTo>
                  <a:pt x="8623162" y="4264689"/>
                  <a:pt x="8622495" y="4269182"/>
                  <a:pt x="8622495" y="4269182"/>
                </a:cubicBezTo>
                <a:cubicBezTo>
                  <a:pt x="8623162" y="4264689"/>
                  <a:pt x="8633343" y="4257422"/>
                  <a:pt x="8635346" y="4243944"/>
                </a:cubicBezTo>
                <a:cubicBezTo>
                  <a:pt x="8635346" y="4243944"/>
                  <a:pt x="8636013" y="4239453"/>
                  <a:pt x="8636013" y="4239453"/>
                </a:cubicBezTo>
                <a:cubicBezTo>
                  <a:pt x="8636681" y="4234961"/>
                  <a:pt x="8637348" y="4230469"/>
                  <a:pt x="8638015" y="4225975"/>
                </a:cubicBezTo>
                <a:cubicBezTo>
                  <a:pt x="8638683" y="4221483"/>
                  <a:pt x="8638683" y="4221483"/>
                  <a:pt x="8638683" y="4221483"/>
                </a:cubicBezTo>
                <a:cubicBezTo>
                  <a:pt x="8638683" y="4221483"/>
                  <a:pt x="8638683" y="4221483"/>
                  <a:pt x="8629835" y="4219767"/>
                </a:cubicBezTo>
                <a:lnTo>
                  <a:pt x="8631838" y="4206289"/>
                </a:lnTo>
                <a:cubicBezTo>
                  <a:pt x="8632506" y="4201797"/>
                  <a:pt x="8623656" y="4200078"/>
                  <a:pt x="8623656" y="4200078"/>
                </a:cubicBezTo>
                <a:cubicBezTo>
                  <a:pt x="8625659" y="4186601"/>
                  <a:pt x="8625659" y="4186601"/>
                  <a:pt x="8626326" y="4182108"/>
                </a:cubicBezTo>
                <a:cubicBezTo>
                  <a:pt x="8636510" y="4174843"/>
                  <a:pt x="8635174" y="4183827"/>
                  <a:pt x="8634507" y="4188320"/>
                </a:cubicBezTo>
                <a:cubicBezTo>
                  <a:pt x="8645357" y="4176560"/>
                  <a:pt x="8637844" y="4165859"/>
                  <a:pt x="8640513" y="4147888"/>
                </a:cubicBezTo>
                <a:lnTo>
                  <a:pt x="8638513" y="4161365"/>
                </a:lnTo>
                <a:cubicBezTo>
                  <a:pt x="8638513" y="4161365"/>
                  <a:pt x="8637844" y="4165859"/>
                  <a:pt x="8628995" y="4164141"/>
                </a:cubicBezTo>
                <a:cubicBezTo>
                  <a:pt x="8629996" y="4157401"/>
                  <a:pt x="8633043" y="4152216"/>
                  <a:pt x="8634983" y="4146815"/>
                </a:cubicBezTo>
                <a:lnTo>
                  <a:pt x="8635165" y="4145905"/>
                </a:lnTo>
                <a:lnTo>
                  <a:pt x="8638135" y="4148622"/>
                </a:lnTo>
                <a:lnTo>
                  <a:pt x="8639469" y="4139636"/>
                </a:lnTo>
                <a:cubicBezTo>
                  <a:pt x="8639469" y="4139636"/>
                  <a:pt x="8638801" y="4144131"/>
                  <a:pt x="8647651" y="4145848"/>
                </a:cubicBezTo>
                <a:cubicBezTo>
                  <a:pt x="8648318" y="4141354"/>
                  <a:pt x="8648985" y="4136863"/>
                  <a:pt x="8649653" y="4132371"/>
                </a:cubicBezTo>
                <a:cubicBezTo>
                  <a:pt x="8649653" y="4132371"/>
                  <a:pt x="8650319" y="4127878"/>
                  <a:pt x="8650319" y="4127878"/>
                </a:cubicBezTo>
                <a:cubicBezTo>
                  <a:pt x="8650987" y="4123386"/>
                  <a:pt x="8650987" y="4123386"/>
                  <a:pt x="8650987" y="4123386"/>
                </a:cubicBezTo>
                <a:lnTo>
                  <a:pt x="8647216" y="4122653"/>
                </a:lnTo>
                <a:lnTo>
                  <a:pt x="8648689" y="4121440"/>
                </a:lnTo>
                <a:lnTo>
                  <a:pt x="8650987" y="4123386"/>
                </a:lnTo>
                <a:lnTo>
                  <a:pt x="8651637" y="4119009"/>
                </a:lnTo>
                <a:lnTo>
                  <a:pt x="8652927" y="4117947"/>
                </a:lnTo>
                <a:cubicBezTo>
                  <a:pt x="8654532" y="4114791"/>
                  <a:pt x="8655033" y="4111423"/>
                  <a:pt x="8655367" y="4109176"/>
                </a:cubicBezTo>
                <a:cubicBezTo>
                  <a:pt x="8654700" y="4113669"/>
                  <a:pt x="8654032" y="4118161"/>
                  <a:pt x="8663549" y="4115386"/>
                </a:cubicBezTo>
                <a:cubicBezTo>
                  <a:pt x="8663549" y="4115386"/>
                  <a:pt x="8664049" y="4112017"/>
                  <a:pt x="8664466" y="4109209"/>
                </a:cubicBezTo>
                <a:lnTo>
                  <a:pt x="8664894" y="4106329"/>
                </a:lnTo>
                <a:lnTo>
                  <a:pt x="8664956" y="4105913"/>
                </a:lnTo>
                <a:lnTo>
                  <a:pt x="8664902" y="4106279"/>
                </a:lnTo>
                <a:lnTo>
                  <a:pt x="8666885" y="4092925"/>
                </a:lnTo>
                <a:cubicBezTo>
                  <a:pt x="8667552" y="4088433"/>
                  <a:pt x="8667552" y="4088433"/>
                  <a:pt x="8667552" y="4088433"/>
                </a:cubicBezTo>
                <a:cubicBezTo>
                  <a:pt x="8668220" y="4083942"/>
                  <a:pt x="8668220" y="4083942"/>
                  <a:pt x="8660038" y="4077731"/>
                </a:cubicBezTo>
                <a:cubicBezTo>
                  <a:pt x="8668887" y="4079449"/>
                  <a:pt x="8668887" y="4079449"/>
                  <a:pt x="8668887" y="4079449"/>
                </a:cubicBezTo>
                <a:cubicBezTo>
                  <a:pt x="8661374" y="4068746"/>
                  <a:pt x="8671557" y="4061479"/>
                  <a:pt x="8673559" y="4048003"/>
                </a:cubicBezTo>
                <a:cubicBezTo>
                  <a:pt x="8672892" y="4052495"/>
                  <a:pt x="8672892" y="4052495"/>
                  <a:pt x="8664044" y="4050777"/>
                </a:cubicBezTo>
                <a:cubicBezTo>
                  <a:pt x="8665377" y="4041792"/>
                  <a:pt x="8663376" y="4055270"/>
                  <a:pt x="8655863" y="4044567"/>
                </a:cubicBezTo>
                <a:cubicBezTo>
                  <a:pt x="8656531" y="4040075"/>
                  <a:pt x="8657865" y="4031090"/>
                  <a:pt x="8658532" y="4026598"/>
                </a:cubicBezTo>
                <a:cubicBezTo>
                  <a:pt x="8669382" y="4014838"/>
                  <a:pt x="8662537" y="3999644"/>
                  <a:pt x="8664539" y="3986166"/>
                </a:cubicBezTo>
                <a:cubicBezTo>
                  <a:pt x="8663205" y="3995150"/>
                  <a:pt x="8671384" y="4001361"/>
                  <a:pt x="8670716" y="4005854"/>
                </a:cubicBezTo>
                <a:lnTo>
                  <a:pt x="8667380" y="4028316"/>
                </a:lnTo>
                <a:cubicBezTo>
                  <a:pt x="8677563" y="4021050"/>
                  <a:pt x="8670716" y="4005854"/>
                  <a:pt x="8671384" y="4001361"/>
                </a:cubicBezTo>
                <a:cubicBezTo>
                  <a:pt x="8672051" y="3996869"/>
                  <a:pt x="8672718" y="3992378"/>
                  <a:pt x="8673386" y="3987885"/>
                </a:cubicBezTo>
                <a:cubicBezTo>
                  <a:pt x="8676723" y="3965423"/>
                  <a:pt x="8680060" y="3942962"/>
                  <a:pt x="8682730" y="3924992"/>
                </a:cubicBezTo>
                <a:lnTo>
                  <a:pt x="8676186" y="3920025"/>
                </a:lnTo>
                <a:lnTo>
                  <a:pt x="8673883" y="3923275"/>
                </a:lnTo>
                <a:lnTo>
                  <a:pt x="8675573" y="3919560"/>
                </a:lnTo>
                <a:lnTo>
                  <a:pt x="8674549" y="3918783"/>
                </a:lnTo>
                <a:cubicBezTo>
                  <a:pt x="8674549" y="3918783"/>
                  <a:pt x="8665701" y="3917064"/>
                  <a:pt x="8665701" y="3917064"/>
                </a:cubicBezTo>
                <a:cubicBezTo>
                  <a:pt x="8666368" y="3912572"/>
                  <a:pt x="8666368" y="3912572"/>
                  <a:pt x="8666368" y="3912572"/>
                </a:cubicBezTo>
                <a:cubicBezTo>
                  <a:pt x="8675217" y="3914291"/>
                  <a:pt x="8667703" y="3903588"/>
                  <a:pt x="8676552" y="3905305"/>
                </a:cubicBezTo>
                <a:lnTo>
                  <a:pt x="8677887" y="3896321"/>
                </a:lnTo>
                <a:cubicBezTo>
                  <a:pt x="8681309" y="3903919"/>
                  <a:pt x="8680642" y="3908410"/>
                  <a:pt x="8678951" y="3912128"/>
                </a:cubicBezTo>
                <a:lnTo>
                  <a:pt x="8675573" y="3919560"/>
                </a:lnTo>
                <a:lnTo>
                  <a:pt x="8676186" y="3920025"/>
                </a:lnTo>
                <a:lnTo>
                  <a:pt x="8685398" y="3907023"/>
                </a:lnTo>
                <a:cubicBezTo>
                  <a:pt x="8685398" y="3907023"/>
                  <a:pt x="8684733" y="3911517"/>
                  <a:pt x="8693580" y="3913235"/>
                </a:cubicBezTo>
                <a:cubicBezTo>
                  <a:pt x="8695582" y="3899757"/>
                  <a:pt x="8688736" y="3884562"/>
                  <a:pt x="8690070" y="3875578"/>
                </a:cubicBezTo>
                <a:lnTo>
                  <a:pt x="8689403" y="3880070"/>
                </a:lnTo>
                <a:cubicBezTo>
                  <a:pt x="8688736" y="3884562"/>
                  <a:pt x="8688736" y="3884562"/>
                  <a:pt x="8688068" y="3889054"/>
                </a:cubicBezTo>
                <a:cubicBezTo>
                  <a:pt x="8688068" y="3889054"/>
                  <a:pt x="8687401" y="3893546"/>
                  <a:pt x="8687401" y="3893546"/>
                </a:cubicBezTo>
                <a:cubicBezTo>
                  <a:pt x="8687401" y="3893546"/>
                  <a:pt x="8686734" y="3898040"/>
                  <a:pt x="8686734" y="3898040"/>
                </a:cubicBezTo>
                <a:cubicBezTo>
                  <a:pt x="8686734" y="3898040"/>
                  <a:pt x="8687401" y="3893546"/>
                  <a:pt x="8678554" y="3891829"/>
                </a:cubicBezTo>
                <a:cubicBezTo>
                  <a:pt x="8679222" y="3887336"/>
                  <a:pt x="8680556" y="3878351"/>
                  <a:pt x="8680556" y="3878351"/>
                </a:cubicBezTo>
                <a:cubicBezTo>
                  <a:pt x="8681223" y="3873860"/>
                  <a:pt x="8680556" y="3878351"/>
                  <a:pt x="8681223" y="3873860"/>
                </a:cubicBezTo>
                <a:cubicBezTo>
                  <a:pt x="8682559" y="3864875"/>
                  <a:pt x="8682559" y="3864875"/>
                  <a:pt x="8683226" y="3860382"/>
                </a:cubicBezTo>
                <a:cubicBezTo>
                  <a:pt x="8692740" y="3857609"/>
                  <a:pt x="8694075" y="3848623"/>
                  <a:pt x="8694743" y="3844131"/>
                </a:cubicBezTo>
                <a:cubicBezTo>
                  <a:pt x="8702924" y="3850342"/>
                  <a:pt x="8702256" y="3854834"/>
                  <a:pt x="8702256" y="3854834"/>
                </a:cubicBezTo>
                <a:cubicBezTo>
                  <a:pt x="8702256" y="3854834"/>
                  <a:pt x="8702256" y="3854834"/>
                  <a:pt x="8701588" y="3859327"/>
                </a:cubicBezTo>
                <a:cubicBezTo>
                  <a:pt x="8701588" y="3859327"/>
                  <a:pt x="8700254" y="3868310"/>
                  <a:pt x="8699586" y="3872803"/>
                </a:cubicBezTo>
                <a:cubicBezTo>
                  <a:pt x="8708434" y="3874521"/>
                  <a:pt x="8709768" y="3865537"/>
                  <a:pt x="8709768" y="3865537"/>
                </a:cubicBezTo>
                <a:cubicBezTo>
                  <a:pt x="8712438" y="3847567"/>
                  <a:pt x="8714439" y="3834091"/>
                  <a:pt x="8717110" y="3816121"/>
                </a:cubicBezTo>
                <a:cubicBezTo>
                  <a:pt x="8717777" y="3811629"/>
                  <a:pt x="8717777" y="3811629"/>
                  <a:pt x="8718444" y="3807139"/>
                </a:cubicBezTo>
                <a:lnTo>
                  <a:pt x="8719112" y="3802644"/>
                </a:lnTo>
                <a:lnTo>
                  <a:pt x="8719780" y="3798152"/>
                </a:lnTo>
                <a:lnTo>
                  <a:pt x="8720447" y="3793660"/>
                </a:lnTo>
                <a:cubicBezTo>
                  <a:pt x="8721115" y="3789168"/>
                  <a:pt x="8721115" y="3789168"/>
                  <a:pt x="8721782" y="3784675"/>
                </a:cubicBezTo>
                <a:cubicBezTo>
                  <a:pt x="8721782" y="3784675"/>
                  <a:pt x="8721782" y="3784675"/>
                  <a:pt x="8722449" y="3780182"/>
                </a:cubicBezTo>
                <a:cubicBezTo>
                  <a:pt x="8723115" y="3775691"/>
                  <a:pt x="8723783" y="3771199"/>
                  <a:pt x="8724451" y="3766706"/>
                </a:cubicBezTo>
                <a:cubicBezTo>
                  <a:pt x="8727120" y="3748738"/>
                  <a:pt x="8729122" y="3735260"/>
                  <a:pt x="8731792" y="3717292"/>
                </a:cubicBezTo>
                <a:lnTo>
                  <a:pt x="8735129" y="3694829"/>
                </a:lnTo>
                <a:cubicBezTo>
                  <a:pt x="8734461" y="3699322"/>
                  <a:pt x="8733127" y="3708305"/>
                  <a:pt x="8723613" y="3711082"/>
                </a:cubicBezTo>
                <a:cubicBezTo>
                  <a:pt x="8724947" y="3702096"/>
                  <a:pt x="8726282" y="3693112"/>
                  <a:pt x="8728284" y="3679636"/>
                </a:cubicBezTo>
                <a:lnTo>
                  <a:pt x="8726907" y="3680125"/>
                </a:lnTo>
                <a:lnTo>
                  <a:pt x="8726921" y="3680025"/>
                </a:lnTo>
                <a:lnTo>
                  <a:pt x="8727471" y="3676333"/>
                </a:lnTo>
                <a:lnTo>
                  <a:pt x="8728284" y="3679636"/>
                </a:lnTo>
                <a:cubicBezTo>
                  <a:pt x="8728951" y="3675143"/>
                  <a:pt x="8728951" y="3675143"/>
                  <a:pt x="8728951" y="3675143"/>
                </a:cubicBezTo>
                <a:cubicBezTo>
                  <a:pt x="8729618" y="3670650"/>
                  <a:pt x="8730286" y="3666158"/>
                  <a:pt x="8730953" y="3661665"/>
                </a:cubicBezTo>
                <a:cubicBezTo>
                  <a:pt x="8722104" y="3659947"/>
                  <a:pt x="8721437" y="3664440"/>
                  <a:pt x="8722104" y="3659947"/>
                </a:cubicBezTo>
                <a:cubicBezTo>
                  <a:pt x="8721771" y="3662194"/>
                  <a:pt x="8723649" y="3664870"/>
                  <a:pt x="8725444" y="3668107"/>
                </a:cubicBezTo>
                <a:lnTo>
                  <a:pt x="8727009" y="3674459"/>
                </a:lnTo>
                <a:lnTo>
                  <a:pt x="8724654" y="3680926"/>
                </a:lnTo>
                <a:lnTo>
                  <a:pt x="8719874" y="3682624"/>
                </a:lnTo>
                <a:cubicBezTo>
                  <a:pt x="8718434" y="3684656"/>
                  <a:pt x="8718100" y="3686901"/>
                  <a:pt x="8718100" y="3686901"/>
                </a:cubicBezTo>
                <a:lnTo>
                  <a:pt x="8722104" y="3659947"/>
                </a:lnTo>
                <a:lnTo>
                  <a:pt x="8724107" y="3646471"/>
                </a:lnTo>
                <a:cubicBezTo>
                  <a:pt x="8724774" y="3641978"/>
                  <a:pt x="8732955" y="3648190"/>
                  <a:pt x="8734291" y="3639205"/>
                </a:cubicBezTo>
                <a:cubicBezTo>
                  <a:pt x="8734624" y="3636957"/>
                  <a:pt x="8735125" y="3633589"/>
                  <a:pt x="8735459" y="3631343"/>
                </a:cubicBezTo>
                <a:lnTo>
                  <a:pt x="8735625" y="3630219"/>
                </a:lnTo>
                <a:lnTo>
                  <a:pt x="8734515" y="3628126"/>
                </a:lnTo>
                <a:cubicBezTo>
                  <a:pt x="8732087" y="3627222"/>
                  <a:pt x="8726609" y="3629624"/>
                  <a:pt x="8726109" y="3632993"/>
                </a:cubicBezTo>
                <a:cubicBezTo>
                  <a:pt x="8726777" y="3628502"/>
                  <a:pt x="8726777" y="3628502"/>
                  <a:pt x="8727444" y="3624010"/>
                </a:cubicBezTo>
                <a:lnTo>
                  <a:pt x="8727991" y="3620322"/>
                </a:lnTo>
                <a:lnTo>
                  <a:pt x="8734228" y="3623596"/>
                </a:lnTo>
                <a:cubicBezTo>
                  <a:pt x="8735108" y="3624923"/>
                  <a:pt x="8734942" y="3626047"/>
                  <a:pt x="8734942" y="3626047"/>
                </a:cubicBezTo>
                <a:cubicBezTo>
                  <a:pt x="8735609" y="3621549"/>
                  <a:pt x="8738282" y="3603556"/>
                  <a:pt x="8747328" y="3600684"/>
                </a:cubicBezTo>
                <a:cubicBezTo>
                  <a:pt x="8747328" y="3600684"/>
                  <a:pt x="8746660" y="3605183"/>
                  <a:pt x="8746660" y="3605183"/>
                </a:cubicBezTo>
                <a:cubicBezTo>
                  <a:pt x="8755038" y="3606809"/>
                  <a:pt x="8755038" y="3606809"/>
                  <a:pt x="8755706" y="3602311"/>
                </a:cubicBezTo>
                <a:cubicBezTo>
                  <a:pt x="8757043" y="3593314"/>
                  <a:pt x="8757711" y="3588817"/>
                  <a:pt x="8750002" y="3582692"/>
                </a:cubicBezTo>
                <a:cubicBezTo>
                  <a:pt x="8750002" y="3582692"/>
                  <a:pt x="8749667" y="3584940"/>
                  <a:pt x="8749417" y="3586627"/>
                </a:cubicBezTo>
                <a:lnTo>
                  <a:pt x="8749334" y="3587190"/>
                </a:lnTo>
                <a:lnTo>
                  <a:pt x="8747312" y="3576312"/>
                </a:lnTo>
                <a:cubicBezTo>
                  <a:pt x="8747431" y="3572792"/>
                  <a:pt x="8748215" y="3569329"/>
                  <a:pt x="8749281" y="3565776"/>
                </a:cubicBezTo>
                <a:lnTo>
                  <a:pt x="8750629" y="3561062"/>
                </a:lnTo>
                <a:lnTo>
                  <a:pt x="8744297" y="3563073"/>
                </a:lnTo>
                <a:cubicBezTo>
                  <a:pt x="8742292" y="3576566"/>
                  <a:pt x="8740956" y="3585562"/>
                  <a:pt x="8731240" y="3592934"/>
                </a:cubicBezTo>
                <a:cubicBezTo>
                  <a:pt x="8730238" y="3599680"/>
                  <a:pt x="8733947" y="3607342"/>
                  <a:pt x="8731767" y="3613861"/>
                </a:cubicBezTo>
                <a:lnTo>
                  <a:pt x="8728255" y="3618553"/>
                </a:lnTo>
                <a:lnTo>
                  <a:pt x="8730112" y="3606040"/>
                </a:lnTo>
                <a:cubicBezTo>
                  <a:pt x="8730780" y="3601547"/>
                  <a:pt x="8730780" y="3601547"/>
                  <a:pt x="8730780" y="3601547"/>
                </a:cubicBezTo>
                <a:cubicBezTo>
                  <a:pt x="8731114" y="3599302"/>
                  <a:pt x="8731782" y="3594809"/>
                  <a:pt x="8731343" y="3590102"/>
                </a:cubicBezTo>
                <a:lnTo>
                  <a:pt x="8727269" y="3581560"/>
                </a:lnTo>
                <a:lnTo>
                  <a:pt x="8727701" y="3579023"/>
                </a:lnTo>
                <a:lnTo>
                  <a:pt x="8727561" y="3573071"/>
                </a:lnTo>
                <a:lnTo>
                  <a:pt x="8733763" y="3573818"/>
                </a:lnTo>
                <a:cubicBezTo>
                  <a:pt x="8734952" y="3573472"/>
                  <a:pt x="8735119" y="3572349"/>
                  <a:pt x="8735452" y="3570101"/>
                </a:cubicBezTo>
                <a:cubicBezTo>
                  <a:pt x="8736120" y="3565610"/>
                  <a:pt x="8737454" y="3556625"/>
                  <a:pt x="8738121" y="3552133"/>
                </a:cubicBezTo>
                <a:cubicBezTo>
                  <a:pt x="8740124" y="3538655"/>
                  <a:pt x="8743461" y="3516194"/>
                  <a:pt x="8746131" y="3498226"/>
                </a:cubicBezTo>
                <a:lnTo>
                  <a:pt x="8750446" y="3469179"/>
                </a:lnTo>
                <a:lnTo>
                  <a:pt x="8751972" y="3470438"/>
                </a:lnTo>
                <a:cubicBezTo>
                  <a:pt x="8753036" y="3474762"/>
                  <a:pt x="8748467" y="3482540"/>
                  <a:pt x="8754602" y="3487198"/>
                </a:cubicBezTo>
                <a:cubicBezTo>
                  <a:pt x="8755269" y="3482706"/>
                  <a:pt x="8754602" y="3487198"/>
                  <a:pt x="8763451" y="3488917"/>
                </a:cubicBezTo>
                <a:cubicBezTo>
                  <a:pt x="8764785" y="3479933"/>
                  <a:pt x="8764785" y="3479933"/>
                  <a:pt x="8766120" y="3470947"/>
                </a:cubicBezTo>
                <a:lnTo>
                  <a:pt x="8766011" y="3465392"/>
                </a:lnTo>
                <a:lnTo>
                  <a:pt x="8771541" y="3465247"/>
                </a:lnTo>
                <a:lnTo>
                  <a:pt x="8765952" y="3462384"/>
                </a:lnTo>
                <a:lnTo>
                  <a:pt x="8765721" y="3450650"/>
                </a:lnTo>
                <a:lnTo>
                  <a:pt x="8766123" y="3446645"/>
                </a:lnTo>
                <a:lnTo>
                  <a:pt x="8767411" y="3446894"/>
                </a:lnTo>
                <a:cubicBezTo>
                  <a:pt x="8769622" y="3447324"/>
                  <a:pt x="8771835" y="3447752"/>
                  <a:pt x="8771835" y="3447752"/>
                </a:cubicBezTo>
                <a:cubicBezTo>
                  <a:pt x="8771835" y="3447752"/>
                  <a:pt x="8772503" y="3443262"/>
                  <a:pt x="8772503" y="3443262"/>
                </a:cubicBezTo>
                <a:lnTo>
                  <a:pt x="8773688" y="3435278"/>
                </a:lnTo>
                <a:lnTo>
                  <a:pt x="8779283" y="3435951"/>
                </a:lnTo>
                <a:cubicBezTo>
                  <a:pt x="8780472" y="3435605"/>
                  <a:pt x="8780639" y="3434480"/>
                  <a:pt x="8780974" y="3432234"/>
                </a:cubicBezTo>
                <a:cubicBezTo>
                  <a:pt x="8776341" y="3417470"/>
                  <a:pt x="8781659" y="3404637"/>
                  <a:pt x="8782848" y="3385152"/>
                </a:cubicBezTo>
                <a:lnTo>
                  <a:pt x="8782138" y="3363132"/>
                </a:lnTo>
                <a:lnTo>
                  <a:pt x="8782304" y="3362009"/>
                </a:lnTo>
                <a:cubicBezTo>
                  <a:pt x="8782637" y="3359763"/>
                  <a:pt x="8783138" y="3356393"/>
                  <a:pt x="8783471" y="3354148"/>
                </a:cubicBezTo>
                <a:lnTo>
                  <a:pt x="8788143" y="3322702"/>
                </a:lnTo>
                <a:cubicBezTo>
                  <a:pt x="8787476" y="3327195"/>
                  <a:pt x="8778627" y="3325477"/>
                  <a:pt x="8777959" y="3329969"/>
                </a:cubicBezTo>
                <a:lnTo>
                  <a:pt x="8779962" y="3316492"/>
                </a:lnTo>
                <a:cubicBezTo>
                  <a:pt x="8779962" y="3316492"/>
                  <a:pt x="8780629" y="3311999"/>
                  <a:pt x="8780629" y="3311999"/>
                </a:cubicBezTo>
                <a:cubicBezTo>
                  <a:pt x="8781298" y="3307508"/>
                  <a:pt x="8781298" y="3307508"/>
                  <a:pt x="8781298" y="3307508"/>
                </a:cubicBezTo>
                <a:cubicBezTo>
                  <a:pt x="8781964" y="3303013"/>
                  <a:pt x="8789478" y="3313717"/>
                  <a:pt x="8788143" y="3322702"/>
                </a:cubicBezTo>
                <a:lnTo>
                  <a:pt x="8790813" y="3304732"/>
                </a:lnTo>
                <a:cubicBezTo>
                  <a:pt x="8792147" y="3295748"/>
                  <a:pt x="8792815" y="3291255"/>
                  <a:pt x="8794818" y="3277778"/>
                </a:cubicBezTo>
                <a:cubicBezTo>
                  <a:pt x="8795485" y="3273286"/>
                  <a:pt x="8795485" y="3273286"/>
                  <a:pt x="8796152" y="3268794"/>
                </a:cubicBezTo>
                <a:cubicBezTo>
                  <a:pt x="8797486" y="3259810"/>
                  <a:pt x="8808336" y="3248051"/>
                  <a:pt x="8809002" y="3243559"/>
                </a:cubicBezTo>
                <a:cubicBezTo>
                  <a:pt x="8810337" y="3234575"/>
                  <a:pt x="8812340" y="3221097"/>
                  <a:pt x="8813007" y="3216605"/>
                </a:cubicBezTo>
                <a:cubicBezTo>
                  <a:pt x="8813674" y="3212114"/>
                  <a:pt x="8815009" y="3203128"/>
                  <a:pt x="8806830" y="3196918"/>
                </a:cubicBezTo>
                <a:lnTo>
                  <a:pt x="8805495" y="3205902"/>
                </a:lnTo>
                <a:cubicBezTo>
                  <a:pt x="8806830" y="3196918"/>
                  <a:pt x="8798649" y="3190708"/>
                  <a:pt x="8799984" y="3181722"/>
                </a:cubicBezTo>
                <a:cubicBezTo>
                  <a:pt x="8800650" y="3177229"/>
                  <a:pt x="8810835" y="3169964"/>
                  <a:pt x="8802653" y="3163754"/>
                </a:cubicBezTo>
                <a:cubicBezTo>
                  <a:pt x="8803321" y="3159262"/>
                  <a:pt x="8802653" y="3163754"/>
                  <a:pt x="8803321" y="3159262"/>
                </a:cubicBezTo>
                <a:cubicBezTo>
                  <a:pt x="8803321" y="3159262"/>
                  <a:pt x="8803988" y="3154769"/>
                  <a:pt x="8804655" y="3150277"/>
                </a:cubicBezTo>
                <a:cubicBezTo>
                  <a:pt x="8805322" y="3145783"/>
                  <a:pt x="8805322" y="3145783"/>
                  <a:pt x="8805990" y="3141291"/>
                </a:cubicBezTo>
                <a:cubicBezTo>
                  <a:pt x="8807324" y="3132308"/>
                  <a:pt x="8808660" y="3123323"/>
                  <a:pt x="8809993" y="3114338"/>
                </a:cubicBezTo>
                <a:cubicBezTo>
                  <a:pt x="8810662" y="3109845"/>
                  <a:pt x="8810662" y="3109845"/>
                  <a:pt x="8811329" y="3105354"/>
                </a:cubicBezTo>
                <a:cubicBezTo>
                  <a:pt x="8812664" y="3096369"/>
                  <a:pt x="8813331" y="3091876"/>
                  <a:pt x="8813998" y="3087386"/>
                </a:cubicBezTo>
                <a:cubicBezTo>
                  <a:pt x="8814665" y="3082892"/>
                  <a:pt x="8815332" y="3078399"/>
                  <a:pt x="8815332" y="3078399"/>
                </a:cubicBezTo>
                <a:cubicBezTo>
                  <a:pt x="8818002" y="3060431"/>
                  <a:pt x="8820005" y="3046954"/>
                  <a:pt x="8822008" y="3033477"/>
                </a:cubicBezTo>
                <a:cubicBezTo>
                  <a:pt x="8824676" y="3015507"/>
                  <a:pt x="8817831" y="3000313"/>
                  <a:pt x="8829348" y="2984062"/>
                </a:cubicBezTo>
                <a:cubicBezTo>
                  <a:pt x="8830682" y="2975077"/>
                  <a:pt x="8834020" y="2952616"/>
                  <a:pt x="8827175" y="2937421"/>
                </a:cubicBezTo>
                <a:cubicBezTo>
                  <a:pt x="8827843" y="2932928"/>
                  <a:pt x="8837356" y="2930154"/>
                  <a:pt x="8838024" y="2925660"/>
                </a:cubicBezTo>
                <a:cubicBezTo>
                  <a:pt x="8829177" y="2923943"/>
                  <a:pt x="8829177" y="2923943"/>
                  <a:pt x="8830511" y="2914960"/>
                </a:cubicBezTo>
                <a:cubicBezTo>
                  <a:pt x="8820996" y="2917734"/>
                  <a:pt x="8825000" y="2890779"/>
                  <a:pt x="8835851" y="2879020"/>
                </a:cubicBezTo>
                <a:cubicBezTo>
                  <a:pt x="8835851" y="2879020"/>
                  <a:pt x="8835851" y="2879020"/>
                  <a:pt x="8836519" y="2874529"/>
                </a:cubicBezTo>
                <a:cubicBezTo>
                  <a:pt x="8836519" y="2874529"/>
                  <a:pt x="8836519" y="2874529"/>
                  <a:pt x="8837186" y="2870036"/>
                </a:cubicBezTo>
                <a:cubicBezTo>
                  <a:pt x="8837186" y="2870036"/>
                  <a:pt x="8837852" y="2865544"/>
                  <a:pt x="8837852" y="2865544"/>
                </a:cubicBezTo>
                <a:cubicBezTo>
                  <a:pt x="8837852" y="2865544"/>
                  <a:pt x="8837852" y="2865544"/>
                  <a:pt x="8829004" y="2863826"/>
                </a:cubicBezTo>
                <a:lnTo>
                  <a:pt x="8831006" y="2850349"/>
                </a:lnTo>
                <a:cubicBezTo>
                  <a:pt x="8832341" y="2841364"/>
                  <a:pt x="8836345" y="2814410"/>
                  <a:pt x="8838347" y="2800934"/>
                </a:cubicBezTo>
                <a:cubicBezTo>
                  <a:pt x="8839015" y="2796441"/>
                  <a:pt x="8838347" y="2800934"/>
                  <a:pt x="8828832" y="2803707"/>
                </a:cubicBezTo>
                <a:cubicBezTo>
                  <a:pt x="8831500" y="2785739"/>
                  <a:pt x="8842352" y="2773980"/>
                  <a:pt x="8843686" y="2764995"/>
                </a:cubicBezTo>
                <a:cubicBezTo>
                  <a:pt x="8846356" y="2747027"/>
                  <a:pt x="8838175" y="2740815"/>
                  <a:pt x="8840844" y="2722847"/>
                </a:cubicBezTo>
                <a:cubicBezTo>
                  <a:pt x="8841511" y="2718354"/>
                  <a:pt x="8842179" y="2713860"/>
                  <a:pt x="8842846" y="2709370"/>
                </a:cubicBezTo>
                <a:cubicBezTo>
                  <a:pt x="8842179" y="2713860"/>
                  <a:pt x="8833332" y="2712143"/>
                  <a:pt x="8832665" y="2716637"/>
                </a:cubicBezTo>
                <a:cubicBezTo>
                  <a:pt x="8835333" y="2698666"/>
                  <a:pt x="8847518" y="2677923"/>
                  <a:pt x="8842675" y="2649251"/>
                </a:cubicBezTo>
                <a:cubicBezTo>
                  <a:pt x="8842675" y="2649251"/>
                  <a:pt x="8833826" y="2647533"/>
                  <a:pt x="8833826" y="2647533"/>
                </a:cubicBezTo>
                <a:lnTo>
                  <a:pt x="8830489" y="2669995"/>
                </a:lnTo>
                <a:cubicBezTo>
                  <a:pt x="8821642" y="2668277"/>
                  <a:pt x="8831157" y="2665502"/>
                  <a:pt x="8821642" y="2668277"/>
                </a:cubicBezTo>
                <a:cubicBezTo>
                  <a:pt x="8818973" y="2686246"/>
                  <a:pt x="8815636" y="2708707"/>
                  <a:pt x="8812299" y="2731169"/>
                </a:cubicBezTo>
                <a:cubicBezTo>
                  <a:pt x="8812299" y="2731169"/>
                  <a:pt x="8810964" y="2740154"/>
                  <a:pt x="8802115" y="2738436"/>
                </a:cubicBezTo>
                <a:lnTo>
                  <a:pt x="8803451" y="2729451"/>
                </a:lnTo>
                <a:lnTo>
                  <a:pt x="8804118" y="2724958"/>
                </a:lnTo>
                <a:lnTo>
                  <a:pt x="8804785" y="2720466"/>
                </a:lnTo>
                <a:lnTo>
                  <a:pt x="8805453" y="2715974"/>
                </a:lnTo>
                <a:cubicBezTo>
                  <a:pt x="8797940" y="2705270"/>
                  <a:pt x="8808789" y="2693511"/>
                  <a:pt x="8810125" y="2684527"/>
                </a:cubicBezTo>
                <a:cubicBezTo>
                  <a:pt x="8810125" y="2684527"/>
                  <a:pt x="8809456" y="2689020"/>
                  <a:pt x="8800610" y="2687302"/>
                </a:cubicBezTo>
                <a:cubicBezTo>
                  <a:pt x="8801278" y="2682809"/>
                  <a:pt x="8801946" y="2678317"/>
                  <a:pt x="8802612" y="2673826"/>
                </a:cubicBezTo>
                <a:cubicBezTo>
                  <a:pt x="8803280" y="2669332"/>
                  <a:pt x="8803946" y="2664840"/>
                  <a:pt x="8804614" y="2660349"/>
                </a:cubicBezTo>
                <a:cubicBezTo>
                  <a:pt x="8805949" y="2651365"/>
                  <a:pt x="8807951" y="2637886"/>
                  <a:pt x="8816798" y="2639604"/>
                </a:cubicBezTo>
                <a:cubicBezTo>
                  <a:pt x="8818133" y="2630620"/>
                  <a:pt x="8818133" y="2630620"/>
                  <a:pt x="8819468" y="2621634"/>
                </a:cubicBezTo>
                <a:cubicBezTo>
                  <a:pt x="8819468" y="2621634"/>
                  <a:pt x="8819468" y="2621634"/>
                  <a:pt x="8828984" y="2618862"/>
                </a:cubicBezTo>
                <a:cubicBezTo>
                  <a:pt x="8830318" y="2609877"/>
                  <a:pt x="8832320" y="2596400"/>
                  <a:pt x="8832320" y="2596400"/>
                </a:cubicBezTo>
                <a:cubicBezTo>
                  <a:pt x="8832320" y="2596400"/>
                  <a:pt x="8833655" y="2587416"/>
                  <a:pt x="8833655" y="2587416"/>
                </a:cubicBezTo>
                <a:cubicBezTo>
                  <a:pt x="8833655" y="2587416"/>
                  <a:pt x="8834323" y="2582923"/>
                  <a:pt x="8834323" y="2582923"/>
                </a:cubicBezTo>
                <a:cubicBezTo>
                  <a:pt x="8847174" y="2557687"/>
                  <a:pt x="8849176" y="2544210"/>
                  <a:pt x="8853180" y="2517257"/>
                </a:cubicBezTo>
                <a:cubicBezTo>
                  <a:pt x="8844333" y="2515539"/>
                  <a:pt x="8844333" y="2515539"/>
                  <a:pt x="8843667" y="2520030"/>
                </a:cubicBezTo>
                <a:cubicBezTo>
                  <a:pt x="8839662" y="2546985"/>
                  <a:pt x="8835658" y="2573940"/>
                  <a:pt x="8824807" y="2585698"/>
                </a:cubicBezTo>
                <a:cubicBezTo>
                  <a:pt x="8817294" y="2574994"/>
                  <a:pt x="8817294" y="2574994"/>
                  <a:pt x="8819296" y="2561517"/>
                </a:cubicBezTo>
                <a:cubicBezTo>
                  <a:pt x="8818629" y="2566009"/>
                  <a:pt x="8818629" y="2566009"/>
                  <a:pt x="8818629" y="2566009"/>
                </a:cubicBezTo>
                <a:cubicBezTo>
                  <a:pt x="8809781" y="2564291"/>
                  <a:pt x="8809113" y="2568784"/>
                  <a:pt x="8809113" y="2568784"/>
                </a:cubicBezTo>
                <a:cubicBezTo>
                  <a:pt x="8809113" y="2568784"/>
                  <a:pt x="8809781" y="2564291"/>
                  <a:pt x="8810448" y="2559800"/>
                </a:cubicBezTo>
                <a:cubicBezTo>
                  <a:pt x="8811782" y="2550815"/>
                  <a:pt x="8821299" y="2548041"/>
                  <a:pt x="8821967" y="2543549"/>
                </a:cubicBezTo>
                <a:cubicBezTo>
                  <a:pt x="8821967" y="2543549"/>
                  <a:pt x="8821299" y="2548041"/>
                  <a:pt x="8821299" y="2548041"/>
                </a:cubicBezTo>
                <a:cubicBezTo>
                  <a:pt x="8821967" y="2543549"/>
                  <a:pt x="8832147" y="2536281"/>
                  <a:pt x="8834150" y="2522805"/>
                </a:cubicBezTo>
                <a:cubicBezTo>
                  <a:pt x="8834150" y="2522805"/>
                  <a:pt x="8834817" y="2518313"/>
                  <a:pt x="8834817" y="2518313"/>
                </a:cubicBezTo>
                <a:cubicBezTo>
                  <a:pt x="8835485" y="2513821"/>
                  <a:pt x="8836152" y="2509329"/>
                  <a:pt x="8836819" y="2504836"/>
                </a:cubicBezTo>
                <a:cubicBezTo>
                  <a:pt x="8837487" y="2500344"/>
                  <a:pt x="8837487" y="2500344"/>
                  <a:pt x="8837487" y="2500344"/>
                </a:cubicBezTo>
                <a:cubicBezTo>
                  <a:pt x="8837487" y="2500344"/>
                  <a:pt x="8837487" y="2500344"/>
                  <a:pt x="8828639" y="2498626"/>
                </a:cubicBezTo>
                <a:lnTo>
                  <a:pt x="8830641" y="2485150"/>
                </a:lnTo>
                <a:cubicBezTo>
                  <a:pt x="8831310" y="2480657"/>
                  <a:pt x="8822460" y="2478938"/>
                  <a:pt x="8822460" y="2478938"/>
                </a:cubicBezTo>
                <a:cubicBezTo>
                  <a:pt x="8824462" y="2465462"/>
                  <a:pt x="8824462" y="2465462"/>
                  <a:pt x="8825130" y="2460970"/>
                </a:cubicBezTo>
                <a:cubicBezTo>
                  <a:pt x="8835314" y="2453703"/>
                  <a:pt x="8833979" y="2462687"/>
                  <a:pt x="8833312" y="2467180"/>
                </a:cubicBezTo>
                <a:cubicBezTo>
                  <a:pt x="8844161" y="2455420"/>
                  <a:pt x="8836648" y="2444719"/>
                  <a:pt x="8839318" y="2426749"/>
                </a:cubicBezTo>
                <a:lnTo>
                  <a:pt x="8837317" y="2440226"/>
                </a:lnTo>
                <a:cubicBezTo>
                  <a:pt x="8837317" y="2440226"/>
                  <a:pt x="8836648" y="2444719"/>
                  <a:pt x="8827800" y="2443001"/>
                </a:cubicBezTo>
                <a:cubicBezTo>
                  <a:pt x="8829802" y="2429523"/>
                  <a:pt x="8839986" y="2422257"/>
                  <a:pt x="8833139" y="2407062"/>
                </a:cubicBezTo>
                <a:cubicBezTo>
                  <a:pt x="8833807" y="2402569"/>
                  <a:pt x="8842655" y="2404288"/>
                  <a:pt x="8843323" y="2399795"/>
                </a:cubicBezTo>
                <a:lnTo>
                  <a:pt x="8842655" y="2404288"/>
                </a:lnTo>
                <a:cubicBezTo>
                  <a:pt x="8852170" y="2401513"/>
                  <a:pt x="8853504" y="2392527"/>
                  <a:pt x="8854172" y="2388035"/>
                </a:cubicBezTo>
                <a:cubicBezTo>
                  <a:pt x="8853504" y="2392527"/>
                  <a:pt x="8852836" y="2397021"/>
                  <a:pt x="8862353" y="2394247"/>
                </a:cubicBezTo>
                <a:cubicBezTo>
                  <a:pt x="8862353" y="2394247"/>
                  <a:pt x="8862854" y="2390878"/>
                  <a:pt x="8863271" y="2388070"/>
                </a:cubicBezTo>
                <a:lnTo>
                  <a:pt x="8863694" y="2385225"/>
                </a:lnTo>
                <a:lnTo>
                  <a:pt x="8863687" y="2385263"/>
                </a:lnTo>
                <a:lnTo>
                  <a:pt x="8863694" y="2385222"/>
                </a:lnTo>
                <a:lnTo>
                  <a:pt x="8863695" y="2385215"/>
                </a:lnTo>
                <a:lnTo>
                  <a:pt x="8863704" y="2385161"/>
                </a:lnTo>
                <a:lnTo>
                  <a:pt x="8863761" y="2384771"/>
                </a:lnTo>
                <a:lnTo>
                  <a:pt x="8863707" y="2385139"/>
                </a:lnTo>
                <a:lnTo>
                  <a:pt x="8865690" y="2371786"/>
                </a:lnTo>
                <a:cubicBezTo>
                  <a:pt x="8866357" y="2367294"/>
                  <a:pt x="8866357" y="2367294"/>
                  <a:pt x="8866357" y="2367294"/>
                </a:cubicBezTo>
                <a:cubicBezTo>
                  <a:pt x="8867024" y="2362802"/>
                  <a:pt x="8867024" y="2362802"/>
                  <a:pt x="8858843" y="2356590"/>
                </a:cubicBezTo>
                <a:cubicBezTo>
                  <a:pt x="8867692" y="2358310"/>
                  <a:pt x="8867692" y="2358310"/>
                  <a:pt x="8867692" y="2358310"/>
                </a:cubicBezTo>
                <a:cubicBezTo>
                  <a:pt x="8860179" y="2347606"/>
                  <a:pt x="8870361" y="2340339"/>
                  <a:pt x="8872364" y="2326863"/>
                </a:cubicBezTo>
                <a:cubicBezTo>
                  <a:pt x="8871696" y="2331355"/>
                  <a:pt x="8871696" y="2331355"/>
                  <a:pt x="8862847" y="2329637"/>
                </a:cubicBezTo>
                <a:cubicBezTo>
                  <a:pt x="8864182" y="2320653"/>
                  <a:pt x="8862179" y="2334129"/>
                  <a:pt x="8854668" y="2323427"/>
                </a:cubicBezTo>
                <a:cubicBezTo>
                  <a:pt x="8855335" y="2318935"/>
                  <a:pt x="8856670" y="2309950"/>
                  <a:pt x="8857336" y="2305457"/>
                </a:cubicBezTo>
                <a:cubicBezTo>
                  <a:pt x="8868186" y="2293698"/>
                  <a:pt x="8861341" y="2278504"/>
                  <a:pt x="8863344" y="2265026"/>
                </a:cubicBezTo>
                <a:cubicBezTo>
                  <a:pt x="8862009" y="2274011"/>
                  <a:pt x="8870189" y="2280221"/>
                  <a:pt x="8869521" y="2284714"/>
                </a:cubicBezTo>
                <a:lnTo>
                  <a:pt x="8866184" y="2307175"/>
                </a:lnTo>
                <a:cubicBezTo>
                  <a:pt x="8876367" y="2299910"/>
                  <a:pt x="8869521" y="2284714"/>
                  <a:pt x="8870189" y="2280221"/>
                </a:cubicBezTo>
                <a:cubicBezTo>
                  <a:pt x="8870856" y="2275729"/>
                  <a:pt x="8871524" y="2271238"/>
                  <a:pt x="8872191" y="2266745"/>
                </a:cubicBezTo>
                <a:cubicBezTo>
                  <a:pt x="8875527" y="2244283"/>
                  <a:pt x="8878865" y="2221822"/>
                  <a:pt x="8881534" y="2203852"/>
                </a:cubicBezTo>
                <a:lnTo>
                  <a:pt x="8874989" y="2198884"/>
                </a:lnTo>
                <a:lnTo>
                  <a:pt x="8872687" y="2202135"/>
                </a:lnTo>
                <a:lnTo>
                  <a:pt x="8874377" y="2198420"/>
                </a:lnTo>
                <a:lnTo>
                  <a:pt x="8873355" y="2197643"/>
                </a:lnTo>
                <a:cubicBezTo>
                  <a:pt x="8873355" y="2197643"/>
                  <a:pt x="8864506" y="2195924"/>
                  <a:pt x="8864506" y="2195924"/>
                </a:cubicBezTo>
                <a:cubicBezTo>
                  <a:pt x="8865173" y="2191433"/>
                  <a:pt x="8865173" y="2191433"/>
                  <a:pt x="8865173" y="2191433"/>
                </a:cubicBezTo>
                <a:cubicBezTo>
                  <a:pt x="8874022" y="2193151"/>
                  <a:pt x="8866507" y="2182448"/>
                  <a:pt x="8875357" y="2184165"/>
                </a:cubicBezTo>
                <a:lnTo>
                  <a:pt x="8876691" y="2175182"/>
                </a:lnTo>
                <a:cubicBezTo>
                  <a:pt x="8880113" y="2182778"/>
                  <a:pt x="8879446" y="2187270"/>
                  <a:pt x="8877756" y="2190987"/>
                </a:cubicBezTo>
                <a:lnTo>
                  <a:pt x="8874377" y="2198420"/>
                </a:lnTo>
                <a:lnTo>
                  <a:pt x="8874989" y="2198884"/>
                </a:lnTo>
                <a:lnTo>
                  <a:pt x="8884203" y="2185884"/>
                </a:lnTo>
                <a:cubicBezTo>
                  <a:pt x="8884203" y="2185884"/>
                  <a:pt x="8883537" y="2190375"/>
                  <a:pt x="8892386" y="2192094"/>
                </a:cubicBezTo>
                <a:cubicBezTo>
                  <a:pt x="8894386" y="2178617"/>
                  <a:pt x="8887540" y="2163423"/>
                  <a:pt x="8888875" y="2154438"/>
                </a:cubicBezTo>
                <a:lnTo>
                  <a:pt x="8888207" y="2158930"/>
                </a:lnTo>
                <a:cubicBezTo>
                  <a:pt x="8887540" y="2163423"/>
                  <a:pt x="8887540" y="2163423"/>
                  <a:pt x="8886873" y="2167914"/>
                </a:cubicBezTo>
                <a:cubicBezTo>
                  <a:pt x="8886873" y="2167914"/>
                  <a:pt x="8886205" y="2172406"/>
                  <a:pt x="8886205" y="2172406"/>
                </a:cubicBezTo>
                <a:cubicBezTo>
                  <a:pt x="8886205" y="2172406"/>
                  <a:pt x="8885537" y="2176899"/>
                  <a:pt x="8885537" y="2176899"/>
                </a:cubicBezTo>
                <a:cubicBezTo>
                  <a:pt x="8885537" y="2176899"/>
                  <a:pt x="8886205" y="2172406"/>
                  <a:pt x="8877358" y="2170688"/>
                </a:cubicBezTo>
                <a:cubicBezTo>
                  <a:pt x="8878026" y="2166197"/>
                  <a:pt x="8879361" y="2157212"/>
                  <a:pt x="8879361" y="2157212"/>
                </a:cubicBezTo>
                <a:cubicBezTo>
                  <a:pt x="8880029" y="2152719"/>
                  <a:pt x="8879361" y="2157212"/>
                  <a:pt x="8880029" y="2152719"/>
                </a:cubicBezTo>
                <a:cubicBezTo>
                  <a:pt x="8881363" y="2143735"/>
                  <a:pt x="8881363" y="2143735"/>
                  <a:pt x="8882030" y="2139242"/>
                </a:cubicBezTo>
                <a:cubicBezTo>
                  <a:pt x="8891545" y="2136469"/>
                  <a:pt x="8892879" y="2127484"/>
                  <a:pt x="8893547" y="2122991"/>
                </a:cubicBezTo>
                <a:cubicBezTo>
                  <a:pt x="8901728" y="2129202"/>
                  <a:pt x="8901060" y="2133694"/>
                  <a:pt x="8901060" y="2133694"/>
                </a:cubicBezTo>
                <a:cubicBezTo>
                  <a:pt x="8901060" y="2133694"/>
                  <a:pt x="8901060" y="2133694"/>
                  <a:pt x="8900393" y="2138187"/>
                </a:cubicBezTo>
                <a:cubicBezTo>
                  <a:pt x="8900393" y="2138187"/>
                  <a:pt x="8899058" y="2147171"/>
                  <a:pt x="8898391" y="2151663"/>
                </a:cubicBezTo>
                <a:cubicBezTo>
                  <a:pt x="8907238" y="2153381"/>
                  <a:pt x="8908573" y="2144397"/>
                  <a:pt x="8908573" y="2144397"/>
                </a:cubicBezTo>
                <a:cubicBezTo>
                  <a:pt x="8911243" y="2126428"/>
                  <a:pt x="8913244" y="2112950"/>
                  <a:pt x="8915914" y="2094982"/>
                </a:cubicBezTo>
                <a:cubicBezTo>
                  <a:pt x="8916582" y="2090489"/>
                  <a:pt x="8916582" y="2090489"/>
                  <a:pt x="8917249" y="2085998"/>
                </a:cubicBezTo>
                <a:lnTo>
                  <a:pt x="8917916" y="2081505"/>
                </a:lnTo>
                <a:lnTo>
                  <a:pt x="8918584" y="2077012"/>
                </a:lnTo>
                <a:lnTo>
                  <a:pt x="8919250" y="2072520"/>
                </a:lnTo>
                <a:cubicBezTo>
                  <a:pt x="8919918" y="2068028"/>
                  <a:pt x="8919918" y="2068028"/>
                  <a:pt x="8920586" y="2063535"/>
                </a:cubicBezTo>
                <a:cubicBezTo>
                  <a:pt x="8920586" y="2063535"/>
                  <a:pt x="8920586" y="2063535"/>
                  <a:pt x="8921253" y="2059043"/>
                </a:cubicBezTo>
                <a:cubicBezTo>
                  <a:pt x="8921920" y="2054551"/>
                  <a:pt x="8922587" y="2050058"/>
                  <a:pt x="8923256" y="2045567"/>
                </a:cubicBezTo>
                <a:cubicBezTo>
                  <a:pt x="8925925" y="2027597"/>
                  <a:pt x="8927927" y="2014120"/>
                  <a:pt x="8930596" y="1996152"/>
                </a:cubicBezTo>
                <a:lnTo>
                  <a:pt x="8933933" y="1973690"/>
                </a:lnTo>
                <a:cubicBezTo>
                  <a:pt x="8933265" y="1978181"/>
                  <a:pt x="8931931" y="1987166"/>
                  <a:pt x="8922417" y="1989941"/>
                </a:cubicBezTo>
                <a:cubicBezTo>
                  <a:pt x="8923752" y="1980956"/>
                  <a:pt x="8925087" y="1971972"/>
                  <a:pt x="8927088" y="1958496"/>
                </a:cubicBezTo>
                <a:cubicBezTo>
                  <a:pt x="8918240" y="1956777"/>
                  <a:pt x="8916905" y="1965762"/>
                  <a:pt x="8916905" y="1965762"/>
                </a:cubicBezTo>
                <a:lnTo>
                  <a:pt x="8920908" y="1938808"/>
                </a:lnTo>
                <a:lnTo>
                  <a:pt x="8922912" y="1925331"/>
                </a:lnTo>
                <a:cubicBezTo>
                  <a:pt x="8923579" y="1920839"/>
                  <a:pt x="8931760" y="1927048"/>
                  <a:pt x="8933095" y="1918064"/>
                </a:cubicBezTo>
                <a:cubicBezTo>
                  <a:pt x="8933429" y="1915817"/>
                  <a:pt x="8933929" y="1912448"/>
                  <a:pt x="8934262" y="1910203"/>
                </a:cubicBezTo>
                <a:lnTo>
                  <a:pt x="8934429" y="1909080"/>
                </a:lnTo>
                <a:lnTo>
                  <a:pt x="8933319" y="1906986"/>
                </a:lnTo>
                <a:cubicBezTo>
                  <a:pt x="8930892" y="1906082"/>
                  <a:pt x="8925415" y="1908484"/>
                  <a:pt x="8924913" y="1911852"/>
                </a:cubicBezTo>
                <a:cubicBezTo>
                  <a:pt x="8925580" y="1907362"/>
                  <a:pt x="8925580" y="1907362"/>
                  <a:pt x="8926248" y="1902869"/>
                </a:cubicBezTo>
                <a:cubicBezTo>
                  <a:pt x="8926915" y="1898377"/>
                  <a:pt x="8928250" y="1889393"/>
                  <a:pt x="8928918" y="1884900"/>
                </a:cubicBezTo>
                <a:cubicBezTo>
                  <a:pt x="8929585" y="1880408"/>
                  <a:pt x="8929585" y="1880408"/>
                  <a:pt x="8929585" y="1880408"/>
                </a:cubicBezTo>
                <a:cubicBezTo>
                  <a:pt x="8930252" y="1875916"/>
                  <a:pt x="8932255" y="1862439"/>
                  <a:pt x="8924075" y="1856229"/>
                </a:cubicBezTo>
                <a:cubicBezTo>
                  <a:pt x="8924075" y="1856229"/>
                  <a:pt x="8924743" y="1851737"/>
                  <a:pt x="8924743" y="1851737"/>
                </a:cubicBezTo>
                <a:cubicBezTo>
                  <a:pt x="8933589" y="1853454"/>
                  <a:pt x="8933589" y="1853454"/>
                  <a:pt x="8934256" y="1848960"/>
                </a:cubicBezTo>
                <a:cubicBezTo>
                  <a:pt x="8934924" y="1844470"/>
                  <a:pt x="8936259" y="1835485"/>
                  <a:pt x="8936926" y="1830994"/>
                </a:cubicBezTo>
                <a:cubicBezTo>
                  <a:pt x="8938928" y="1817515"/>
                  <a:pt x="8942266" y="1795054"/>
                  <a:pt x="8944936" y="1777086"/>
                </a:cubicBezTo>
                <a:cubicBezTo>
                  <a:pt x="8946937" y="1763608"/>
                  <a:pt x="8948271" y="1754623"/>
                  <a:pt x="8950274" y="1741146"/>
                </a:cubicBezTo>
                <a:cubicBezTo>
                  <a:pt x="8960458" y="1733880"/>
                  <a:pt x="8962459" y="1720403"/>
                  <a:pt x="8955613" y="1705208"/>
                </a:cubicBezTo>
                <a:cubicBezTo>
                  <a:pt x="8965795" y="1697943"/>
                  <a:pt x="8966464" y="1693450"/>
                  <a:pt x="8965795" y="1697943"/>
                </a:cubicBezTo>
                <a:cubicBezTo>
                  <a:pt x="8965129" y="1702435"/>
                  <a:pt x="8965129" y="1702435"/>
                  <a:pt x="8965129" y="1702435"/>
                </a:cubicBezTo>
                <a:cubicBezTo>
                  <a:pt x="8964462" y="1706925"/>
                  <a:pt x="8964462" y="1706925"/>
                  <a:pt x="8963794" y="1711419"/>
                </a:cubicBezTo>
                <a:cubicBezTo>
                  <a:pt x="8962459" y="1720403"/>
                  <a:pt x="8963127" y="1715913"/>
                  <a:pt x="8962459" y="1720403"/>
                </a:cubicBezTo>
                <a:cubicBezTo>
                  <a:pt x="8961792" y="1724895"/>
                  <a:pt x="8961792" y="1724895"/>
                  <a:pt x="8961792" y="1724895"/>
                </a:cubicBezTo>
                <a:cubicBezTo>
                  <a:pt x="8961792" y="1724895"/>
                  <a:pt x="8970639" y="1726612"/>
                  <a:pt x="8970639" y="1726612"/>
                </a:cubicBezTo>
                <a:cubicBezTo>
                  <a:pt x="8970639" y="1726612"/>
                  <a:pt x="8971307" y="1722121"/>
                  <a:pt x="8971307" y="1722121"/>
                </a:cubicBezTo>
                <a:cubicBezTo>
                  <a:pt x="8971307" y="1722121"/>
                  <a:pt x="8972641" y="1713136"/>
                  <a:pt x="8972641" y="1713136"/>
                </a:cubicBezTo>
                <a:cubicBezTo>
                  <a:pt x="8973309" y="1708644"/>
                  <a:pt x="8973309" y="1708644"/>
                  <a:pt x="8973976" y="1704152"/>
                </a:cubicBezTo>
                <a:lnTo>
                  <a:pt x="8977313" y="1681692"/>
                </a:lnTo>
                <a:cubicBezTo>
                  <a:pt x="8975310" y="1695168"/>
                  <a:pt x="8966464" y="1693450"/>
                  <a:pt x="8958950" y="1682747"/>
                </a:cubicBezTo>
                <a:lnTo>
                  <a:pt x="8957615" y="1691732"/>
                </a:lnTo>
                <a:cubicBezTo>
                  <a:pt x="8948768" y="1690014"/>
                  <a:pt x="8950103" y="1681028"/>
                  <a:pt x="8951437" y="1672044"/>
                </a:cubicBezTo>
                <a:cubicBezTo>
                  <a:pt x="8951437" y="1672044"/>
                  <a:pt x="8952106" y="1667552"/>
                  <a:pt x="8952106" y="1667552"/>
                </a:cubicBezTo>
                <a:lnTo>
                  <a:pt x="8952772" y="1663060"/>
                </a:lnTo>
                <a:cubicBezTo>
                  <a:pt x="8952772" y="1663060"/>
                  <a:pt x="8953440" y="1658567"/>
                  <a:pt x="8953440" y="1658567"/>
                </a:cubicBezTo>
                <a:lnTo>
                  <a:pt x="8956109" y="1640599"/>
                </a:lnTo>
                <a:cubicBezTo>
                  <a:pt x="8947260" y="1638880"/>
                  <a:pt x="8949262" y="1625402"/>
                  <a:pt x="8948595" y="1629895"/>
                </a:cubicBezTo>
                <a:cubicBezTo>
                  <a:pt x="8941751" y="1614701"/>
                  <a:pt x="8951264" y="1611926"/>
                  <a:pt x="8954601" y="1589465"/>
                </a:cubicBezTo>
                <a:cubicBezTo>
                  <a:pt x="8954601" y="1589465"/>
                  <a:pt x="8955269" y="1584973"/>
                  <a:pt x="8955936" y="1580480"/>
                </a:cubicBezTo>
                <a:cubicBezTo>
                  <a:pt x="8956605" y="1575987"/>
                  <a:pt x="8947756" y="1574269"/>
                  <a:pt x="8948424" y="1569777"/>
                </a:cubicBezTo>
                <a:cubicBezTo>
                  <a:pt x="8959940" y="1553526"/>
                  <a:pt x="8962611" y="1535557"/>
                  <a:pt x="8965280" y="1517588"/>
                </a:cubicBezTo>
                <a:cubicBezTo>
                  <a:pt x="8966614" y="1508603"/>
                  <a:pt x="8965947" y="1513095"/>
                  <a:pt x="8967282" y="1504111"/>
                </a:cubicBezTo>
                <a:cubicBezTo>
                  <a:pt x="8969284" y="1490634"/>
                  <a:pt x="8956432" y="1515870"/>
                  <a:pt x="8956432" y="1515870"/>
                </a:cubicBezTo>
                <a:cubicBezTo>
                  <a:pt x="8955765" y="1520363"/>
                  <a:pt x="8946249" y="1523137"/>
                  <a:pt x="8945582" y="1527629"/>
                </a:cubicBezTo>
                <a:cubicBezTo>
                  <a:pt x="8954431" y="1529347"/>
                  <a:pt x="8953763" y="1533840"/>
                  <a:pt x="8953097" y="1538332"/>
                </a:cubicBezTo>
                <a:cubicBezTo>
                  <a:pt x="8952428" y="1542825"/>
                  <a:pt x="8951094" y="1551808"/>
                  <a:pt x="8950426" y="1556301"/>
                </a:cubicBezTo>
                <a:cubicBezTo>
                  <a:pt x="8949759" y="1560794"/>
                  <a:pt x="8949091" y="1565286"/>
                  <a:pt x="8947318" y="1569563"/>
                </a:cubicBezTo>
                <a:lnTo>
                  <a:pt x="8937574" y="1581538"/>
                </a:lnTo>
                <a:lnTo>
                  <a:pt x="8937490" y="1582098"/>
                </a:lnTo>
                <a:cubicBezTo>
                  <a:pt x="8937240" y="1583783"/>
                  <a:pt x="8936906" y="1586030"/>
                  <a:pt x="8936906" y="1586030"/>
                </a:cubicBezTo>
                <a:cubicBezTo>
                  <a:pt x="8936238" y="1590520"/>
                  <a:pt x="8936238" y="1590520"/>
                  <a:pt x="8936238" y="1590520"/>
                </a:cubicBezTo>
                <a:lnTo>
                  <a:pt x="8935571" y="1595013"/>
                </a:lnTo>
                <a:cubicBezTo>
                  <a:pt x="8926724" y="1593295"/>
                  <a:pt x="8924722" y="1606773"/>
                  <a:pt x="8926724" y="1593295"/>
                </a:cubicBezTo>
                <a:cubicBezTo>
                  <a:pt x="8925390" y="1602281"/>
                  <a:pt x="8925390" y="1602281"/>
                  <a:pt x="8924722" y="1606773"/>
                </a:cubicBezTo>
                <a:cubicBezTo>
                  <a:pt x="8923388" y="1615757"/>
                  <a:pt x="8924055" y="1611264"/>
                  <a:pt x="8922721" y="1620248"/>
                </a:cubicBezTo>
                <a:lnTo>
                  <a:pt x="8922053" y="1624742"/>
                </a:lnTo>
                <a:cubicBezTo>
                  <a:pt x="8913872" y="1618530"/>
                  <a:pt x="8920718" y="1633726"/>
                  <a:pt x="8912537" y="1627516"/>
                </a:cubicBezTo>
                <a:cubicBezTo>
                  <a:pt x="8911869" y="1632007"/>
                  <a:pt x="8910534" y="1640994"/>
                  <a:pt x="8910534" y="1640994"/>
                </a:cubicBezTo>
                <a:cubicBezTo>
                  <a:pt x="8911201" y="1636500"/>
                  <a:pt x="8901685" y="1639274"/>
                  <a:pt x="8901685" y="1639274"/>
                </a:cubicBezTo>
                <a:cubicBezTo>
                  <a:pt x="8902353" y="1634782"/>
                  <a:pt x="8903020" y="1630288"/>
                  <a:pt x="8903688" y="1625797"/>
                </a:cubicBezTo>
                <a:cubicBezTo>
                  <a:pt x="8904355" y="1621305"/>
                  <a:pt x="8905691" y="1612321"/>
                  <a:pt x="8905691" y="1612321"/>
                </a:cubicBezTo>
                <a:cubicBezTo>
                  <a:pt x="8907024" y="1603336"/>
                  <a:pt x="8907024" y="1603336"/>
                  <a:pt x="8908359" y="1594351"/>
                </a:cubicBezTo>
                <a:cubicBezTo>
                  <a:pt x="8909026" y="1589859"/>
                  <a:pt x="8900180" y="1588142"/>
                  <a:pt x="8900180" y="1588142"/>
                </a:cubicBezTo>
                <a:lnTo>
                  <a:pt x="8898177" y="1601617"/>
                </a:lnTo>
                <a:cubicBezTo>
                  <a:pt x="8889996" y="1595407"/>
                  <a:pt x="8888662" y="1604391"/>
                  <a:pt x="8889329" y="1599899"/>
                </a:cubicBezTo>
                <a:lnTo>
                  <a:pt x="8901533" y="1556050"/>
                </a:lnTo>
                <a:lnTo>
                  <a:pt x="8896002" y="1554976"/>
                </a:lnTo>
                <a:lnTo>
                  <a:pt x="8902347" y="1553128"/>
                </a:lnTo>
                <a:lnTo>
                  <a:pt x="8908856" y="1529741"/>
                </a:lnTo>
                <a:cubicBezTo>
                  <a:pt x="8908856" y="1529741"/>
                  <a:pt x="8907521" y="1538726"/>
                  <a:pt x="8916368" y="1540443"/>
                </a:cubicBezTo>
                <a:cubicBezTo>
                  <a:pt x="8917035" y="1535951"/>
                  <a:pt x="8918370" y="1526967"/>
                  <a:pt x="8919037" y="1522475"/>
                </a:cubicBezTo>
                <a:cubicBezTo>
                  <a:pt x="8918370" y="1526967"/>
                  <a:pt x="8917703" y="1531459"/>
                  <a:pt x="8925883" y="1537670"/>
                </a:cubicBezTo>
                <a:cubicBezTo>
                  <a:pt x="8928553" y="1519700"/>
                  <a:pt x="8930556" y="1506223"/>
                  <a:pt x="8933225" y="1488254"/>
                </a:cubicBezTo>
                <a:cubicBezTo>
                  <a:pt x="8933225" y="1488254"/>
                  <a:pt x="8933893" y="1483762"/>
                  <a:pt x="8942742" y="1485480"/>
                </a:cubicBezTo>
                <a:lnTo>
                  <a:pt x="8943408" y="1480988"/>
                </a:lnTo>
                <a:cubicBezTo>
                  <a:pt x="8935226" y="1474778"/>
                  <a:pt x="8933893" y="1483762"/>
                  <a:pt x="8937229" y="1461300"/>
                </a:cubicBezTo>
                <a:cubicBezTo>
                  <a:pt x="8937229" y="1461300"/>
                  <a:pt x="8928380" y="1459582"/>
                  <a:pt x="8928380" y="1459582"/>
                </a:cubicBezTo>
                <a:cubicBezTo>
                  <a:pt x="8929048" y="1455090"/>
                  <a:pt x="8930383" y="1446106"/>
                  <a:pt x="8931051" y="1441613"/>
                </a:cubicBezTo>
                <a:cubicBezTo>
                  <a:pt x="8931051" y="1441613"/>
                  <a:pt x="8929715" y="1450597"/>
                  <a:pt x="8922204" y="1439894"/>
                </a:cubicBezTo>
                <a:cubicBezTo>
                  <a:pt x="8921536" y="1444387"/>
                  <a:pt x="8920869" y="1448880"/>
                  <a:pt x="8912020" y="1447160"/>
                </a:cubicBezTo>
                <a:lnTo>
                  <a:pt x="8912687" y="1442670"/>
                </a:lnTo>
                <a:lnTo>
                  <a:pt x="8910140" y="1444486"/>
                </a:lnTo>
                <a:lnTo>
                  <a:pt x="8900504" y="1463413"/>
                </a:lnTo>
                <a:cubicBezTo>
                  <a:pt x="8900504" y="1463413"/>
                  <a:pt x="8901839" y="1454429"/>
                  <a:pt x="8901839" y="1454429"/>
                </a:cubicBezTo>
                <a:cubicBezTo>
                  <a:pt x="8901839" y="1454429"/>
                  <a:pt x="8902505" y="1449937"/>
                  <a:pt x="8902505" y="1449937"/>
                </a:cubicBezTo>
                <a:lnTo>
                  <a:pt x="8910140" y="1444486"/>
                </a:lnTo>
                <a:lnTo>
                  <a:pt x="8913355" y="1438177"/>
                </a:lnTo>
                <a:cubicBezTo>
                  <a:pt x="8914022" y="1433685"/>
                  <a:pt x="8914022" y="1433685"/>
                  <a:pt x="8914022" y="1433685"/>
                </a:cubicBezTo>
                <a:cubicBezTo>
                  <a:pt x="8914022" y="1433685"/>
                  <a:pt x="8905175" y="1431967"/>
                  <a:pt x="8905175" y="1431967"/>
                </a:cubicBezTo>
                <a:lnTo>
                  <a:pt x="8905843" y="1427475"/>
                </a:lnTo>
                <a:lnTo>
                  <a:pt x="8906510" y="1422982"/>
                </a:lnTo>
                <a:lnTo>
                  <a:pt x="8907178" y="1418490"/>
                </a:lnTo>
                <a:cubicBezTo>
                  <a:pt x="8897661" y="1421263"/>
                  <a:pt x="8896993" y="1425756"/>
                  <a:pt x="8897661" y="1421263"/>
                </a:cubicBezTo>
                <a:cubicBezTo>
                  <a:pt x="8896326" y="1430248"/>
                  <a:pt x="8895659" y="1434741"/>
                  <a:pt x="8894991" y="1439232"/>
                </a:cubicBezTo>
                <a:cubicBezTo>
                  <a:pt x="8886812" y="1433022"/>
                  <a:pt x="8886145" y="1437515"/>
                  <a:pt x="8886812" y="1433022"/>
                </a:cubicBezTo>
                <a:cubicBezTo>
                  <a:pt x="8875961" y="1444781"/>
                  <a:pt x="8854929" y="1463806"/>
                  <a:pt x="8844744" y="1471073"/>
                </a:cubicBezTo>
                <a:cubicBezTo>
                  <a:pt x="8844744" y="1471073"/>
                  <a:pt x="8845412" y="1466580"/>
                  <a:pt x="8845412" y="1466580"/>
                </a:cubicBezTo>
                <a:cubicBezTo>
                  <a:pt x="8835898" y="1469354"/>
                  <a:pt x="8837233" y="1460370"/>
                  <a:pt x="8838567" y="1451385"/>
                </a:cubicBezTo>
                <a:lnTo>
                  <a:pt x="8839753" y="1447397"/>
                </a:lnTo>
                <a:lnTo>
                  <a:pt x="8847315" y="1448308"/>
                </a:lnTo>
                <a:cubicBezTo>
                  <a:pt x="8848504" y="1447961"/>
                  <a:pt x="8848671" y="1446837"/>
                  <a:pt x="8849005" y="1444590"/>
                </a:cubicBezTo>
                <a:cubicBezTo>
                  <a:pt x="8849005" y="1444590"/>
                  <a:pt x="8849005" y="1444590"/>
                  <a:pt x="8849673" y="1440099"/>
                </a:cubicBezTo>
                <a:cubicBezTo>
                  <a:pt x="8849673" y="1440099"/>
                  <a:pt x="8850340" y="1435606"/>
                  <a:pt x="8850340" y="1435606"/>
                </a:cubicBezTo>
                <a:lnTo>
                  <a:pt x="8851107" y="1430440"/>
                </a:lnTo>
                <a:lnTo>
                  <a:pt x="8852973" y="1429383"/>
                </a:lnTo>
                <a:lnTo>
                  <a:pt x="8851364" y="1440217"/>
                </a:lnTo>
                <a:cubicBezTo>
                  <a:pt x="8855623" y="1438746"/>
                  <a:pt x="8856452" y="1433163"/>
                  <a:pt x="8857116" y="1428696"/>
                </a:cubicBezTo>
                <a:lnTo>
                  <a:pt x="8860831" y="1424930"/>
                </a:lnTo>
                <a:lnTo>
                  <a:pt x="8864420" y="1422897"/>
                </a:lnTo>
                <a:cubicBezTo>
                  <a:pt x="8868572" y="1417926"/>
                  <a:pt x="8871786" y="1411617"/>
                  <a:pt x="8872453" y="1407124"/>
                </a:cubicBezTo>
                <a:lnTo>
                  <a:pt x="8870407" y="1402583"/>
                </a:lnTo>
                <a:lnTo>
                  <a:pt x="8873710" y="1398600"/>
                </a:lnTo>
                <a:cubicBezTo>
                  <a:pt x="8865854" y="1397074"/>
                  <a:pt x="8866518" y="1392607"/>
                  <a:pt x="8867182" y="1388141"/>
                </a:cubicBezTo>
                <a:lnTo>
                  <a:pt x="8865236" y="1390303"/>
                </a:lnTo>
                <a:lnTo>
                  <a:pt x="8864917" y="1388907"/>
                </a:lnTo>
                <a:lnTo>
                  <a:pt x="8856452" y="1394466"/>
                </a:lnTo>
                <a:lnTo>
                  <a:pt x="8857680" y="1386192"/>
                </a:lnTo>
                <a:cubicBezTo>
                  <a:pt x="8857680" y="1386192"/>
                  <a:pt x="8858348" y="1381701"/>
                  <a:pt x="8858348" y="1381701"/>
                </a:cubicBezTo>
                <a:lnTo>
                  <a:pt x="8856482" y="1372637"/>
                </a:lnTo>
                <a:lnTo>
                  <a:pt x="8848164" y="1388966"/>
                </a:lnTo>
                <a:cubicBezTo>
                  <a:pt x="8848164" y="1388966"/>
                  <a:pt x="8850210" y="1390518"/>
                  <a:pt x="8852255" y="1392070"/>
                </a:cubicBezTo>
                <a:lnTo>
                  <a:pt x="8855932" y="1394861"/>
                </a:lnTo>
                <a:lnTo>
                  <a:pt x="8850749" y="1400021"/>
                </a:lnTo>
                <a:cubicBezTo>
                  <a:pt x="8848287" y="1401277"/>
                  <a:pt x="8845908" y="1401970"/>
                  <a:pt x="8845908" y="1401970"/>
                </a:cubicBezTo>
                <a:cubicBezTo>
                  <a:pt x="8837727" y="1395760"/>
                  <a:pt x="8846576" y="1397478"/>
                  <a:pt x="8847911" y="1388494"/>
                </a:cubicBezTo>
                <a:cubicBezTo>
                  <a:pt x="8847911" y="1388494"/>
                  <a:pt x="8847911" y="1388494"/>
                  <a:pt x="8839062" y="1386775"/>
                </a:cubicBezTo>
                <a:cubicBezTo>
                  <a:pt x="8838728" y="1389021"/>
                  <a:pt x="8836016" y="1391961"/>
                  <a:pt x="8832364" y="1393562"/>
                </a:cubicBezTo>
                <a:lnTo>
                  <a:pt x="8831272" y="1393452"/>
                </a:lnTo>
                <a:lnTo>
                  <a:pt x="8833787" y="1386173"/>
                </a:lnTo>
                <a:cubicBezTo>
                  <a:pt x="8835728" y="1380772"/>
                  <a:pt x="8836562" y="1375158"/>
                  <a:pt x="8833139" y="1367560"/>
                </a:cubicBezTo>
                <a:cubicBezTo>
                  <a:pt x="8833807" y="1363068"/>
                  <a:pt x="8842656" y="1364787"/>
                  <a:pt x="8843323" y="1360293"/>
                </a:cubicBezTo>
                <a:lnTo>
                  <a:pt x="8842656" y="1364787"/>
                </a:lnTo>
                <a:cubicBezTo>
                  <a:pt x="8852170" y="1362011"/>
                  <a:pt x="8853504" y="1353027"/>
                  <a:pt x="8854171" y="1348534"/>
                </a:cubicBezTo>
                <a:cubicBezTo>
                  <a:pt x="8853504" y="1353027"/>
                  <a:pt x="8852836" y="1357519"/>
                  <a:pt x="8862353" y="1354745"/>
                </a:cubicBezTo>
                <a:cubicBezTo>
                  <a:pt x="8862353" y="1354745"/>
                  <a:pt x="8862854" y="1351376"/>
                  <a:pt x="8863271" y="1348568"/>
                </a:cubicBezTo>
                <a:lnTo>
                  <a:pt x="8863689" y="1345753"/>
                </a:lnTo>
                <a:lnTo>
                  <a:pt x="8863687" y="1345761"/>
                </a:lnTo>
                <a:lnTo>
                  <a:pt x="8863689" y="1345752"/>
                </a:lnTo>
                <a:lnTo>
                  <a:pt x="8863690" y="1345746"/>
                </a:lnTo>
                <a:lnTo>
                  <a:pt x="8863691" y="1345742"/>
                </a:lnTo>
                <a:lnTo>
                  <a:pt x="8863691" y="1345741"/>
                </a:lnTo>
                <a:lnTo>
                  <a:pt x="8863692" y="1345734"/>
                </a:lnTo>
                <a:lnTo>
                  <a:pt x="8863691" y="1345735"/>
                </a:lnTo>
                <a:lnTo>
                  <a:pt x="8863694" y="1345716"/>
                </a:lnTo>
                <a:lnTo>
                  <a:pt x="8863695" y="1345710"/>
                </a:lnTo>
                <a:lnTo>
                  <a:pt x="8863696" y="1345702"/>
                </a:lnTo>
                <a:lnTo>
                  <a:pt x="8863698" y="1345692"/>
                </a:lnTo>
                <a:lnTo>
                  <a:pt x="8863699" y="1345685"/>
                </a:lnTo>
                <a:lnTo>
                  <a:pt x="8863700" y="1345673"/>
                </a:lnTo>
                <a:lnTo>
                  <a:pt x="8863702" y="1345661"/>
                </a:lnTo>
                <a:lnTo>
                  <a:pt x="8863716" y="1345569"/>
                </a:lnTo>
                <a:lnTo>
                  <a:pt x="8863761" y="1345269"/>
                </a:lnTo>
                <a:lnTo>
                  <a:pt x="8863749" y="1345353"/>
                </a:lnTo>
                <a:lnTo>
                  <a:pt x="8865690" y="1332284"/>
                </a:lnTo>
                <a:cubicBezTo>
                  <a:pt x="8866357" y="1327792"/>
                  <a:pt x="8866357" y="1327792"/>
                  <a:pt x="8866357" y="1327792"/>
                </a:cubicBezTo>
                <a:cubicBezTo>
                  <a:pt x="8867024" y="1323300"/>
                  <a:pt x="8867024" y="1323300"/>
                  <a:pt x="8858843" y="1317089"/>
                </a:cubicBezTo>
                <a:cubicBezTo>
                  <a:pt x="8867692" y="1318808"/>
                  <a:pt x="8867692" y="1318808"/>
                  <a:pt x="8867692" y="1318808"/>
                </a:cubicBezTo>
                <a:cubicBezTo>
                  <a:pt x="8860179" y="1308104"/>
                  <a:pt x="8870362" y="1300838"/>
                  <a:pt x="8872364" y="1287362"/>
                </a:cubicBezTo>
                <a:cubicBezTo>
                  <a:pt x="8871696" y="1291853"/>
                  <a:pt x="8871696" y="1291853"/>
                  <a:pt x="8862848" y="1290136"/>
                </a:cubicBezTo>
                <a:cubicBezTo>
                  <a:pt x="8864182" y="1281152"/>
                  <a:pt x="8862180" y="1294628"/>
                  <a:pt x="8854668" y="1283925"/>
                </a:cubicBezTo>
                <a:cubicBezTo>
                  <a:pt x="8855335" y="1279433"/>
                  <a:pt x="8856669" y="1270448"/>
                  <a:pt x="8857337" y="1265956"/>
                </a:cubicBezTo>
                <a:cubicBezTo>
                  <a:pt x="8868186" y="1254196"/>
                  <a:pt x="8861341" y="1239002"/>
                  <a:pt x="8863344" y="1225525"/>
                </a:cubicBezTo>
                <a:cubicBezTo>
                  <a:pt x="8862009" y="1234509"/>
                  <a:pt x="8870188" y="1240720"/>
                  <a:pt x="8869520" y="1245212"/>
                </a:cubicBezTo>
                <a:lnTo>
                  <a:pt x="8866184" y="1267674"/>
                </a:lnTo>
                <a:cubicBezTo>
                  <a:pt x="8876367" y="1260408"/>
                  <a:pt x="8869520" y="1245212"/>
                  <a:pt x="8870188" y="1240720"/>
                </a:cubicBezTo>
                <a:cubicBezTo>
                  <a:pt x="8870856" y="1236228"/>
                  <a:pt x="8871524" y="1231736"/>
                  <a:pt x="8872191" y="1227243"/>
                </a:cubicBezTo>
                <a:cubicBezTo>
                  <a:pt x="8875527" y="1204781"/>
                  <a:pt x="8878865" y="1182320"/>
                  <a:pt x="8881534" y="1164350"/>
                </a:cubicBezTo>
                <a:lnTo>
                  <a:pt x="8874989" y="1159382"/>
                </a:lnTo>
                <a:lnTo>
                  <a:pt x="8872687" y="1162633"/>
                </a:lnTo>
                <a:lnTo>
                  <a:pt x="8874377" y="1158918"/>
                </a:lnTo>
                <a:lnTo>
                  <a:pt x="8873355" y="1158141"/>
                </a:lnTo>
                <a:cubicBezTo>
                  <a:pt x="8873355" y="1158141"/>
                  <a:pt x="8864506" y="1156422"/>
                  <a:pt x="8864506" y="1156422"/>
                </a:cubicBezTo>
                <a:cubicBezTo>
                  <a:pt x="8865173" y="1151931"/>
                  <a:pt x="8865173" y="1151931"/>
                  <a:pt x="8865173" y="1151931"/>
                </a:cubicBezTo>
                <a:cubicBezTo>
                  <a:pt x="8874022" y="1153649"/>
                  <a:pt x="8866507" y="1142946"/>
                  <a:pt x="8875356" y="1144664"/>
                </a:cubicBezTo>
                <a:lnTo>
                  <a:pt x="8876691" y="1135679"/>
                </a:lnTo>
                <a:cubicBezTo>
                  <a:pt x="8880113" y="1143276"/>
                  <a:pt x="8879446" y="1147768"/>
                  <a:pt x="8877757" y="1151485"/>
                </a:cubicBezTo>
                <a:lnTo>
                  <a:pt x="8874377" y="1158918"/>
                </a:lnTo>
                <a:lnTo>
                  <a:pt x="8874989" y="1159382"/>
                </a:lnTo>
                <a:lnTo>
                  <a:pt x="8884203" y="1146382"/>
                </a:lnTo>
                <a:cubicBezTo>
                  <a:pt x="8884203" y="1146382"/>
                  <a:pt x="8883537" y="1150873"/>
                  <a:pt x="8892385" y="1152593"/>
                </a:cubicBezTo>
                <a:cubicBezTo>
                  <a:pt x="8894387" y="1139115"/>
                  <a:pt x="8887540" y="1123920"/>
                  <a:pt x="8888875" y="1114936"/>
                </a:cubicBezTo>
                <a:lnTo>
                  <a:pt x="8888207" y="1119428"/>
                </a:lnTo>
                <a:cubicBezTo>
                  <a:pt x="8887540" y="1123920"/>
                  <a:pt x="8887540" y="1123920"/>
                  <a:pt x="8886872" y="1128413"/>
                </a:cubicBezTo>
                <a:cubicBezTo>
                  <a:pt x="8886872" y="1128413"/>
                  <a:pt x="8886205" y="1132904"/>
                  <a:pt x="8886205" y="1132904"/>
                </a:cubicBezTo>
                <a:cubicBezTo>
                  <a:pt x="8886205" y="1132904"/>
                  <a:pt x="8885537" y="1137397"/>
                  <a:pt x="8885537" y="1137397"/>
                </a:cubicBezTo>
                <a:cubicBezTo>
                  <a:pt x="8885537" y="1137397"/>
                  <a:pt x="8886205" y="1132904"/>
                  <a:pt x="8877358" y="1131186"/>
                </a:cubicBezTo>
                <a:cubicBezTo>
                  <a:pt x="8878026" y="1126695"/>
                  <a:pt x="8879361" y="1117710"/>
                  <a:pt x="8879361" y="1117710"/>
                </a:cubicBezTo>
                <a:cubicBezTo>
                  <a:pt x="8880029" y="1113217"/>
                  <a:pt x="8879361" y="1117710"/>
                  <a:pt x="8880029" y="1113217"/>
                </a:cubicBezTo>
                <a:cubicBezTo>
                  <a:pt x="8881363" y="1104233"/>
                  <a:pt x="8881363" y="1104233"/>
                  <a:pt x="8882031" y="1099741"/>
                </a:cubicBezTo>
                <a:cubicBezTo>
                  <a:pt x="8891545" y="1096967"/>
                  <a:pt x="8892879" y="1087982"/>
                  <a:pt x="8893547" y="1083489"/>
                </a:cubicBezTo>
                <a:cubicBezTo>
                  <a:pt x="8901727" y="1089701"/>
                  <a:pt x="8901060" y="1094191"/>
                  <a:pt x="8901060" y="1094191"/>
                </a:cubicBezTo>
                <a:cubicBezTo>
                  <a:pt x="8901060" y="1094191"/>
                  <a:pt x="8901060" y="1094191"/>
                  <a:pt x="8900393" y="1098685"/>
                </a:cubicBezTo>
                <a:cubicBezTo>
                  <a:pt x="8900393" y="1098685"/>
                  <a:pt x="8899059" y="1107668"/>
                  <a:pt x="8898391" y="1112161"/>
                </a:cubicBezTo>
                <a:cubicBezTo>
                  <a:pt x="8907238" y="1113879"/>
                  <a:pt x="8908573" y="1104894"/>
                  <a:pt x="8908573" y="1104894"/>
                </a:cubicBezTo>
                <a:cubicBezTo>
                  <a:pt x="8911243" y="1086926"/>
                  <a:pt x="8913244" y="1073448"/>
                  <a:pt x="8915914" y="1055480"/>
                </a:cubicBezTo>
                <a:cubicBezTo>
                  <a:pt x="8916582" y="1050989"/>
                  <a:pt x="8916582" y="1050989"/>
                  <a:pt x="8917249" y="1046497"/>
                </a:cubicBezTo>
                <a:lnTo>
                  <a:pt x="8917916" y="1042003"/>
                </a:lnTo>
                <a:lnTo>
                  <a:pt x="8918584" y="1037511"/>
                </a:lnTo>
                <a:lnTo>
                  <a:pt x="8919250" y="1033019"/>
                </a:lnTo>
                <a:cubicBezTo>
                  <a:pt x="8919919" y="1028526"/>
                  <a:pt x="8919919" y="1028526"/>
                  <a:pt x="8920586" y="1024033"/>
                </a:cubicBezTo>
                <a:cubicBezTo>
                  <a:pt x="8920586" y="1024033"/>
                  <a:pt x="8920586" y="1024033"/>
                  <a:pt x="8921253" y="1019541"/>
                </a:cubicBezTo>
                <a:cubicBezTo>
                  <a:pt x="8921920" y="1015049"/>
                  <a:pt x="8922588" y="1010557"/>
                  <a:pt x="8923256" y="1006065"/>
                </a:cubicBezTo>
                <a:cubicBezTo>
                  <a:pt x="8925925" y="988095"/>
                  <a:pt x="8927927" y="974618"/>
                  <a:pt x="8930596" y="956650"/>
                </a:cubicBezTo>
                <a:lnTo>
                  <a:pt x="8933933" y="934188"/>
                </a:lnTo>
                <a:cubicBezTo>
                  <a:pt x="8933265" y="938679"/>
                  <a:pt x="8931931" y="947663"/>
                  <a:pt x="8922417" y="950439"/>
                </a:cubicBezTo>
                <a:cubicBezTo>
                  <a:pt x="8923752" y="941454"/>
                  <a:pt x="8925087" y="932470"/>
                  <a:pt x="8927089" y="918993"/>
                </a:cubicBezTo>
                <a:cubicBezTo>
                  <a:pt x="8918240" y="917275"/>
                  <a:pt x="8916905" y="926259"/>
                  <a:pt x="8916905" y="926259"/>
                </a:cubicBezTo>
                <a:lnTo>
                  <a:pt x="8920908" y="899306"/>
                </a:lnTo>
                <a:lnTo>
                  <a:pt x="8922912" y="885829"/>
                </a:lnTo>
                <a:cubicBezTo>
                  <a:pt x="8923579" y="881336"/>
                  <a:pt x="8931760" y="887546"/>
                  <a:pt x="8933094" y="878562"/>
                </a:cubicBezTo>
                <a:cubicBezTo>
                  <a:pt x="8933429" y="876316"/>
                  <a:pt x="8933929" y="872946"/>
                  <a:pt x="8934262" y="870700"/>
                </a:cubicBezTo>
                <a:lnTo>
                  <a:pt x="8934429" y="869578"/>
                </a:lnTo>
                <a:lnTo>
                  <a:pt x="8933319" y="867484"/>
                </a:lnTo>
                <a:cubicBezTo>
                  <a:pt x="8930892" y="866580"/>
                  <a:pt x="8925414" y="868982"/>
                  <a:pt x="8924913" y="872350"/>
                </a:cubicBezTo>
                <a:cubicBezTo>
                  <a:pt x="8925580" y="867860"/>
                  <a:pt x="8925580" y="867860"/>
                  <a:pt x="8926248" y="863368"/>
                </a:cubicBezTo>
                <a:cubicBezTo>
                  <a:pt x="8926915" y="858874"/>
                  <a:pt x="8928250" y="849891"/>
                  <a:pt x="8928918" y="845398"/>
                </a:cubicBezTo>
                <a:cubicBezTo>
                  <a:pt x="8929585" y="840907"/>
                  <a:pt x="8929585" y="840907"/>
                  <a:pt x="8929585" y="840907"/>
                </a:cubicBezTo>
                <a:cubicBezTo>
                  <a:pt x="8930252" y="836414"/>
                  <a:pt x="8932255" y="822937"/>
                  <a:pt x="8924075" y="816726"/>
                </a:cubicBezTo>
                <a:cubicBezTo>
                  <a:pt x="8924075" y="816726"/>
                  <a:pt x="8924743" y="812234"/>
                  <a:pt x="8924743" y="812234"/>
                </a:cubicBezTo>
                <a:cubicBezTo>
                  <a:pt x="8933589" y="813952"/>
                  <a:pt x="8933589" y="813952"/>
                  <a:pt x="8934257" y="809459"/>
                </a:cubicBezTo>
                <a:cubicBezTo>
                  <a:pt x="8934924" y="804968"/>
                  <a:pt x="8936259" y="795983"/>
                  <a:pt x="8936926" y="791492"/>
                </a:cubicBezTo>
                <a:cubicBezTo>
                  <a:pt x="8938928" y="778014"/>
                  <a:pt x="8942266" y="755552"/>
                  <a:pt x="8944936" y="737584"/>
                </a:cubicBezTo>
                <a:cubicBezTo>
                  <a:pt x="8946937" y="724106"/>
                  <a:pt x="8948271" y="715121"/>
                  <a:pt x="8950274" y="701644"/>
                </a:cubicBezTo>
                <a:cubicBezTo>
                  <a:pt x="8960458" y="694378"/>
                  <a:pt x="8962459" y="680901"/>
                  <a:pt x="8955612" y="665706"/>
                </a:cubicBezTo>
                <a:cubicBezTo>
                  <a:pt x="8965796" y="658441"/>
                  <a:pt x="8966464" y="653947"/>
                  <a:pt x="8965796" y="658441"/>
                </a:cubicBezTo>
                <a:cubicBezTo>
                  <a:pt x="8965129" y="662933"/>
                  <a:pt x="8965129" y="662933"/>
                  <a:pt x="8965129" y="662933"/>
                </a:cubicBezTo>
                <a:cubicBezTo>
                  <a:pt x="8964462" y="667423"/>
                  <a:pt x="8964462" y="667423"/>
                  <a:pt x="8963794" y="671917"/>
                </a:cubicBezTo>
                <a:cubicBezTo>
                  <a:pt x="8962459" y="680901"/>
                  <a:pt x="8963127" y="676410"/>
                  <a:pt x="8962459" y="680901"/>
                </a:cubicBezTo>
                <a:cubicBezTo>
                  <a:pt x="8961792" y="685394"/>
                  <a:pt x="8961792" y="685394"/>
                  <a:pt x="8961792" y="685394"/>
                </a:cubicBezTo>
                <a:cubicBezTo>
                  <a:pt x="8961792" y="685394"/>
                  <a:pt x="8970639" y="687110"/>
                  <a:pt x="8970639" y="687110"/>
                </a:cubicBezTo>
                <a:cubicBezTo>
                  <a:pt x="8970639" y="687110"/>
                  <a:pt x="8971307" y="682620"/>
                  <a:pt x="8971307" y="682620"/>
                </a:cubicBezTo>
                <a:cubicBezTo>
                  <a:pt x="8971307" y="682620"/>
                  <a:pt x="8972641" y="673634"/>
                  <a:pt x="8972641" y="673634"/>
                </a:cubicBezTo>
                <a:cubicBezTo>
                  <a:pt x="8973309" y="669143"/>
                  <a:pt x="8973309" y="669143"/>
                  <a:pt x="8973976" y="664650"/>
                </a:cubicBezTo>
                <a:lnTo>
                  <a:pt x="8977313" y="642190"/>
                </a:lnTo>
                <a:cubicBezTo>
                  <a:pt x="8975310" y="655666"/>
                  <a:pt x="8966464" y="653947"/>
                  <a:pt x="8958949" y="643246"/>
                </a:cubicBezTo>
                <a:lnTo>
                  <a:pt x="8957615" y="652229"/>
                </a:lnTo>
                <a:cubicBezTo>
                  <a:pt x="8948767" y="650512"/>
                  <a:pt x="8950103" y="641527"/>
                  <a:pt x="8951437" y="632542"/>
                </a:cubicBezTo>
                <a:cubicBezTo>
                  <a:pt x="8951437" y="632542"/>
                  <a:pt x="8952106" y="628051"/>
                  <a:pt x="8952106" y="628051"/>
                </a:cubicBezTo>
                <a:lnTo>
                  <a:pt x="8952772" y="623558"/>
                </a:lnTo>
                <a:cubicBezTo>
                  <a:pt x="8952772" y="623558"/>
                  <a:pt x="8953440" y="619065"/>
                  <a:pt x="8953440" y="619065"/>
                </a:cubicBezTo>
                <a:lnTo>
                  <a:pt x="8956109" y="601097"/>
                </a:lnTo>
                <a:cubicBezTo>
                  <a:pt x="8947260" y="599378"/>
                  <a:pt x="8949263" y="585901"/>
                  <a:pt x="8948595" y="590394"/>
                </a:cubicBezTo>
                <a:cubicBezTo>
                  <a:pt x="8941750" y="575200"/>
                  <a:pt x="8951264" y="572424"/>
                  <a:pt x="8954601" y="549963"/>
                </a:cubicBezTo>
                <a:cubicBezTo>
                  <a:pt x="8954601" y="549963"/>
                  <a:pt x="8955269" y="545471"/>
                  <a:pt x="8955936" y="540978"/>
                </a:cubicBezTo>
                <a:cubicBezTo>
                  <a:pt x="8956605" y="536485"/>
                  <a:pt x="8947756" y="534767"/>
                  <a:pt x="8948424" y="530275"/>
                </a:cubicBezTo>
                <a:cubicBezTo>
                  <a:pt x="8959940" y="514024"/>
                  <a:pt x="8962611" y="496056"/>
                  <a:pt x="8965280" y="478086"/>
                </a:cubicBezTo>
                <a:cubicBezTo>
                  <a:pt x="8966614" y="469101"/>
                  <a:pt x="8965947" y="473594"/>
                  <a:pt x="8967281" y="464610"/>
                </a:cubicBezTo>
                <a:cubicBezTo>
                  <a:pt x="8969284" y="451132"/>
                  <a:pt x="8956432" y="476368"/>
                  <a:pt x="8956432" y="476368"/>
                </a:cubicBezTo>
                <a:cubicBezTo>
                  <a:pt x="8955765" y="480861"/>
                  <a:pt x="8946249" y="483635"/>
                  <a:pt x="8945581" y="488127"/>
                </a:cubicBezTo>
                <a:cubicBezTo>
                  <a:pt x="8954431" y="489845"/>
                  <a:pt x="8953764" y="494338"/>
                  <a:pt x="8953096" y="498829"/>
                </a:cubicBezTo>
                <a:cubicBezTo>
                  <a:pt x="8952428" y="503323"/>
                  <a:pt x="8951094" y="512306"/>
                  <a:pt x="8950426" y="516800"/>
                </a:cubicBezTo>
                <a:cubicBezTo>
                  <a:pt x="8949759" y="521292"/>
                  <a:pt x="8949091" y="525784"/>
                  <a:pt x="8947318" y="530061"/>
                </a:cubicBezTo>
                <a:lnTo>
                  <a:pt x="8937574" y="542036"/>
                </a:lnTo>
                <a:lnTo>
                  <a:pt x="8937490" y="542596"/>
                </a:lnTo>
                <a:cubicBezTo>
                  <a:pt x="8937240" y="544281"/>
                  <a:pt x="8936906" y="546528"/>
                  <a:pt x="8936906" y="546528"/>
                </a:cubicBezTo>
                <a:cubicBezTo>
                  <a:pt x="8936238" y="551019"/>
                  <a:pt x="8936238" y="551019"/>
                  <a:pt x="8936238" y="551019"/>
                </a:cubicBezTo>
                <a:lnTo>
                  <a:pt x="8935571" y="555511"/>
                </a:lnTo>
                <a:cubicBezTo>
                  <a:pt x="8926725" y="553794"/>
                  <a:pt x="8924722" y="567271"/>
                  <a:pt x="8926725" y="553794"/>
                </a:cubicBezTo>
                <a:cubicBezTo>
                  <a:pt x="8925390" y="562779"/>
                  <a:pt x="8925390" y="562779"/>
                  <a:pt x="8924722" y="567271"/>
                </a:cubicBezTo>
                <a:cubicBezTo>
                  <a:pt x="8923388" y="576255"/>
                  <a:pt x="8924055" y="571762"/>
                  <a:pt x="8922720" y="580747"/>
                </a:cubicBezTo>
                <a:lnTo>
                  <a:pt x="8922053" y="585240"/>
                </a:lnTo>
                <a:cubicBezTo>
                  <a:pt x="8913872" y="579027"/>
                  <a:pt x="8920717" y="594224"/>
                  <a:pt x="8912537" y="588014"/>
                </a:cubicBezTo>
                <a:cubicBezTo>
                  <a:pt x="8911869" y="592505"/>
                  <a:pt x="8910534" y="601492"/>
                  <a:pt x="8910534" y="601492"/>
                </a:cubicBezTo>
                <a:cubicBezTo>
                  <a:pt x="8911202" y="596999"/>
                  <a:pt x="8901685" y="599773"/>
                  <a:pt x="8901685" y="599773"/>
                </a:cubicBezTo>
                <a:cubicBezTo>
                  <a:pt x="8902353" y="595280"/>
                  <a:pt x="8903020" y="590786"/>
                  <a:pt x="8903688" y="586296"/>
                </a:cubicBezTo>
                <a:cubicBezTo>
                  <a:pt x="8904356" y="581803"/>
                  <a:pt x="8905691" y="572819"/>
                  <a:pt x="8905691" y="572819"/>
                </a:cubicBezTo>
                <a:cubicBezTo>
                  <a:pt x="8907025" y="563834"/>
                  <a:pt x="8907025" y="563834"/>
                  <a:pt x="8908359" y="554849"/>
                </a:cubicBezTo>
                <a:cubicBezTo>
                  <a:pt x="8909026" y="550357"/>
                  <a:pt x="8900180" y="548640"/>
                  <a:pt x="8900180" y="548640"/>
                </a:cubicBezTo>
                <a:lnTo>
                  <a:pt x="8898177" y="562115"/>
                </a:lnTo>
                <a:cubicBezTo>
                  <a:pt x="8889996" y="555906"/>
                  <a:pt x="8888662" y="564889"/>
                  <a:pt x="8889328" y="560397"/>
                </a:cubicBezTo>
                <a:lnTo>
                  <a:pt x="8901533" y="516548"/>
                </a:lnTo>
                <a:lnTo>
                  <a:pt x="8896002" y="515474"/>
                </a:lnTo>
                <a:lnTo>
                  <a:pt x="8902347" y="513626"/>
                </a:lnTo>
                <a:lnTo>
                  <a:pt x="8908856" y="490239"/>
                </a:lnTo>
                <a:cubicBezTo>
                  <a:pt x="8908856" y="490239"/>
                  <a:pt x="8907520" y="499225"/>
                  <a:pt x="8916368" y="500942"/>
                </a:cubicBezTo>
                <a:cubicBezTo>
                  <a:pt x="8917036" y="496450"/>
                  <a:pt x="8918370" y="487464"/>
                  <a:pt x="8919038" y="482972"/>
                </a:cubicBezTo>
                <a:cubicBezTo>
                  <a:pt x="8918370" y="487464"/>
                  <a:pt x="8917703" y="491957"/>
                  <a:pt x="8925883" y="498168"/>
                </a:cubicBezTo>
                <a:cubicBezTo>
                  <a:pt x="8928553" y="480198"/>
                  <a:pt x="8930556" y="466721"/>
                  <a:pt x="8933225" y="448752"/>
                </a:cubicBezTo>
                <a:cubicBezTo>
                  <a:pt x="8933225" y="448752"/>
                  <a:pt x="8933893" y="444260"/>
                  <a:pt x="8942742" y="445978"/>
                </a:cubicBezTo>
                <a:lnTo>
                  <a:pt x="8943408" y="441486"/>
                </a:lnTo>
                <a:cubicBezTo>
                  <a:pt x="8935226" y="435276"/>
                  <a:pt x="8933893" y="444260"/>
                  <a:pt x="8937229" y="421799"/>
                </a:cubicBezTo>
                <a:cubicBezTo>
                  <a:pt x="8937229" y="421799"/>
                  <a:pt x="8928380" y="420080"/>
                  <a:pt x="8928380" y="420080"/>
                </a:cubicBezTo>
                <a:cubicBezTo>
                  <a:pt x="8929048" y="415588"/>
                  <a:pt x="8930384" y="406604"/>
                  <a:pt x="8931051" y="402110"/>
                </a:cubicBezTo>
                <a:cubicBezTo>
                  <a:pt x="8931051" y="402110"/>
                  <a:pt x="8929716" y="411094"/>
                  <a:pt x="8922204" y="400393"/>
                </a:cubicBezTo>
                <a:cubicBezTo>
                  <a:pt x="8921536" y="404885"/>
                  <a:pt x="8920869" y="409378"/>
                  <a:pt x="8912020" y="407659"/>
                </a:cubicBezTo>
                <a:lnTo>
                  <a:pt x="8912687" y="403168"/>
                </a:lnTo>
                <a:lnTo>
                  <a:pt x="8910141" y="404984"/>
                </a:lnTo>
                <a:lnTo>
                  <a:pt x="8900504" y="423911"/>
                </a:lnTo>
                <a:cubicBezTo>
                  <a:pt x="8900504" y="423911"/>
                  <a:pt x="8901839" y="414927"/>
                  <a:pt x="8901839" y="414927"/>
                </a:cubicBezTo>
                <a:cubicBezTo>
                  <a:pt x="8901839" y="414927"/>
                  <a:pt x="8902505" y="410435"/>
                  <a:pt x="8902505" y="410435"/>
                </a:cubicBezTo>
                <a:lnTo>
                  <a:pt x="8910141" y="404984"/>
                </a:lnTo>
                <a:lnTo>
                  <a:pt x="8913355" y="398675"/>
                </a:lnTo>
                <a:cubicBezTo>
                  <a:pt x="8914022" y="394183"/>
                  <a:pt x="8914022" y="394183"/>
                  <a:pt x="8914022" y="394183"/>
                </a:cubicBezTo>
                <a:cubicBezTo>
                  <a:pt x="8914022" y="394183"/>
                  <a:pt x="8905175" y="392465"/>
                  <a:pt x="8905175" y="392465"/>
                </a:cubicBezTo>
                <a:lnTo>
                  <a:pt x="8905843" y="387973"/>
                </a:lnTo>
                <a:lnTo>
                  <a:pt x="8906510" y="383480"/>
                </a:lnTo>
                <a:lnTo>
                  <a:pt x="8907178" y="378988"/>
                </a:lnTo>
                <a:cubicBezTo>
                  <a:pt x="8897661" y="381762"/>
                  <a:pt x="8896993" y="386255"/>
                  <a:pt x="8897661" y="381762"/>
                </a:cubicBezTo>
                <a:cubicBezTo>
                  <a:pt x="8896326" y="390746"/>
                  <a:pt x="8895659" y="395238"/>
                  <a:pt x="8894991" y="399730"/>
                </a:cubicBezTo>
                <a:cubicBezTo>
                  <a:pt x="8886812" y="393520"/>
                  <a:pt x="8886144" y="398013"/>
                  <a:pt x="8886812" y="393520"/>
                </a:cubicBezTo>
                <a:cubicBezTo>
                  <a:pt x="8875961" y="405279"/>
                  <a:pt x="8854929" y="424304"/>
                  <a:pt x="8844744" y="431571"/>
                </a:cubicBezTo>
                <a:cubicBezTo>
                  <a:pt x="8844744" y="431571"/>
                  <a:pt x="8845412" y="427078"/>
                  <a:pt x="8845412" y="427078"/>
                </a:cubicBezTo>
                <a:cubicBezTo>
                  <a:pt x="8835898" y="429853"/>
                  <a:pt x="8837233" y="420868"/>
                  <a:pt x="8838567" y="411883"/>
                </a:cubicBezTo>
                <a:cubicBezTo>
                  <a:pt x="8839235" y="407391"/>
                  <a:pt x="8840569" y="398407"/>
                  <a:pt x="8848749" y="404616"/>
                </a:cubicBezTo>
                <a:cubicBezTo>
                  <a:pt x="8849417" y="400124"/>
                  <a:pt x="8850084" y="395631"/>
                  <a:pt x="8850750" y="391140"/>
                </a:cubicBezTo>
                <a:cubicBezTo>
                  <a:pt x="8859600" y="392860"/>
                  <a:pt x="8871118" y="376607"/>
                  <a:pt x="8872453" y="367622"/>
                </a:cubicBezTo>
                <a:cubicBezTo>
                  <a:pt x="8875123" y="349654"/>
                  <a:pt x="8863604" y="365904"/>
                  <a:pt x="8863604" y="365904"/>
                </a:cubicBezTo>
                <a:cubicBezTo>
                  <a:pt x="8864271" y="361413"/>
                  <a:pt x="8864939" y="356920"/>
                  <a:pt x="8865606" y="352428"/>
                </a:cubicBezTo>
                <a:cubicBezTo>
                  <a:pt x="8866942" y="343443"/>
                  <a:pt x="8865606" y="352428"/>
                  <a:pt x="8856090" y="355202"/>
                </a:cubicBezTo>
                <a:cubicBezTo>
                  <a:pt x="8855423" y="359694"/>
                  <a:pt x="8845908" y="362468"/>
                  <a:pt x="8845908" y="362468"/>
                </a:cubicBezTo>
                <a:cubicBezTo>
                  <a:pt x="8837727" y="356258"/>
                  <a:pt x="8846576" y="357976"/>
                  <a:pt x="8847911" y="348992"/>
                </a:cubicBezTo>
                <a:cubicBezTo>
                  <a:pt x="8847911" y="348992"/>
                  <a:pt x="8847911" y="348992"/>
                  <a:pt x="8839062" y="347273"/>
                </a:cubicBezTo>
                <a:cubicBezTo>
                  <a:pt x="8838395" y="351765"/>
                  <a:pt x="8828213" y="359032"/>
                  <a:pt x="8820031" y="352822"/>
                </a:cubicBezTo>
                <a:cubicBezTo>
                  <a:pt x="8819364" y="357314"/>
                  <a:pt x="8818697" y="361807"/>
                  <a:pt x="8817362" y="370791"/>
                </a:cubicBezTo>
                <a:cubicBezTo>
                  <a:pt x="8817362" y="370791"/>
                  <a:pt x="8816694" y="375283"/>
                  <a:pt x="8807847" y="373564"/>
                </a:cubicBezTo>
                <a:cubicBezTo>
                  <a:pt x="8807180" y="378056"/>
                  <a:pt x="8814025" y="393253"/>
                  <a:pt x="8805845" y="387042"/>
                </a:cubicBezTo>
                <a:lnTo>
                  <a:pt x="8807847" y="373564"/>
                </a:lnTo>
                <a:lnTo>
                  <a:pt x="8808515" y="369073"/>
                </a:lnTo>
                <a:cubicBezTo>
                  <a:pt x="8798999" y="371847"/>
                  <a:pt x="8799666" y="367354"/>
                  <a:pt x="8801001" y="358369"/>
                </a:cubicBezTo>
                <a:cubicBezTo>
                  <a:pt x="8800334" y="362862"/>
                  <a:pt x="8810518" y="355595"/>
                  <a:pt x="8811852" y="346611"/>
                </a:cubicBezTo>
                <a:cubicBezTo>
                  <a:pt x="8803003" y="344893"/>
                  <a:pt x="8803003" y="344893"/>
                  <a:pt x="8803670" y="340401"/>
                </a:cubicBezTo>
                <a:cubicBezTo>
                  <a:pt x="8803003" y="344893"/>
                  <a:pt x="8802336" y="349385"/>
                  <a:pt x="8793488" y="347667"/>
                </a:cubicBezTo>
                <a:cubicBezTo>
                  <a:pt x="8794156" y="343176"/>
                  <a:pt x="8795491" y="334190"/>
                  <a:pt x="8796826" y="325206"/>
                </a:cubicBezTo>
                <a:cubicBezTo>
                  <a:pt x="8797493" y="320713"/>
                  <a:pt x="8797493" y="320713"/>
                  <a:pt x="8798161" y="316221"/>
                </a:cubicBezTo>
                <a:cubicBezTo>
                  <a:pt x="8798829" y="311728"/>
                  <a:pt x="8798829" y="311728"/>
                  <a:pt x="8799496" y="307237"/>
                </a:cubicBezTo>
                <a:cubicBezTo>
                  <a:pt x="8800830" y="298251"/>
                  <a:pt x="8791982" y="296533"/>
                  <a:pt x="8793316" y="287549"/>
                </a:cubicBezTo>
                <a:lnTo>
                  <a:pt x="8792648" y="292042"/>
                </a:lnTo>
                <a:cubicBezTo>
                  <a:pt x="8792648" y="292042"/>
                  <a:pt x="8792648" y="292042"/>
                  <a:pt x="8783800" y="290323"/>
                </a:cubicBezTo>
                <a:lnTo>
                  <a:pt x="8782466" y="299307"/>
                </a:lnTo>
                <a:cubicBezTo>
                  <a:pt x="8782466" y="299307"/>
                  <a:pt x="8783133" y="294815"/>
                  <a:pt x="8791982" y="296533"/>
                </a:cubicBezTo>
                <a:cubicBezTo>
                  <a:pt x="8791315" y="301027"/>
                  <a:pt x="8790647" y="305518"/>
                  <a:pt x="8789979" y="310011"/>
                </a:cubicBezTo>
                <a:cubicBezTo>
                  <a:pt x="8780463" y="312784"/>
                  <a:pt x="8781131" y="308292"/>
                  <a:pt x="8781131" y="308292"/>
                </a:cubicBezTo>
                <a:cubicBezTo>
                  <a:pt x="8781131" y="308292"/>
                  <a:pt x="8781798" y="303799"/>
                  <a:pt x="8772950" y="302083"/>
                </a:cubicBezTo>
                <a:cubicBezTo>
                  <a:pt x="8772950" y="302083"/>
                  <a:pt x="8772950" y="302083"/>
                  <a:pt x="8772284" y="306574"/>
                </a:cubicBezTo>
                <a:cubicBezTo>
                  <a:pt x="8772284" y="306574"/>
                  <a:pt x="8781131" y="308292"/>
                  <a:pt x="8780463" y="312784"/>
                </a:cubicBezTo>
                <a:cubicBezTo>
                  <a:pt x="8779796" y="317277"/>
                  <a:pt x="8778961" y="322893"/>
                  <a:pt x="8779150" y="329285"/>
                </a:cubicBezTo>
                <a:lnTo>
                  <a:pt x="8782514" y="344041"/>
                </a:lnTo>
                <a:lnTo>
                  <a:pt x="8783533" y="345734"/>
                </a:lnTo>
                <a:cubicBezTo>
                  <a:pt x="8784306" y="348195"/>
                  <a:pt x="8783973" y="350441"/>
                  <a:pt x="8783973" y="350441"/>
                </a:cubicBezTo>
                <a:lnTo>
                  <a:pt x="8782514" y="344041"/>
                </a:lnTo>
                <a:lnTo>
                  <a:pt x="8781365" y="342135"/>
                </a:lnTo>
                <a:cubicBezTo>
                  <a:pt x="8780247" y="341053"/>
                  <a:pt x="8778670" y="340167"/>
                  <a:pt x="8776459" y="339738"/>
                </a:cubicBezTo>
                <a:cubicBezTo>
                  <a:pt x="8775124" y="348723"/>
                  <a:pt x="8773788" y="357707"/>
                  <a:pt x="8764943" y="355989"/>
                </a:cubicBezTo>
                <a:cubicBezTo>
                  <a:pt x="8765609" y="351498"/>
                  <a:pt x="8765609" y="351498"/>
                  <a:pt x="8766277" y="347004"/>
                </a:cubicBezTo>
                <a:cubicBezTo>
                  <a:pt x="8766944" y="342512"/>
                  <a:pt x="8766944" y="342512"/>
                  <a:pt x="8766944" y="342512"/>
                </a:cubicBezTo>
                <a:cubicBezTo>
                  <a:pt x="8758762" y="336303"/>
                  <a:pt x="8761432" y="318333"/>
                  <a:pt x="8753253" y="312123"/>
                </a:cubicBezTo>
                <a:lnTo>
                  <a:pt x="8752585" y="316615"/>
                </a:lnTo>
                <a:cubicBezTo>
                  <a:pt x="8751251" y="325599"/>
                  <a:pt x="8759430" y="331811"/>
                  <a:pt x="8756761" y="349780"/>
                </a:cubicBezTo>
                <a:cubicBezTo>
                  <a:pt x="8756093" y="354271"/>
                  <a:pt x="8760270" y="387435"/>
                  <a:pt x="8758936" y="396420"/>
                </a:cubicBezTo>
                <a:cubicBezTo>
                  <a:pt x="8759603" y="391928"/>
                  <a:pt x="8751423" y="385717"/>
                  <a:pt x="8750755" y="390210"/>
                </a:cubicBezTo>
                <a:lnTo>
                  <a:pt x="8752090" y="381224"/>
                </a:lnTo>
                <a:lnTo>
                  <a:pt x="8752757" y="376733"/>
                </a:lnTo>
                <a:lnTo>
                  <a:pt x="8754092" y="367747"/>
                </a:lnTo>
                <a:cubicBezTo>
                  <a:pt x="8744577" y="370523"/>
                  <a:pt x="8746580" y="357046"/>
                  <a:pt x="8747247" y="352553"/>
                </a:cubicBezTo>
                <a:cubicBezTo>
                  <a:pt x="8746580" y="357046"/>
                  <a:pt x="8746580" y="357046"/>
                  <a:pt x="8745912" y="361537"/>
                </a:cubicBezTo>
                <a:cubicBezTo>
                  <a:pt x="8745912" y="361537"/>
                  <a:pt x="8746580" y="357046"/>
                  <a:pt x="8737730" y="355327"/>
                </a:cubicBezTo>
                <a:cubicBezTo>
                  <a:pt x="8736396" y="364311"/>
                  <a:pt x="8735729" y="368804"/>
                  <a:pt x="8744577" y="370523"/>
                </a:cubicBezTo>
                <a:cubicBezTo>
                  <a:pt x="8745245" y="366029"/>
                  <a:pt x="8744577" y="370523"/>
                  <a:pt x="8745245" y="366029"/>
                </a:cubicBezTo>
                <a:cubicBezTo>
                  <a:pt x="8744577" y="370523"/>
                  <a:pt x="8742575" y="384000"/>
                  <a:pt x="8750087" y="394702"/>
                </a:cubicBezTo>
                <a:cubicBezTo>
                  <a:pt x="8750087" y="394702"/>
                  <a:pt x="8749420" y="399194"/>
                  <a:pt x="8749420" y="399194"/>
                </a:cubicBezTo>
                <a:cubicBezTo>
                  <a:pt x="8748752" y="403686"/>
                  <a:pt x="8748752" y="403686"/>
                  <a:pt x="8748752" y="403686"/>
                </a:cubicBezTo>
                <a:cubicBezTo>
                  <a:pt x="8740573" y="397477"/>
                  <a:pt x="8740573" y="397477"/>
                  <a:pt x="8740573" y="397477"/>
                </a:cubicBezTo>
                <a:cubicBezTo>
                  <a:pt x="8731057" y="400251"/>
                  <a:pt x="8735061" y="373297"/>
                  <a:pt x="8735729" y="368804"/>
                </a:cubicBezTo>
                <a:cubicBezTo>
                  <a:pt x="8736396" y="364311"/>
                  <a:pt x="8736396" y="364311"/>
                  <a:pt x="8736396" y="364311"/>
                </a:cubicBezTo>
                <a:cubicBezTo>
                  <a:pt x="8736396" y="364311"/>
                  <a:pt x="8737064" y="359819"/>
                  <a:pt x="8737064" y="359819"/>
                </a:cubicBezTo>
                <a:cubicBezTo>
                  <a:pt x="8737064" y="359819"/>
                  <a:pt x="8737064" y="359819"/>
                  <a:pt x="8737730" y="355327"/>
                </a:cubicBezTo>
                <a:cubicBezTo>
                  <a:pt x="8737730" y="355327"/>
                  <a:pt x="8735518" y="354899"/>
                  <a:pt x="8733307" y="354469"/>
                </a:cubicBezTo>
                <a:lnTo>
                  <a:pt x="8729627" y="353754"/>
                </a:lnTo>
                <a:lnTo>
                  <a:pt x="8731792" y="339179"/>
                </a:lnTo>
                <a:lnTo>
                  <a:pt x="8735129" y="316717"/>
                </a:lnTo>
                <a:cubicBezTo>
                  <a:pt x="8734795" y="318963"/>
                  <a:pt x="8734294" y="322332"/>
                  <a:pt x="8732687" y="325486"/>
                </a:cubicBezTo>
                <a:lnTo>
                  <a:pt x="8732045" y="326016"/>
                </a:lnTo>
                <a:lnTo>
                  <a:pt x="8725729" y="321221"/>
                </a:lnTo>
                <a:lnTo>
                  <a:pt x="8725395" y="320968"/>
                </a:lnTo>
                <a:lnTo>
                  <a:pt x="8728285" y="301522"/>
                </a:lnTo>
                <a:cubicBezTo>
                  <a:pt x="8719435" y="299804"/>
                  <a:pt x="8718100" y="308788"/>
                  <a:pt x="8718100" y="308788"/>
                </a:cubicBezTo>
                <a:lnTo>
                  <a:pt x="8722105" y="281834"/>
                </a:lnTo>
                <a:lnTo>
                  <a:pt x="8724107" y="268359"/>
                </a:lnTo>
                <a:cubicBezTo>
                  <a:pt x="8724774" y="263866"/>
                  <a:pt x="8732955" y="270076"/>
                  <a:pt x="8734290" y="261092"/>
                </a:cubicBezTo>
                <a:cubicBezTo>
                  <a:pt x="8734625" y="258844"/>
                  <a:pt x="8735125" y="255476"/>
                  <a:pt x="8735458" y="253229"/>
                </a:cubicBezTo>
                <a:lnTo>
                  <a:pt x="8735626" y="252106"/>
                </a:lnTo>
                <a:lnTo>
                  <a:pt x="8734515" y="250014"/>
                </a:lnTo>
                <a:cubicBezTo>
                  <a:pt x="8732087" y="249109"/>
                  <a:pt x="8726609" y="251512"/>
                  <a:pt x="8726109" y="254880"/>
                </a:cubicBezTo>
                <a:cubicBezTo>
                  <a:pt x="8726777" y="250388"/>
                  <a:pt x="8726777" y="250388"/>
                  <a:pt x="8727444" y="245897"/>
                </a:cubicBezTo>
                <a:cubicBezTo>
                  <a:pt x="8728111" y="241404"/>
                  <a:pt x="8729445" y="232419"/>
                  <a:pt x="8730113" y="227927"/>
                </a:cubicBezTo>
                <a:cubicBezTo>
                  <a:pt x="8730781" y="223435"/>
                  <a:pt x="8730781" y="223435"/>
                  <a:pt x="8730781" y="223435"/>
                </a:cubicBezTo>
                <a:cubicBezTo>
                  <a:pt x="8731448" y="218942"/>
                  <a:pt x="8733451" y="205467"/>
                  <a:pt x="8725271" y="199255"/>
                </a:cubicBezTo>
                <a:cubicBezTo>
                  <a:pt x="8725271" y="199255"/>
                  <a:pt x="8725938" y="194763"/>
                  <a:pt x="8725938" y="194763"/>
                </a:cubicBezTo>
                <a:cubicBezTo>
                  <a:pt x="8734786" y="196481"/>
                  <a:pt x="8734786" y="196481"/>
                  <a:pt x="8735452" y="191988"/>
                </a:cubicBezTo>
                <a:cubicBezTo>
                  <a:pt x="8736119" y="187497"/>
                  <a:pt x="8737454" y="178512"/>
                  <a:pt x="8738121" y="174021"/>
                </a:cubicBezTo>
                <a:cubicBezTo>
                  <a:pt x="8740125" y="160542"/>
                  <a:pt x="8743461" y="138081"/>
                  <a:pt x="8746131" y="120112"/>
                </a:cubicBezTo>
                <a:cubicBezTo>
                  <a:pt x="8748133" y="106636"/>
                  <a:pt x="8749466" y="97651"/>
                  <a:pt x="8751469" y="84174"/>
                </a:cubicBezTo>
                <a:cubicBezTo>
                  <a:pt x="8761654" y="76907"/>
                  <a:pt x="8763655" y="63430"/>
                  <a:pt x="8756808" y="48235"/>
                </a:cubicBezTo>
                <a:cubicBezTo>
                  <a:pt x="8766992" y="40969"/>
                  <a:pt x="8767659" y="36477"/>
                  <a:pt x="8766992" y="40969"/>
                </a:cubicBezTo>
                <a:cubicBezTo>
                  <a:pt x="8766325" y="45461"/>
                  <a:pt x="8766325" y="45461"/>
                  <a:pt x="8766325" y="45461"/>
                </a:cubicBezTo>
                <a:cubicBezTo>
                  <a:pt x="8765657" y="49953"/>
                  <a:pt x="8765657" y="49953"/>
                  <a:pt x="8764990" y="54446"/>
                </a:cubicBezTo>
                <a:cubicBezTo>
                  <a:pt x="8763655" y="63430"/>
                  <a:pt x="8764322" y="58940"/>
                  <a:pt x="8763655" y="63430"/>
                </a:cubicBezTo>
                <a:cubicBezTo>
                  <a:pt x="8762988" y="67923"/>
                  <a:pt x="8762988" y="67923"/>
                  <a:pt x="8762988" y="67923"/>
                </a:cubicBezTo>
                <a:cubicBezTo>
                  <a:pt x="8762988" y="67923"/>
                  <a:pt x="8771835" y="69640"/>
                  <a:pt x="8771835" y="69640"/>
                </a:cubicBezTo>
                <a:cubicBezTo>
                  <a:pt x="8771835" y="69640"/>
                  <a:pt x="8772503" y="65149"/>
                  <a:pt x="8772503" y="65149"/>
                </a:cubicBezTo>
                <a:cubicBezTo>
                  <a:pt x="8772503" y="65149"/>
                  <a:pt x="8773837" y="56164"/>
                  <a:pt x="8773837" y="56164"/>
                </a:cubicBezTo>
                <a:cubicBezTo>
                  <a:pt x="8774505" y="51671"/>
                  <a:pt x="8774505" y="51671"/>
                  <a:pt x="8775172" y="47179"/>
                </a:cubicBezTo>
                <a:lnTo>
                  <a:pt x="8778509" y="24718"/>
                </a:lnTo>
                <a:cubicBezTo>
                  <a:pt x="8776506" y="38195"/>
                  <a:pt x="8767659" y="36477"/>
                  <a:pt x="8760146" y="25775"/>
                </a:cubicBezTo>
                <a:lnTo>
                  <a:pt x="8758811" y="34759"/>
                </a:lnTo>
                <a:cubicBezTo>
                  <a:pt x="8749964" y="33040"/>
                  <a:pt x="8751299" y="24056"/>
                  <a:pt x="8752633" y="15071"/>
                </a:cubicBezTo>
                <a:cubicBezTo>
                  <a:pt x="8752633" y="15071"/>
                  <a:pt x="8753301" y="10580"/>
                  <a:pt x="8753301" y="10580"/>
                </a:cubicBezTo>
                <a:lnTo>
                  <a:pt x="8753968" y="6087"/>
                </a:lnTo>
                <a:cubicBezTo>
                  <a:pt x="8753968" y="6087"/>
                  <a:pt x="8754635" y="1594"/>
                  <a:pt x="8754635" y="1594"/>
                </a:cubicBezTo>
                <a:lnTo>
                  <a:pt x="8754872" y="0"/>
                </a:lnTo>
                <a:lnTo>
                  <a:pt x="8072132" y="0"/>
                </a:lnTo>
                <a:lnTo>
                  <a:pt x="7832737" y="0"/>
                </a:lnTo>
                <a:lnTo>
                  <a:pt x="7817103" y="0"/>
                </a:lnTo>
                <a:lnTo>
                  <a:pt x="7764827" y="0"/>
                </a:lnTo>
                <a:lnTo>
                  <a:pt x="7299956" y="0"/>
                </a:lnTo>
                <a:lnTo>
                  <a:pt x="6984734" y="0"/>
                </a:lnTo>
                <a:lnTo>
                  <a:pt x="6981290" y="0"/>
                </a:lnTo>
                <a:lnTo>
                  <a:pt x="6971021" y="0"/>
                </a:lnTo>
                <a:lnTo>
                  <a:pt x="6840015" y="0"/>
                </a:lnTo>
                <a:lnTo>
                  <a:pt x="6824111" y="0"/>
                </a:lnTo>
                <a:lnTo>
                  <a:pt x="6820580" y="0"/>
                </a:lnTo>
                <a:lnTo>
                  <a:pt x="6817646" y="0"/>
                </a:lnTo>
                <a:lnTo>
                  <a:pt x="6816038" y="0"/>
                </a:lnTo>
                <a:lnTo>
                  <a:pt x="6791544" y="0"/>
                </a:lnTo>
                <a:lnTo>
                  <a:pt x="6790818" y="0"/>
                </a:lnTo>
                <a:lnTo>
                  <a:pt x="6785932" y="0"/>
                </a:lnTo>
                <a:lnTo>
                  <a:pt x="6778001" y="0"/>
                </a:lnTo>
                <a:lnTo>
                  <a:pt x="6774353" y="0"/>
                </a:lnTo>
                <a:lnTo>
                  <a:pt x="6771304" y="0"/>
                </a:lnTo>
                <a:lnTo>
                  <a:pt x="6735138" y="0"/>
                </a:lnTo>
                <a:lnTo>
                  <a:pt x="6715459" y="0"/>
                </a:lnTo>
                <a:lnTo>
                  <a:pt x="6711541" y="0"/>
                </a:lnTo>
                <a:lnTo>
                  <a:pt x="6709978" y="0"/>
                </a:lnTo>
                <a:lnTo>
                  <a:pt x="6705463" y="0"/>
                </a:lnTo>
                <a:lnTo>
                  <a:pt x="6624112" y="0"/>
                </a:lnTo>
                <a:lnTo>
                  <a:pt x="6622932" y="0"/>
                </a:lnTo>
                <a:lnTo>
                  <a:pt x="6596706" y="0"/>
                </a:lnTo>
                <a:lnTo>
                  <a:pt x="6591878" y="0"/>
                </a:lnTo>
                <a:lnTo>
                  <a:pt x="6586161" y="0"/>
                </a:lnTo>
                <a:lnTo>
                  <a:pt x="6576739" y="0"/>
                </a:lnTo>
                <a:lnTo>
                  <a:pt x="6561702" y="0"/>
                </a:lnTo>
                <a:lnTo>
                  <a:pt x="6558037" y="0"/>
                </a:lnTo>
                <a:lnTo>
                  <a:pt x="6534236" y="0"/>
                </a:lnTo>
                <a:lnTo>
                  <a:pt x="6533898" y="0"/>
                </a:lnTo>
                <a:lnTo>
                  <a:pt x="6515597" y="0"/>
                </a:lnTo>
                <a:lnTo>
                  <a:pt x="6269249" y="0"/>
                </a:lnTo>
                <a:lnTo>
                  <a:pt x="6216185" y="0"/>
                </a:lnTo>
                <a:lnTo>
                  <a:pt x="6211799" y="0"/>
                </a:lnTo>
                <a:lnTo>
                  <a:pt x="6103016" y="0"/>
                </a:lnTo>
                <a:lnTo>
                  <a:pt x="6085617" y="0"/>
                </a:lnTo>
                <a:lnTo>
                  <a:pt x="6073731" y="0"/>
                </a:lnTo>
                <a:lnTo>
                  <a:pt x="606760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  <a:effectLst>
            <a:outerShdw blurRad="444500" rotWithShape="0" algn="tl" dist="482600">
              <a:srgbClr val="000000">
                <a:alpha val="40000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942100" y="2552375"/>
            <a:ext cx="171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Zoom Product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3500535" y="3800559"/>
            <a:ext cx="634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3114200" y="2552375"/>
            <a:ext cx="286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 based on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942100" y="3700500"/>
            <a:ext cx="156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View Product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3114199" y="3700538"/>
            <a:ext cx="185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 Ratings</a:t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1015450" y="967025"/>
            <a:ext cx="295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Accessories Features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5663" y="1324363"/>
            <a:ext cx="3038475" cy="42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667" l="0" r="0" t="10660"/>
          <a:stretch/>
        </p:blipFill>
        <p:spPr>
          <a:xfrm>
            <a:off x="426189" y="458788"/>
            <a:ext cx="11339700" cy="59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2"/>
          <p:cNvSpPr/>
          <p:nvPr/>
        </p:nvSpPr>
        <p:spPr>
          <a:xfrm>
            <a:off x="426188" y="458787"/>
            <a:ext cx="5654503" cy="5940425"/>
          </a:xfrm>
          <a:custGeom>
            <a:rect b="b" l="l" r="r" t="t"/>
            <a:pathLst>
              <a:path extrusionOk="0" h="11880850" w="13073996">
                <a:moveTo>
                  <a:pt x="9262046" y="11310918"/>
                </a:moveTo>
                <a:lnTo>
                  <a:pt x="9053513" y="11417230"/>
                </a:lnTo>
                <a:lnTo>
                  <a:pt x="9053513" y="11617429"/>
                </a:lnTo>
                <a:lnTo>
                  <a:pt x="9068435" y="11606995"/>
                </a:lnTo>
                <a:cubicBezTo>
                  <a:pt x="9112680" y="11575312"/>
                  <a:pt x="9138056" y="11554591"/>
                  <a:pt x="9144563" y="11544831"/>
                </a:cubicBezTo>
                <a:lnTo>
                  <a:pt x="9262111" y="11311890"/>
                </a:lnTo>
                <a:close/>
                <a:moveTo>
                  <a:pt x="11455334" y="9388265"/>
                </a:moveTo>
                <a:lnTo>
                  <a:pt x="11445455" y="9436871"/>
                </a:lnTo>
                <a:lnTo>
                  <a:pt x="11394667" y="9461857"/>
                </a:lnTo>
                <a:lnTo>
                  <a:pt x="11404546" y="9413251"/>
                </a:lnTo>
                <a:close/>
                <a:moveTo>
                  <a:pt x="11918873" y="6695751"/>
                </a:moveTo>
                <a:lnTo>
                  <a:pt x="11918868" y="6695752"/>
                </a:lnTo>
                <a:lnTo>
                  <a:pt x="11961654" y="6747615"/>
                </a:lnTo>
                <a:lnTo>
                  <a:pt x="11961661" y="6747609"/>
                </a:lnTo>
                <a:close/>
                <a:moveTo>
                  <a:pt x="11912345" y="6203147"/>
                </a:moveTo>
                <a:lnTo>
                  <a:pt x="11849792" y="6248509"/>
                </a:lnTo>
                <a:lnTo>
                  <a:pt x="11849791" y="6248513"/>
                </a:lnTo>
                <a:lnTo>
                  <a:pt x="11912345" y="6203152"/>
                </a:lnTo>
                <a:close/>
                <a:moveTo>
                  <a:pt x="11795731" y="6027198"/>
                </a:moveTo>
                <a:cubicBezTo>
                  <a:pt x="11791650" y="6097262"/>
                  <a:pt x="11798737" y="6187344"/>
                  <a:pt x="11816981" y="6297463"/>
                </a:cubicBezTo>
                <a:lnTo>
                  <a:pt x="11795737" y="6027200"/>
                </a:lnTo>
                <a:close/>
                <a:moveTo>
                  <a:pt x="13023001" y="5452591"/>
                </a:moveTo>
                <a:cubicBezTo>
                  <a:pt x="13027233" y="5450511"/>
                  <a:pt x="13029664" y="5454179"/>
                  <a:pt x="13030290" y="5463593"/>
                </a:cubicBezTo>
                <a:lnTo>
                  <a:pt x="13032854" y="5467460"/>
                </a:lnTo>
                <a:lnTo>
                  <a:pt x="13007031" y="5556324"/>
                </a:lnTo>
                <a:lnTo>
                  <a:pt x="13005262" y="5544084"/>
                </a:lnTo>
                <a:cubicBezTo>
                  <a:pt x="13000603" y="5506387"/>
                  <a:pt x="13000479" y="5483721"/>
                  <a:pt x="13004888" y="5476085"/>
                </a:cubicBezTo>
                <a:cubicBezTo>
                  <a:pt x="13012728" y="5462508"/>
                  <a:pt x="13018767" y="5454675"/>
                  <a:pt x="13023001" y="5452591"/>
                </a:cubicBezTo>
                <a:close/>
                <a:moveTo>
                  <a:pt x="13059934" y="5317763"/>
                </a:moveTo>
                <a:lnTo>
                  <a:pt x="13073996" y="5325883"/>
                </a:lnTo>
                <a:lnTo>
                  <a:pt x="13061882" y="5367568"/>
                </a:lnTo>
                <a:lnTo>
                  <a:pt x="13054994" y="5342067"/>
                </a:lnTo>
                <a:cubicBezTo>
                  <a:pt x="13054367" y="5332655"/>
                  <a:pt x="13056016" y="5324552"/>
                  <a:pt x="13059934" y="5317763"/>
                </a:cubicBezTo>
                <a:close/>
                <a:moveTo>
                  <a:pt x="11976465" y="4800836"/>
                </a:moveTo>
                <a:lnTo>
                  <a:pt x="11968841" y="4938977"/>
                </a:lnTo>
                <a:lnTo>
                  <a:pt x="11968281" y="4899653"/>
                </a:lnTo>
                <a:cubicBezTo>
                  <a:pt x="11969422" y="4867494"/>
                  <a:pt x="11972150" y="4834555"/>
                  <a:pt x="11976465" y="4800836"/>
                </a:cubicBezTo>
                <a:close/>
                <a:moveTo>
                  <a:pt x="11963807" y="4413338"/>
                </a:moveTo>
                <a:lnTo>
                  <a:pt x="11978829" y="4639274"/>
                </a:lnTo>
                <a:lnTo>
                  <a:pt x="11939798" y="4643892"/>
                </a:lnTo>
                <a:lnTo>
                  <a:pt x="11926649" y="4446198"/>
                </a:lnTo>
                <a:close/>
                <a:moveTo>
                  <a:pt x="11677044" y="3453429"/>
                </a:moveTo>
                <a:lnTo>
                  <a:pt x="11677910" y="3453598"/>
                </a:lnTo>
                <a:lnTo>
                  <a:pt x="11677506" y="3460489"/>
                </a:lnTo>
                <a:cubicBezTo>
                  <a:pt x="11672962" y="3457866"/>
                  <a:pt x="11670651" y="3455965"/>
                  <a:pt x="11670573" y="3454789"/>
                </a:cubicBezTo>
                <a:cubicBezTo>
                  <a:pt x="11670497" y="3453611"/>
                  <a:pt x="11672652" y="3453158"/>
                  <a:pt x="11677044" y="3453429"/>
                </a:cubicBezTo>
                <a:close/>
                <a:moveTo>
                  <a:pt x="10791580" y="2758881"/>
                </a:moveTo>
                <a:lnTo>
                  <a:pt x="10754418" y="2791752"/>
                </a:lnTo>
                <a:lnTo>
                  <a:pt x="10754421" y="2791754"/>
                </a:lnTo>
                <a:lnTo>
                  <a:pt x="10791574" y="2758891"/>
                </a:lnTo>
                <a:lnTo>
                  <a:pt x="10822604" y="2831120"/>
                </a:lnTo>
                <a:lnTo>
                  <a:pt x="10822608" y="2831117"/>
                </a:lnTo>
                <a:close/>
                <a:moveTo>
                  <a:pt x="10467143" y="2218531"/>
                </a:moveTo>
                <a:lnTo>
                  <a:pt x="10467150" y="2218547"/>
                </a:lnTo>
                <a:lnTo>
                  <a:pt x="10581695" y="2387095"/>
                </a:lnTo>
                <a:lnTo>
                  <a:pt x="10644489" y="2484925"/>
                </a:lnTo>
                <a:lnTo>
                  <a:pt x="10644703" y="2485264"/>
                </a:lnTo>
                <a:lnTo>
                  <a:pt x="10644833" y="2485486"/>
                </a:lnTo>
                <a:lnTo>
                  <a:pt x="10691919" y="2566748"/>
                </a:lnTo>
                <a:lnTo>
                  <a:pt x="10742889" y="2667943"/>
                </a:lnTo>
                <a:lnTo>
                  <a:pt x="10742912" y="2667990"/>
                </a:lnTo>
                <a:lnTo>
                  <a:pt x="10742914" y="2667991"/>
                </a:lnTo>
                <a:lnTo>
                  <a:pt x="10742889" y="2667943"/>
                </a:lnTo>
                <a:lnTo>
                  <a:pt x="10703725" y="2587125"/>
                </a:lnTo>
                <a:lnTo>
                  <a:pt x="10691919" y="2566748"/>
                </a:lnTo>
                <a:lnTo>
                  <a:pt x="10686257" y="2555507"/>
                </a:lnTo>
                <a:lnTo>
                  <a:pt x="10644833" y="2485486"/>
                </a:lnTo>
                <a:lnTo>
                  <a:pt x="10644702" y="2485261"/>
                </a:lnTo>
                <a:lnTo>
                  <a:pt x="10644489" y="2484925"/>
                </a:lnTo>
                <a:lnTo>
                  <a:pt x="10594331" y="2405689"/>
                </a:lnTo>
                <a:lnTo>
                  <a:pt x="10581695" y="2387095"/>
                </a:lnTo>
                <a:lnTo>
                  <a:pt x="10565841" y="2362395"/>
                </a:lnTo>
                <a:cubicBezTo>
                  <a:pt x="10536248" y="2317941"/>
                  <a:pt x="10503348" y="2269985"/>
                  <a:pt x="10467143" y="2218531"/>
                </a:cubicBezTo>
                <a:close/>
                <a:moveTo>
                  <a:pt x="9053513" y="174885"/>
                </a:moveTo>
                <a:lnTo>
                  <a:pt x="9053513" y="285468"/>
                </a:lnTo>
                <a:lnTo>
                  <a:pt x="9201813" y="347393"/>
                </a:lnTo>
                <a:cubicBezTo>
                  <a:pt x="9244767" y="335981"/>
                  <a:pt x="9270165" y="323491"/>
                  <a:pt x="9278010" y="309908"/>
                </a:cubicBezTo>
                <a:cubicBezTo>
                  <a:pt x="9274246" y="253427"/>
                  <a:pt x="9259359" y="226733"/>
                  <a:pt x="9233339" y="229809"/>
                </a:cubicBezTo>
                <a:cubicBezTo>
                  <a:pt x="9181605" y="240672"/>
                  <a:pt x="9128287" y="227712"/>
                  <a:pt x="9073387" y="190924"/>
                </a:cubicBezTo>
                <a:close/>
                <a:moveTo>
                  <a:pt x="9394300" y="0"/>
                </a:moveTo>
                <a:lnTo>
                  <a:pt x="9964200" y="0"/>
                </a:lnTo>
                <a:lnTo>
                  <a:pt x="10006508" y="24426"/>
                </a:lnTo>
                <a:cubicBezTo>
                  <a:pt x="10015602" y="29682"/>
                  <a:pt x="10045779" y="56156"/>
                  <a:pt x="10097028" y="103848"/>
                </a:cubicBezTo>
                <a:cubicBezTo>
                  <a:pt x="10148290" y="151544"/>
                  <a:pt x="10187552" y="183270"/>
                  <a:pt x="10214826" y="199012"/>
                </a:cubicBezTo>
                <a:cubicBezTo>
                  <a:pt x="10775674" y="613343"/>
                  <a:pt x="11252453" y="1341235"/>
                  <a:pt x="11645182" y="2382691"/>
                </a:cubicBezTo>
                <a:cubicBezTo>
                  <a:pt x="11718845" y="2570050"/>
                  <a:pt x="11792330" y="2820688"/>
                  <a:pt x="11865659" y="3134600"/>
                </a:cubicBezTo>
                <a:cubicBezTo>
                  <a:pt x="11933980" y="3373202"/>
                  <a:pt x="11982373" y="3772286"/>
                  <a:pt x="12010844" y="4331862"/>
                </a:cubicBezTo>
                <a:cubicBezTo>
                  <a:pt x="11960050" y="4356848"/>
                  <a:pt x="11926813" y="4382926"/>
                  <a:pt x="11911134" y="4410083"/>
                </a:cubicBezTo>
                <a:cubicBezTo>
                  <a:pt x="11904877" y="4315952"/>
                  <a:pt x="11869463" y="4177818"/>
                  <a:pt x="11804900" y="3995712"/>
                </a:cubicBezTo>
                <a:cubicBezTo>
                  <a:pt x="11789223" y="4022867"/>
                  <a:pt x="11792348" y="4069928"/>
                  <a:pt x="11814287" y="4136913"/>
                </a:cubicBezTo>
                <a:cubicBezTo>
                  <a:pt x="11772912" y="4040605"/>
                  <a:pt x="11760067" y="3978868"/>
                  <a:pt x="11775748" y="3951713"/>
                </a:cubicBezTo>
                <a:cubicBezTo>
                  <a:pt x="11783582" y="3938139"/>
                  <a:pt x="11800519" y="3929809"/>
                  <a:pt x="11826537" y="3926726"/>
                </a:cubicBezTo>
                <a:cubicBezTo>
                  <a:pt x="11825286" y="3907905"/>
                  <a:pt x="11821765" y="3887762"/>
                  <a:pt x="11815966" y="3866305"/>
                </a:cubicBezTo>
                <a:cubicBezTo>
                  <a:pt x="11810166" y="3844851"/>
                  <a:pt x="11806639" y="3824716"/>
                  <a:pt x="11805394" y="3805885"/>
                </a:cubicBezTo>
                <a:cubicBezTo>
                  <a:pt x="11780617" y="3827796"/>
                  <a:pt x="11764940" y="3854947"/>
                  <a:pt x="11758354" y="3887362"/>
                </a:cubicBezTo>
                <a:cubicBezTo>
                  <a:pt x="11755852" y="3849705"/>
                  <a:pt x="11761184" y="3798470"/>
                  <a:pt x="11774361" y="3733657"/>
                </a:cubicBezTo>
                <a:cubicBezTo>
                  <a:pt x="11669021" y="3727149"/>
                  <a:pt x="11643779" y="3676376"/>
                  <a:pt x="11698655" y="3581324"/>
                </a:cubicBezTo>
                <a:cubicBezTo>
                  <a:pt x="11714339" y="3554161"/>
                  <a:pt x="11722805" y="3550008"/>
                  <a:pt x="11724054" y="3568827"/>
                </a:cubicBezTo>
                <a:cubicBezTo>
                  <a:pt x="11734396" y="3592908"/>
                  <a:pt x="11743492" y="3598161"/>
                  <a:pt x="11751332" y="3584577"/>
                </a:cubicBezTo>
                <a:cubicBezTo>
                  <a:pt x="11774852" y="3543847"/>
                  <a:pt x="11767801" y="3503559"/>
                  <a:pt x="11730180" y="3463744"/>
                </a:cubicBezTo>
                <a:lnTo>
                  <a:pt x="11677910" y="3453598"/>
                </a:lnTo>
                <a:lnTo>
                  <a:pt x="11682105" y="3381669"/>
                </a:lnTo>
                <a:cubicBezTo>
                  <a:pt x="11686422" y="3347947"/>
                  <a:pt x="11693516" y="3306792"/>
                  <a:pt x="11703403" y="3258172"/>
                </a:cubicBezTo>
                <a:cubicBezTo>
                  <a:pt x="11669540" y="3274833"/>
                  <a:pt x="11648686" y="3289952"/>
                  <a:pt x="11640846" y="3303532"/>
                </a:cubicBezTo>
                <a:cubicBezTo>
                  <a:pt x="11523309" y="2982209"/>
                  <a:pt x="11408284" y="2698532"/>
                  <a:pt x="11295750" y="2452525"/>
                </a:cubicBezTo>
                <a:cubicBezTo>
                  <a:pt x="11327107" y="2398207"/>
                  <a:pt x="11340285" y="2333391"/>
                  <a:pt x="11335278" y="2258081"/>
                </a:cubicBezTo>
                <a:cubicBezTo>
                  <a:pt x="11309257" y="2261169"/>
                  <a:pt x="11282611" y="2254828"/>
                  <a:pt x="11255338" y="2239079"/>
                </a:cubicBezTo>
                <a:cubicBezTo>
                  <a:pt x="11289193" y="2222430"/>
                  <a:pt x="11309421" y="2197892"/>
                  <a:pt x="11316009" y="2165489"/>
                </a:cubicBezTo>
                <a:cubicBezTo>
                  <a:pt x="11297824" y="2154993"/>
                  <a:pt x="11276968" y="2170107"/>
                  <a:pt x="11253452" y="2210839"/>
                </a:cubicBezTo>
                <a:lnTo>
                  <a:pt x="11185270" y="2171478"/>
                </a:lnTo>
                <a:cubicBezTo>
                  <a:pt x="11181512" y="2114990"/>
                  <a:pt x="11179174" y="2014067"/>
                  <a:pt x="11178254" y="1868683"/>
                </a:cubicBezTo>
                <a:cubicBezTo>
                  <a:pt x="11144388" y="1885351"/>
                  <a:pt x="11119615" y="1907252"/>
                  <a:pt x="11103936" y="1934408"/>
                </a:cubicBezTo>
                <a:lnTo>
                  <a:pt x="11035754" y="1895047"/>
                </a:lnTo>
                <a:cubicBezTo>
                  <a:pt x="11059271" y="1854314"/>
                  <a:pt x="11070401" y="1824533"/>
                  <a:pt x="11069152" y="1805699"/>
                </a:cubicBezTo>
                <a:cubicBezTo>
                  <a:pt x="11029027" y="1728225"/>
                  <a:pt x="10964926" y="1618794"/>
                  <a:pt x="10876841" y="1477420"/>
                </a:cubicBezTo>
                <a:cubicBezTo>
                  <a:pt x="10740796" y="1272137"/>
                  <a:pt x="10529511" y="987211"/>
                  <a:pt x="10242996" y="622634"/>
                </a:cubicBezTo>
                <a:cubicBezTo>
                  <a:pt x="10036727" y="413016"/>
                  <a:pt x="9792666" y="226850"/>
                  <a:pt x="9510818" y="64130"/>
                </a:cubicBezTo>
                <a:close/>
                <a:moveTo>
                  <a:pt x="5756167" y="0"/>
                </a:moveTo>
                <a:lnTo>
                  <a:pt x="6180464" y="0"/>
                </a:lnTo>
                <a:lnTo>
                  <a:pt x="6180464" y="1"/>
                </a:lnTo>
                <a:lnTo>
                  <a:pt x="6326775" y="1"/>
                </a:lnTo>
                <a:lnTo>
                  <a:pt x="6326777" y="0"/>
                </a:lnTo>
                <a:lnTo>
                  <a:pt x="6535426" y="0"/>
                </a:lnTo>
                <a:lnTo>
                  <a:pt x="6535426" y="1"/>
                </a:lnTo>
                <a:lnTo>
                  <a:pt x="6993419" y="1"/>
                </a:lnTo>
                <a:lnTo>
                  <a:pt x="6993420" y="0"/>
                </a:lnTo>
                <a:lnTo>
                  <a:pt x="7044719" y="0"/>
                </a:lnTo>
                <a:lnTo>
                  <a:pt x="7044717" y="1"/>
                </a:lnTo>
                <a:lnTo>
                  <a:pt x="7196673" y="1"/>
                </a:lnTo>
                <a:lnTo>
                  <a:pt x="7196675" y="0"/>
                </a:lnTo>
                <a:lnTo>
                  <a:pt x="8319266" y="0"/>
                </a:lnTo>
                <a:lnTo>
                  <a:pt x="8319269" y="1"/>
                </a:lnTo>
                <a:lnTo>
                  <a:pt x="8749191" y="1"/>
                </a:lnTo>
                <a:lnTo>
                  <a:pt x="8749190" y="0"/>
                </a:lnTo>
                <a:lnTo>
                  <a:pt x="9024277" y="0"/>
                </a:lnTo>
                <a:lnTo>
                  <a:pt x="9024279" y="1"/>
                </a:lnTo>
                <a:lnTo>
                  <a:pt x="9053513" y="1"/>
                </a:lnTo>
                <a:lnTo>
                  <a:pt x="9053513" y="12277"/>
                </a:lnTo>
                <a:lnTo>
                  <a:pt x="9172188" y="62111"/>
                </a:lnTo>
                <a:cubicBezTo>
                  <a:pt x="9312267" y="122620"/>
                  <a:pt x="9419809" y="174526"/>
                  <a:pt x="9494817" y="217828"/>
                </a:cubicBezTo>
                <a:cubicBezTo>
                  <a:pt x="9512999" y="228326"/>
                  <a:pt x="9586669" y="284441"/>
                  <a:pt x="9715831" y="386166"/>
                </a:cubicBezTo>
                <a:cubicBezTo>
                  <a:pt x="9844990" y="487897"/>
                  <a:pt x="9933240" y="566001"/>
                  <a:pt x="9980581" y="620489"/>
                </a:cubicBezTo>
                <a:cubicBezTo>
                  <a:pt x="10027913" y="674976"/>
                  <a:pt x="10089205" y="742041"/>
                  <a:pt x="10164435" y="821688"/>
                </a:cubicBezTo>
                <a:cubicBezTo>
                  <a:pt x="10239674" y="901334"/>
                  <a:pt x="10347350" y="1008774"/>
                  <a:pt x="10487484" y="1143985"/>
                </a:cubicBezTo>
                <a:cubicBezTo>
                  <a:pt x="10566479" y="1280114"/>
                  <a:pt x="10758161" y="1598992"/>
                  <a:pt x="11062531" y="2100607"/>
                </a:cubicBezTo>
                <a:cubicBezTo>
                  <a:pt x="11122089" y="2207411"/>
                  <a:pt x="11174272" y="2400482"/>
                  <a:pt x="11219073" y="2679816"/>
                </a:cubicBezTo>
                <a:cubicBezTo>
                  <a:pt x="11255443" y="2700811"/>
                  <a:pt x="11302145" y="2745890"/>
                  <a:pt x="11359200" y="2815038"/>
                </a:cubicBezTo>
                <a:cubicBezTo>
                  <a:pt x="11361707" y="2852692"/>
                  <a:pt x="11406344" y="3195297"/>
                  <a:pt x="11493117" y="3842851"/>
                </a:cubicBezTo>
                <a:cubicBezTo>
                  <a:pt x="11557030" y="4278059"/>
                  <a:pt x="11658258" y="4617121"/>
                  <a:pt x="11796810" y="4860054"/>
                </a:cubicBezTo>
                <a:cubicBezTo>
                  <a:pt x="11798060" y="4878885"/>
                  <a:pt x="11811067" y="4877343"/>
                  <a:pt x="11835841" y="4855435"/>
                </a:cubicBezTo>
                <a:cubicBezTo>
                  <a:pt x="11835841" y="4855435"/>
                  <a:pt x="11842593" y="4759758"/>
                  <a:pt x="11856092" y="4568405"/>
                </a:cubicBezTo>
                <a:cubicBezTo>
                  <a:pt x="11848855" y="4853893"/>
                  <a:pt x="11867173" y="5063621"/>
                  <a:pt x="11911043" y="5197585"/>
                </a:cubicBezTo>
                <a:lnTo>
                  <a:pt x="11961839" y="5172602"/>
                </a:lnTo>
                <a:cubicBezTo>
                  <a:pt x="11959963" y="5144359"/>
                  <a:pt x="11962234" y="5067594"/>
                  <a:pt x="11968657" y="4942304"/>
                </a:cubicBezTo>
                <a:lnTo>
                  <a:pt x="11968841" y="4938977"/>
                </a:lnTo>
                <a:lnTo>
                  <a:pt x="11969621" y="4993777"/>
                </a:lnTo>
                <a:cubicBezTo>
                  <a:pt x="11973689" y="5054967"/>
                  <a:pt x="11984106" y="5113032"/>
                  <a:pt x="12000873" y="5167976"/>
                </a:cubicBezTo>
                <a:cubicBezTo>
                  <a:pt x="11962926" y="5254692"/>
                  <a:pt x="11959471" y="5334176"/>
                  <a:pt x="11990498" y="5406400"/>
                </a:cubicBezTo>
                <a:cubicBezTo>
                  <a:pt x="12190784" y="5920346"/>
                  <a:pt x="12255646" y="6238408"/>
                  <a:pt x="12185090" y="6360615"/>
                </a:cubicBezTo>
                <a:cubicBezTo>
                  <a:pt x="12169411" y="6387772"/>
                  <a:pt x="12127713" y="6418017"/>
                  <a:pt x="12059990" y="6451334"/>
                </a:cubicBezTo>
                <a:cubicBezTo>
                  <a:pt x="12052148" y="6464914"/>
                  <a:pt x="12120630" y="6640242"/>
                  <a:pt x="12265445" y="6977308"/>
                </a:cubicBezTo>
                <a:cubicBezTo>
                  <a:pt x="12289887" y="7081945"/>
                  <a:pt x="12329841" y="7222698"/>
                  <a:pt x="12385317" y="7399562"/>
                </a:cubicBezTo>
                <a:cubicBezTo>
                  <a:pt x="12385317" y="7399562"/>
                  <a:pt x="12364466" y="7414688"/>
                  <a:pt x="12322762" y="7444924"/>
                </a:cubicBezTo>
                <a:cubicBezTo>
                  <a:pt x="12322762" y="7444924"/>
                  <a:pt x="12317824" y="7469222"/>
                  <a:pt x="12307945" y="7517834"/>
                </a:cubicBezTo>
                <a:cubicBezTo>
                  <a:pt x="12298060" y="7566446"/>
                  <a:pt x="12298291" y="7602793"/>
                  <a:pt x="12308637" y="7626863"/>
                </a:cubicBezTo>
                <a:cubicBezTo>
                  <a:pt x="12269765" y="7568208"/>
                  <a:pt x="12206285" y="7468194"/>
                  <a:pt x="12118201" y="7326815"/>
                </a:cubicBezTo>
                <a:cubicBezTo>
                  <a:pt x="12121629" y="7509840"/>
                  <a:pt x="12118862" y="7698350"/>
                  <a:pt x="12109908" y="7892334"/>
                </a:cubicBezTo>
                <a:cubicBezTo>
                  <a:pt x="12100950" y="8086315"/>
                  <a:pt x="12061814" y="8253821"/>
                  <a:pt x="11992519" y="8394850"/>
                </a:cubicBezTo>
                <a:lnTo>
                  <a:pt x="11902683" y="8424465"/>
                </a:lnTo>
                <a:lnTo>
                  <a:pt x="11897063" y="8339738"/>
                </a:lnTo>
                <a:cubicBezTo>
                  <a:pt x="11928413" y="8285427"/>
                  <a:pt x="11930455" y="8250399"/>
                  <a:pt x="11903181" y="8234647"/>
                </a:cubicBezTo>
                <a:lnTo>
                  <a:pt x="11991132" y="8176800"/>
                </a:lnTo>
                <a:cubicBezTo>
                  <a:pt x="12019986" y="8084824"/>
                  <a:pt x="12015370" y="7982588"/>
                  <a:pt x="11977290" y="7870073"/>
                </a:cubicBezTo>
                <a:cubicBezTo>
                  <a:pt x="11939207" y="7757572"/>
                  <a:pt x="11885685" y="7708557"/>
                  <a:pt x="11816703" y="7723051"/>
                </a:cubicBezTo>
                <a:cubicBezTo>
                  <a:pt x="11896624" y="8004542"/>
                  <a:pt x="11859273" y="8363191"/>
                  <a:pt x="11704653" y="8798957"/>
                </a:cubicBezTo>
                <a:lnTo>
                  <a:pt x="11640227" y="8816070"/>
                </a:lnTo>
                <a:lnTo>
                  <a:pt x="11645856" y="8900795"/>
                </a:lnTo>
                <a:cubicBezTo>
                  <a:pt x="11638023" y="8914369"/>
                  <a:pt x="11630176" y="8927957"/>
                  <a:pt x="11622338" y="8941534"/>
                </a:cubicBezTo>
                <a:cubicBezTo>
                  <a:pt x="11628930" y="8909125"/>
                  <a:pt x="11609495" y="8879800"/>
                  <a:pt x="11564032" y="8853556"/>
                </a:cubicBezTo>
                <a:cubicBezTo>
                  <a:pt x="11531426" y="8889041"/>
                  <a:pt x="11487684" y="8954310"/>
                  <a:pt x="11432801" y="9049363"/>
                </a:cubicBezTo>
                <a:cubicBezTo>
                  <a:pt x="11330890" y="9225883"/>
                  <a:pt x="11273492" y="9414530"/>
                  <a:pt x="11260619" y="9615295"/>
                </a:cubicBezTo>
                <a:cubicBezTo>
                  <a:pt x="11247745" y="9816068"/>
                  <a:pt x="11241300" y="9916458"/>
                  <a:pt x="11241300" y="9916458"/>
                </a:cubicBezTo>
                <a:cubicBezTo>
                  <a:pt x="11209941" y="9970773"/>
                  <a:pt x="11146052" y="10028936"/>
                  <a:pt x="11049630" y="10090958"/>
                </a:cubicBezTo>
                <a:cubicBezTo>
                  <a:pt x="10953223" y="10152969"/>
                  <a:pt x="10882290" y="10170851"/>
                  <a:pt x="10836830" y="10144612"/>
                </a:cubicBezTo>
                <a:cubicBezTo>
                  <a:pt x="10827741" y="10139363"/>
                  <a:pt x="10820492" y="10112549"/>
                  <a:pt x="10815089" y="10064167"/>
                </a:cubicBezTo>
                <a:lnTo>
                  <a:pt x="10810412" y="9972153"/>
                </a:lnTo>
                <a:lnTo>
                  <a:pt x="10746441" y="10138009"/>
                </a:lnTo>
                <a:cubicBezTo>
                  <a:pt x="10727636" y="10185199"/>
                  <a:pt x="10716060" y="10212046"/>
                  <a:pt x="10711719" y="10218557"/>
                </a:cubicBezTo>
                <a:cubicBezTo>
                  <a:pt x="10640153" y="10325912"/>
                  <a:pt x="10560803" y="10434274"/>
                  <a:pt x="10473666" y="10543643"/>
                </a:cubicBezTo>
                <a:lnTo>
                  <a:pt x="10472607" y="10544874"/>
                </a:lnTo>
                <a:lnTo>
                  <a:pt x="10482652" y="10537593"/>
                </a:lnTo>
                <a:lnTo>
                  <a:pt x="10498171" y="10573712"/>
                </a:lnTo>
                <a:lnTo>
                  <a:pt x="10373071" y="10664416"/>
                </a:lnTo>
                <a:lnTo>
                  <a:pt x="10371982" y="10661881"/>
                </a:lnTo>
                <a:lnTo>
                  <a:pt x="10188898" y="10874767"/>
                </a:lnTo>
                <a:cubicBezTo>
                  <a:pt x="9983480" y="11097530"/>
                  <a:pt x="9746922" y="11324311"/>
                  <a:pt x="9479219" y="11555122"/>
                </a:cubicBezTo>
                <a:cubicBezTo>
                  <a:pt x="9345369" y="11670522"/>
                  <a:pt x="9213375" y="11778395"/>
                  <a:pt x="9083237" y="11878741"/>
                </a:cubicBezTo>
                <a:lnTo>
                  <a:pt x="9080416" y="11880850"/>
                </a:lnTo>
                <a:lnTo>
                  <a:pt x="0" y="11880850"/>
                </a:lnTo>
                <a:lnTo>
                  <a:pt x="0" y="1"/>
                </a:lnTo>
                <a:lnTo>
                  <a:pt x="5756165" y="1"/>
                </a:lnTo>
                <a:close/>
              </a:path>
            </a:pathLst>
          </a:custGeom>
          <a:solidFill>
            <a:schemeClr val="lt1">
              <a:alpha val="80000"/>
            </a:schemeClr>
          </a:solidFill>
          <a:ln>
            <a:noFill/>
          </a:ln>
          <a:effectLst>
            <a:outerShdw blurRad="1270000" rotWithShape="0" algn="tl" dir="2700000" dist="482600">
              <a:srgbClr val="000000">
                <a:alpha val="29803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9295190" y="459174"/>
            <a:ext cx="2470622" cy="5939652"/>
          </a:xfrm>
          <a:custGeom>
            <a:rect b="b" l="l" r="r" t="t"/>
            <a:pathLst>
              <a:path extrusionOk="0" h="11880850" w="4158792">
                <a:moveTo>
                  <a:pt x="3267622" y="11736016"/>
                </a:moveTo>
                <a:lnTo>
                  <a:pt x="3329862" y="11784962"/>
                </a:lnTo>
                <a:lnTo>
                  <a:pt x="3290826" y="11843520"/>
                </a:lnTo>
                <a:lnTo>
                  <a:pt x="3228590" y="11794572"/>
                </a:lnTo>
                <a:close/>
                <a:moveTo>
                  <a:pt x="3141452" y="11726048"/>
                </a:moveTo>
                <a:lnTo>
                  <a:pt x="3204254" y="11745692"/>
                </a:lnTo>
                <a:lnTo>
                  <a:pt x="3178230" y="11784727"/>
                </a:lnTo>
                <a:lnTo>
                  <a:pt x="3127878" y="11774879"/>
                </a:lnTo>
                <a:close/>
                <a:moveTo>
                  <a:pt x="3053194" y="11716147"/>
                </a:moveTo>
                <a:lnTo>
                  <a:pt x="3129000" y="11716266"/>
                </a:lnTo>
                <a:lnTo>
                  <a:pt x="3102980" y="11755302"/>
                </a:lnTo>
                <a:lnTo>
                  <a:pt x="3027162" y="11755192"/>
                </a:lnTo>
                <a:close/>
                <a:moveTo>
                  <a:pt x="1142396" y="8577057"/>
                </a:moveTo>
                <a:lnTo>
                  <a:pt x="1156650" y="8657068"/>
                </a:lnTo>
                <a:cubicBezTo>
                  <a:pt x="1164062" y="8682418"/>
                  <a:pt x="1174356" y="8711780"/>
                  <a:pt x="1187534" y="8745156"/>
                </a:cubicBezTo>
                <a:lnTo>
                  <a:pt x="1197158" y="8767565"/>
                </a:lnTo>
                <a:lnTo>
                  <a:pt x="1201670" y="8779866"/>
                </a:lnTo>
                <a:lnTo>
                  <a:pt x="1214312" y="8807490"/>
                </a:lnTo>
                <a:lnTo>
                  <a:pt x="1235720" y="8857321"/>
                </a:lnTo>
                <a:lnTo>
                  <a:pt x="1264890" y="8917993"/>
                </a:lnTo>
                <a:lnTo>
                  <a:pt x="1277460" y="8945457"/>
                </a:lnTo>
                <a:lnTo>
                  <a:pt x="1288050" y="8966168"/>
                </a:lnTo>
                <a:lnTo>
                  <a:pt x="1301214" y="8993552"/>
                </a:lnTo>
                <a:cubicBezTo>
                  <a:pt x="1325928" y="9042974"/>
                  <a:pt x="1353528" y="9096408"/>
                  <a:pt x="1384012" y="9153851"/>
                </a:cubicBezTo>
                <a:lnTo>
                  <a:pt x="1384006" y="9153830"/>
                </a:lnTo>
                <a:lnTo>
                  <a:pt x="1288050" y="8966168"/>
                </a:lnTo>
                <a:lnTo>
                  <a:pt x="1264890" y="8917993"/>
                </a:lnTo>
                <a:lnTo>
                  <a:pt x="1214312" y="8807490"/>
                </a:lnTo>
                <a:lnTo>
                  <a:pt x="1197158" y="8767565"/>
                </a:lnTo>
                <a:lnTo>
                  <a:pt x="1156650" y="8657068"/>
                </a:lnTo>
                <a:lnTo>
                  <a:pt x="1156650" y="8657063"/>
                </a:lnTo>
                <a:close/>
                <a:moveTo>
                  <a:pt x="1093738" y="8479274"/>
                </a:moveTo>
                <a:lnTo>
                  <a:pt x="1117502" y="8557477"/>
                </a:lnTo>
                <a:lnTo>
                  <a:pt x="1155980" y="8528222"/>
                </a:lnTo>
                <a:lnTo>
                  <a:pt x="1155976" y="8528219"/>
                </a:lnTo>
                <a:lnTo>
                  <a:pt x="1117504" y="8557473"/>
                </a:lnTo>
                <a:lnTo>
                  <a:pt x="1093740" y="8479275"/>
                </a:lnTo>
                <a:close/>
                <a:moveTo>
                  <a:pt x="324810" y="7725799"/>
                </a:moveTo>
                <a:cubicBezTo>
                  <a:pt x="333108" y="7732323"/>
                  <a:pt x="333060" y="7734763"/>
                  <a:pt x="324664" y="7733127"/>
                </a:cubicBezTo>
                <a:lnTo>
                  <a:pt x="323846" y="7732843"/>
                </a:lnTo>
                <a:close/>
                <a:moveTo>
                  <a:pt x="179922" y="6719283"/>
                </a:moveTo>
                <a:cubicBezTo>
                  <a:pt x="178040" y="6816969"/>
                  <a:pt x="200490" y="6963559"/>
                  <a:pt x="247270" y="7159020"/>
                </a:cubicBezTo>
                <a:cubicBezTo>
                  <a:pt x="264616" y="7132996"/>
                  <a:pt x="265562" y="7084155"/>
                  <a:pt x="250094" y="7012481"/>
                </a:cubicBezTo>
                <a:cubicBezTo>
                  <a:pt x="281782" y="7116745"/>
                  <a:pt x="288950" y="7181892"/>
                  <a:pt x="271600" y="7207914"/>
                </a:cubicBezTo>
                <a:cubicBezTo>
                  <a:pt x="262928" y="7220926"/>
                  <a:pt x="245950" y="7227410"/>
                  <a:pt x="220686" y="7227377"/>
                </a:cubicBezTo>
                <a:cubicBezTo>
                  <a:pt x="220306" y="7246908"/>
                  <a:pt x="222002" y="7268085"/>
                  <a:pt x="225774" y="7290886"/>
                </a:cubicBezTo>
                <a:cubicBezTo>
                  <a:pt x="229550" y="7313694"/>
                  <a:pt x="231246" y="7334861"/>
                  <a:pt x="230868" y="7354400"/>
                </a:cubicBezTo>
                <a:cubicBezTo>
                  <a:pt x="256520" y="7334899"/>
                  <a:pt x="273868" y="7308878"/>
                  <a:pt x="282918" y="7276319"/>
                </a:cubicBezTo>
                <a:cubicBezTo>
                  <a:pt x="282164" y="7315399"/>
                  <a:pt x="272740" y="7367492"/>
                  <a:pt x="254636" y="7432596"/>
                </a:cubicBezTo>
                <a:cubicBezTo>
                  <a:pt x="355344" y="7452291"/>
                  <a:pt x="375346" y="7507683"/>
                  <a:pt x="314618" y="7598782"/>
                </a:cubicBezTo>
                <a:cubicBezTo>
                  <a:pt x="297270" y="7624803"/>
                  <a:pt x="288784" y="7628042"/>
                  <a:pt x="289160" y="7608510"/>
                </a:cubicBezTo>
                <a:cubicBezTo>
                  <a:pt x="281240" y="7582440"/>
                  <a:pt x="272936" y="7575910"/>
                  <a:pt x="264260" y="7588929"/>
                </a:cubicBezTo>
                <a:cubicBezTo>
                  <a:pt x="238240" y="7627961"/>
                  <a:pt x="241634" y="7670313"/>
                  <a:pt x="274454" y="7715949"/>
                </a:cubicBezTo>
                <a:lnTo>
                  <a:pt x="323846" y="7732843"/>
                </a:lnTo>
                <a:lnTo>
                  <a:pt x="313780" y="7806384"/>
                </a:lnTo>
                <a:cubicBezTo>
                  <a:pt x="306800" y="7840571"/>
                  <a:pt x="296528" y="7882067"/>
                  <a:pt x="282946" y="7930907"/>
                </a:cubicBezTo>
                <a:cubicBezTo>
                  <a:pt x="316892" y="7917924"/>
                  <a:pt x="338204" y="7904937"/>
                  <a:pt x="346884" y="7891920"/>
                </a:cubicBezTo>
                <a:cubicBezTo>
                  <a:pt x="432898" y="8237255"/>
                  <a:pt x="519660" y="8543516"/>
                  <a:pt x="607182" y="8810693"/>
                </a:cubicBezTo>
                <a:cubicBezTo>
                  <a:pt x="572484" y="8862746"/>
                  <a:pt x="554382" y="8927852"/>
                  <a:pt x="552874" y="9006012"/>
                </a:cubicBezTo>
                <a:cubicBezTo>
                  <a:pt x="578144" y="9006044"/>
                  <a:pt x="603226" y="9015858"/>
                  <a:pt x="628120" y="9035437"/>
                </a:cubicBezTo>
                <a:cubicBezTo>
                  <a:pt x="594182" y="9048403"/>
                  <a:pt x="572680" y="9071169"/>
                  <a:pt x="563626" y="9103722"/>
                </a:cubicBezTo>
                <a:cubicBezTo>
                  <a:pt x="580226" y="9116773"/>
                  <a:pt x="601542" y="9103782"/>
                  <a:pt x="627562" y="9064748"/>
                </a:cubicBezTo>
                <a:lnTo>
                  <a:pt x="689796" y="9113686"/>
                </a:lnTo>
                <a:cubicBezTo>
                  <a:pt x="688670" y="9172307"/>
                  <a:pt x="682450" y="9276508"/>
                  <a:pt x="671136" y="9426298"/>
                </a:cubicBezTo>
                <a:cubicBezTo>
                  <a:pt x="705086" y="9413320"/>
                  <a:pt x="730734" y="9393831"/>
                  <a:pt x="748086" y="9367803"/>
                </a:cubicBezTo>
                <a:lnTo>
                  <a:pt x="810316" y="9416741"/>
                </a:lnTo>
                <a:cubicBezTo>
                  <a:pt x="784294" y="9455781"/>
                  <a:pt x="771100" y="9485068"/>
                  <a:pt x="770718" y="9504617"/>
                </a:cubicBezTo>
                <a:cubicBezTo>
                  <a:pt x="802788" y="9589331"/>
                  <a:pt x="855220" y="9709913"/>
                  <a:pt x="928022" y="9866339"/>
                </a:cubicBezTo>
                <a:cubicBezTo>
                  <a:pt x="1041568" y="10094480"/>
                  <a:pt x="1220750" y="10413908"/>
                  <a:pt x="1465558" y="10824623"/>
                </a:cubicBezTo>
                <a:cubicBezTo>
                  <a:pt x="1646238" y="11065896"/>
                  <a:pt x="1865210" y="11287681"/>
                  <a:pt x="2122470" y="11489996"/>
                </a:cubicBezTo>
                <a:cubicBezTo>
                  <a:pt x="2275988" y="11610729"/>
                  <a:pt x="2429696" y="11721692"/>
                  <a:pt x="2583592" y="11822886"/>
                </a:cubicBezTo>
                <a:lnTo>
                  <a:pt x="2676272" y="11880850"/>
                </a:lnTo>
                <a:lnTo>
                  <a:pt x="2165470" y="11880850"/>
                </a:lnTo>
                <a:lnTo>
                  <a:pt x="1642678" y="11469717"/>
                </a:lnTo>
                <a:cubicBezTo>
                  <a:pt x="1634380" y="11463180"/>
                  <a:pt x="1607594" y="11432202"/>
                  <a:pt x="1562334" y="11376773"/>
                </a:cubicBezTo>
                <a:cubicBezTo>
                  <a:pt x="1517064" y="11321337"/>
                  <a:pt x="1481984" y="11283835"/>
                  <a:pt x="1457092" y="11264256"/>
                </a:cubicBezTo>
                <a:cubicBezTo>
                  <a:pt x="952768" y="10768466"/>
                  <a:pt x="555560" y="9960203"/>
                  <a:pt x="265450" y="8839472"/>
                </a:cubicBezTo>
                <a:cubicBezTo>
                  <a:pt x="210366" y="8637483"/>
                  <a:pt x="160760" y="8370361"/>
                  <a:pt x="116614" y="8038112"/>
                </a:cubicBezTo>
                <a:cubicBezTo>
                  <a:pt x="70962" y="7784024"/>
                  <a:pt x="57932" y="7367160"/>
                  <a:pt x="77520" y="6787508"/>
                </a:cubicBezTo>
                <a:cubicBezTo>
                  <a:pt x="128438" y="6768052"/>
                  <a:pt x="162574" y="6745303"/>
                  <a:pt x="179922" y="6719283"/>
                </a:cubicBezTo>
                <a:close/>
                <a:moveTo>
                  <a:pt x="134086" y="6474953"/>
                </a:moveTo>
                <a:lnTo>
                  <a:pt x="171988" y="6475015"/>
                </a:lnTo>
                <a:lnTo>
                  <a:pt x="168046" y="6680181"/>
                </a:lnTo>
                <a:lnTo>
                  <a:pt x="129570" y="6709427"/>
                </a:lnTo>
                <a:close/>
                <a:moveTo>
                  <a:pt x="168836" y="6167595"/>
                </a:moveTo>
                <a:lnTo>
                  <a:pt x="166074" y="6208174"/>
                </a:lnTo>
                <a:cubicBezTo>
                  <a:pt x="162280" y="6241141"/>
                  <a:pt x="156894" y="6274716"/>
                  <a:pt x="149916" y="6308902"/>
                </a:cubicBezTo>
                <a:close/>
                <a:moveTo>
                  <a:pt x="393142" y="4834020"/>
                </a:moveTo>
                <a:lnTo>
                  <a:pt x="329208" y="4873004"/>
                </a:lnTo>
                <a:lnTo>
                  <a:pt x="329208" y="4873008"/>
                </a:lnTo>
                <a:lnTo>
                  <a:pt x="393142" y="4834024"/>
                </a:lnTo>
                <a:close/>
                <a:moveTo>
                  <a:pt x="428786" y="4787671"/>
                </a:moveTo>
                <a:lnTo>
                  <a:pt x="426534" y="5068536"/>
                </a:lnTo>
                <a:lnTo>
                  <a:pt x="426534" y="5068545"/>
                </a:lnTo>
                <a:lnTo>
                  <a:pt x="426536" y="5068549"/>
                </a:lnTo>
                <a:lnTo>
                  <a:pt x="426534" y="5068536"/>
                </a:lnTo>
                <a:lnTo>
                  <a:pt x="434450" y="4944607"/>
                </a:lnTo>
                <a:cubicBezTo>
                  <a:pt x="434824" y="4897797"/>
                  <a:pt x="432936" y="4845486"/>
                  <a:pt x="428786" y="4787671"/>
                </a:cubicBezTo>
                <a:close/>
                <a:moveTo>
                  <a:pt x="327498" y="4306343"/>
                </a:moveTo>
                <a:lnTo>
                  <a:pt x="327492" y="4306351"/>
                </a:lnTo>
                <a:lnTo>
                  <a:pt x="364266" y="4365024"/>
                </a:lnTo>
                <a:lnTo>
                  <a:pt x="364274" y="4365017"/>
                </a:lnTo>
                <a:close/>
                <a:moveTo>
                  <a:pt x="533346" y="3061534"/>
                </a:moveTo>
                <a:lnTo>
                  <a:pt x="424228" y="3112933"/>
                </a:lnTo>
                <a:lnTo>
                  <a:pt x="404234" y="3124979"/>
                </a:lnTo>
                <a:lnTo>
                  <a:pt x="406652" y="3148742"/>
                </a:lnTo>
                <a:cubicBezTo>
                  <a:pt x="433814" y="3269273"/>
                  <a:pt x="481150" y="3326344"/>
                  <a:pt x="548670" y="3319930"/>
                </a:cubicBezTo>
                <a:cubicBezTo>
                  <a:pt x="535368" y="3245012"/>
                  <a:pt x="529520" y="3166029"/>
                  <a:pt x="531120" y="3082992"/>
                </a:cubicBezTo>
                <a:close/>
                <a:moveTo>
                  <a:pt x="2587054" y="0"/>
                </a:moveTo>
                <a:lnTo>
                  <a:pt x="3011352" y="0"/>
                </a:lnTo>
                <a:lnTo>
                  <a:pt x="2987628" y="31247"/>
                </a:lnTo>
                <a:lnTo>
                  <a:pt x="2965642" y="13960"/>
                </a:lnTo>
                <a:lnTo>
                  <a:pt x="2811990" y="130921"/>
                </a:lnTo>
                <a:cubicBezTo>
                  <a:pt x="2533084" y="341048"/>
                  <a:pt x="2385798" y="459677"/>
                  <a:pt x="2370116" y="486835"/>
                </a:cubicBezTo>
                <a:cubicBezTo>
                  <a:pt x="2330916" y="554733"/>
                  <a:pt x="2296890" y="634666"/>
                  <a:pt x="2268044" y="726631"/>
                </a:cubicBezTo>
                <a:cubicBezTo>
                  <a:pt x="2345878" y="681047"/>
                  <a:pt x="2416190" y="637341"/>
                  <a:pt x="2478976" y="595512"/>
                </a:cubicBezTo>
                <a:lnTo>
                  <a:pt x="2605830" y="503816"/>
                </a:lnTo>
                <a:lnTo>
                  <a:pt x="2613090" y="450789"/>
                </a:lnTo>
                <a:cubicBezTo>
                  <a:pt x="2630252" y="434528"/>
                  <a:pt x="2648308" y="426415"/>
                  <a:pt x="2667262" y="426443"/>
                </a:cubicBezTo>
                <a:lnTo>
                  <a:pt x="2689360" y="435541"/>
                </a:lnTo>
                <a:lnTo>
                  <a:pt x="2765408" y="367105"/>
                </a:lnTo>
                <a:cubicBezTo>
                  <a:pt x="2798094" y="332798"/>
                  <a:pt x="2823260" y="300367"/>
                  <a:pt x="2840898" y="269814"/>
                </a:cubicBezTo>
                <a:lnTo>
                  <a:pt x="2886056" y="160101"/>
                </a:lnTo>
                <a:cubicBezTo>
                  <a:pt x="2896348" y="142279"/>
                  <a:pt x="2976176" y="94436"/>
                  <a:pt x="3125546" y="16564"/>
                </a:cubicBezTo>
                <a:lnTo>
                  <a:pt x="3157662" y="0"/>
                </a:lnTo>
                <a:lnTo>
                  <a:pt x="3366314" y="0"/>
                </a:lnTo>
                <a:lnTo>
                  <a:pt x="3348830" y="19933"/>
                </a:lnTo>
                <a:lnTo>
                  <a:pt x="3337068" y="40297"/>
                </a:lnTo>
                <a:lnTo>
                  <a:pt x="3283674" y="54482"/>
                </a:lnTo>
                <a:lnTo>
                  <a:pt x="3277306" y="80553"/>
                </a:lnTo>
                <a:lnTo>
                  <a:pt x="3263026" y="51858"/>
                </a:lnTo>
                <a:lnTo>
                  <a:pt x="3231728" y="33788"/>
                </a:lnTo>
                <a:cubicBezTo>
                  <a:pt x="3128888" y="64943"/>
                  <a:pt x="3057868" y="114466"/>
                  <a:pt x="3018674" y="182354"/>
                </a:cubicBezTo>
                <a:cubicBezTo>
                  <a:pt x="3010836" y="195925"/>
                  <a:pt x="2999072" y="216302"/>
                  <a:pt x="2983394" y="243462"/>
                </a:cubicBezTo>
                <a:cubicBezTo>
                  <a:pt x="2967716" y="270609"/>
                  <a:pt x="2955954" y="290987"/>
                  <a:pt x="2948114" y="304561"/>
                </a:cubicBezTo>
                <a:lnTo>
                  <a:pt x="2955452" y="315633"/>
                </a:lnTo>
                <a:lnTo>
                  <a:pt x="3174898" y="148787"/>
                </a:lnTo>
                <a:cubicBezTo>
                  <a:pt x="3373300" y="126299"/>
                  <a:pt x="3525350" y="104555"/>
                  <a:pt x="3631056" y="83552"/>
                </a:cubicBezTo>
                <a:lnTo>
                  <a:pt x="3732622" y="58159"/>
                </a:lnTo>
                <a:lnTo>
                  <a:pt x="3731240" y="61420"/>
                </a:lnTo>
                <a:lnTo>
                  <a:pt x="3710516" y="108459"/>
                </a:lnTo>
                <a:lnTo>
                  <a:pt x="3731242" y="61417"/>
                </a:lnTo>
                <a:lnTo>
                  <a:pt x="3732628" y="58154"/>
                </a:lnTo>
                <a:lnTo>
                  <a:pt x="3754858" y="52596"/>
                </a:lnTo>
                <a:lnTo>
                  <a:pt x="3781472" y="37970"/>
                </a:lnTo>
                <a:lnTo>
                  <a:pt x="3781472" y="37973"/>
                </a:lnTo>
                <a:lnTo>
                  <a:pt x="3809130" y="22769"/>
                </a:lnTo>
                <a:lnTo>
                  <a:pt x="3824308" y="0"/>
                </a:lnTo>
                <a:lnTo>
                  <a:pt x="3875608" y="0"/>
                </a:lnTo>
                <a:lnTo>
                  <a:pt x="3863246" y="56211"/>
                </a:lnTo>
                <a:lnTo>
                  <a:pt x="4027562" y="0"/>
                </a:lnTo>
                <a:lnTo>
                  <a:pt x="4158792" y="0"/>
                </a:lnTo>
                <a:lnTo>
                  <a:pt x="4158792" y="987425"/>
                </a:lnTo>
                <a:lnTo>
                  <a:pt x="4158792" y="1346715"/>
                </a:lnTo>
                <a:lnTo>
                  <a:pt x="4158792" y="10397303"/>
                </a:lnTo>
                <a:lnTo>
                  <a:pt x="4158792" y="11045825"/>
                </a:lnTo>
                <a:lnTo>
                  <a:pt x="4158792" y="11880850"/>
                </a:lnTo>
                <a:lnTo>
                  <a:pt x="3672594" y="11880850"/>
                </a:lnTo>
                <a:lnTo>
                  <a:pt x="3638568" y="11871547"/>
                </a:lnTo>
                <a:cubicBezTo>
                  <a:pt x="3581470" y="11856396"/>
                  <a:pt x="3520436" y="11840628"/>
                  <a:pt x="3455464" y="11824244"/>
                </a:cubicBezTo>
                <a:cubicBezTo>
                  <a:pt x="3472812" y="11798219"/>
                  <a:pt x="3486014" y="11768922"/>
                  <a:pt x="3495068" y="11736376"/>
                </a:cubicBezTo>
                <a:cubicBezTo>
                  <a:pt x="3469790" y="11736340"/>
                  <a:pt x="3431692" y="11746052"/>
                  <a:pt x="3380776" y="11765510"/>
                </a:cubicBezTo>
                <a:cubicBezTo>
                  <a:pt x="3088826" y="11615254"/>
                  <a:pt x="2776320" y="11438908"/>
                  <a:pt x="2443256" y="11236476"/>
                </a:cubicBezTo>
                <a:cubicBezTo>
                  <a:pt x="2401010" y="11242929"/>
                  <a:pt x="2375546" y="11252657"/>
                  <a:pt x="2366868" y="11265671"/>
                </a:cubicBezTo>
                <a:cubicBezTo>
                  <a:pt x="2365744" y="11324294"/>
                  <a:pt x="2377814" y="11353613"/>
                  <a:pt x="2403086" y="11353653"/>
                </a:cubicBezTo>
                <a:cubicBezTo>
                  <a:pt x="2470604" y="11347254"/>
                  <a:pt x="2537274" y="11384806"/>
                  <a:pt x="2603094" y="11466319"/>
                </a:cubicBezTo>
                <a:cubicBezTo>
                  <a:pt x="2668918" y="11547833"/>
                  <a:pt x="2735584" y="11585394"/>
                  <a:pt x="2803102" y="11578989"/>
                </a:cubicBezTo>
                <a:cubicBezTo>
                  <a:pt x="2827996" y="11598570"/>
                  <a:pt x="2848370" y="11634416"/>
                  <a:pt x="2864212" y="11686554"/>
                </a:cubicBezTo>
                <a:cubicBezTo>
                  <a:pt x="2797072" y="11673420"/>
                  <a:pt x="2704850" y="11650482"/>
                  <a:pt x="2587544" y="11617732"/>
                </a:cubicBezTo>
                <a:cubicBezTo>
                  <a:pt x="2387630" y="11500184"/>
                  <a:pt x="2242030" y="11405515"/>
                  <a:pt x="2150746" y="11333725"/>
                </a:cubicBezTo>
                <a:cubicBezTo>
                  <a:pt x="2134150" y="11320676"/>
                  <a:pt x="2068044" y="11253809"/>
                  <a:pt x="1952432" y="11133132"/>
                </a:cubicBezTo>
                <a:cubicBezTo>
                  <a:pt x="1836818" y="11012459"/>
                  <a:pt x="1758546" y="10921153"/>
                  <a:pt x="1717612" y="10859213"/>
                </a:cubicBezTo>
                <a:cubicBezTo>
                  <a:pt x="1676688" y="10797275"/>
                  <a:pt x="1623404" y="10720661"/>
                  <a:pt x="1557772" y="10629374"/>
                </a:cubicBezTo>
                <a:cubicBezTo>
                  <a:pt x="1492136" y="10538083"/>
                  <a:pt x="1397650" y="10414184"/>
                  <a:pt x="1274300" y="10257680"/>
                </a:cubicBezTo>
                <a:cubicBezTo>
                  <a:pt x="1209794" y="10107776"/>
                  <a:pt x="1052302" y="9755811"/>
                  <a:pt x="801826" y="9201797"/>
                </a:cubicBezTo>
                <a:cubicBezTo>
                  <a:pt x="753544" y="9084484"/>
                  <a:pt x="719582" y="8879265"/>
                  <a:pt x="699956" y="8586136"/>
                </a:cubicBezTo>
                <a:cubicBezTo>
                  <a:pt x="666760" y="8560027"/>
                  <a:pt x="625650" y="8507859"/>
                  <a:pt x="576610" y="8429622"/>
                </a:cubicBezTo>
                <a:cubicBezTo>
                  <a:pt x="577364" y="8390543"/>
                  <a:pt x="563204" y="8032294"/>
                  <a:pt x="534130" y="7354874"/>
                </a:cubicBezTo>
                <a:cubicBezTo>
                  <a:pt x="509216" y="6898900"/>
                  <a:pt x="440362" y="6537314"/>
                  <a:pt x="327572" y="6270100"/>
                </a:cubicBezTo>
                <a:cubicBezTo>
                  <a:pt x="327946" y="6250553"/>
                  <a:pt x="315316" y="6250539"/>
                  <a:pt x="289664" y="6270039"/>
                </a:cubicBezTo>
                <a:cubicBezTo>
                  <a:pt x="289664" y="6270039"/>
                  <a:pt x="275146" y="6367715"/>
                  <a:pt x="246116" y="6563066"/>
                </a:cubicBezTo>
                <a:cubicBezTo>
                  <a:pt x="277030" y="6270018"/>
                  <a:pt x="277020" y="6051822"/>
                  <a:pt x="246086" y="5908486"/>
                </a:cubicBezTo>
                <a:lnTo>
                  <a:pt x="195166" y="5927940"/>
                </a:lnTo>
                <a:cubicBezTo>
                  <a:pt x="194600" y="5957250"/>
                  <a:pt x="185976" y="6036007"/>
                  <a:pt x="169290" y="6164211"/>
                </a:cubicBezTo>
                <a:lnTo>
                  <a:pt x="168836" y="6167595"/>
                </a:lnTo>
                <a:lnTo>
                  <a:pt x="172684" y="6111097"/>
                </a:lnTo>
                <a:cubicBezTo>
                  <a:pt x="173908" y="6047594"/>
                  <a:pt x="168764" y="5986525"/>
                  <a:pt x="157256" y="5927888"/>
                </a:cubicBezTo>
                <a:cubicBezTo>
                  <a:pt x="201010" y="5843281"/>
                  <a:pt x="211000" y="5761878"/>
                  <a:pt x="187234" y="5683688"/>
                </a:cubicBezTo>
                <a:cubicBezTo>
                  <a:pt x="37844" y="5129821"/>
                  <a:pt x="2184" y="4794344"/>
                  <a:pt x="80256" y="4677229"/>
                </a:cubicBezTo>
                <a:cubicBezTo>
                  <a:pt x="97608" y="4651202"/>
                  <a:pt x="140226" y="4625204"/>
                  <a:pt x="208118" y="4599261"/>
                </a:cubicBezTo>
                <a:cubicBezTo>
                  <a:pt x="216796" y="4586244"/>
                  <a:pt x="165680" y="4397282"/>
                  <a:pt x="54766" y="4032371"/>
                </a:cubicBezTo>
                <a:cubicBezTo>
                  <a:pt x="43728" y="3949312"/>
                  <a:pt x="26010" y="3844254"/>
                  <a:pt x="1608" y="3717207"/>
                </a:cubicBezTo>
                <a:lnTo>
                  <a:pt x="0" y="3709097"/>
                </a:lnTo>
                <a:lnTo>
                  <a:pt x="89210" y="3402110"/>
                </a:lnTo>
                <a:lnTo>
                  <a:pt x="95866" y="3415711"/>
                </a:lnTo>
                <a:cubicBezTo>
                  <a:pt x="127766" y="3481706"/>
                  <a:pt x="171020" y="3573365"/>
                  <a:pt x="225622" y="3690688"/>
                </a:cubicBezTo>
                <a:cubicBezTo>
                  <a:pt x="237684" y="3501826"/>
                  <a:pt x="256162" y="3308084"/>
                  <a:pt x="281044" y="3109460"/>
                </a:cubicBezTo>
                <a:cubicBezTo>
                  <a:pt x="305934" y="2910843"/>
                  <a:pt x="357600" y="2743215"/>
                  <a:pt x="436042" y="2606561"/>
                </a:cubicBezTo>
                <a:lnTo>
                  <a:pt x="524874" y="2587156"/>
                </a:lnTo>
                <a:lnTo>
                  <a:pt x="523176" y="2675081"/>
                </a:lnTo>
                <a:cubicBezTo>
                  <a:pt x="488480" y="2727128"/>
                  <a:pt x="483578" y="2762943"/>
                  <a:pt x="508476" y="2782524"/>
                </a:cubicBezTo>
                <a:lnTo>
                  <a:pt x="419082" y="2831235"/>
                </a:lnTo>
                <a:cubicBezTo>
                  <a:pt x="401354" y="2876800"/>
                  <a:pt x="391456" y="2926044"/>
                  <a:pt x="389382" y="2978965"/>
                </a:cubicBezTo>
                <a:lnTo>
                  <a:pt x="394732" y="3031551"/>
                </a:lnTo>
                <a:lnTo>
                  <a:pt x="414746" y="2979999"/>
                </a:lnTo>
                <a:cubicBezTo>
                  <a:pt x="435518" y="2930894"/>
                  <a:pt x="453752" y="2892757"/>
                  <a:pt x="469434" y="2865598"/>
                </a:cubicBezTo>
                <a:cubicBezTo>
                  <a:pt x="512550" y="2790918"/>
                  <a:pt x="549942" y="2728773"/>
                  <a:pt x="581614" y="2679163"/>
                </a:cubicBezTo>
                <a:lnTo>
                  <a:pt x="601114" y="2651310"/>
                </a:lnTo>
                <a:lnTo>
                  <a:pt x="630106" y="2536026"/>
                </a:lnTo>
                <a:cubicBezTo>
                  <a:pt x="661504" y="2436748"/>
                  <a:pt x="700350" y="2333411"/>
                  <a:pt x="746648" y="2226012"/>
                </a:cubicBezTo>
                <a:lnTo>
                  <a:pt x="781772" y="2220654"/>
                </a:lnTo>
                <a:lnTo>
                  <a:pt x="838870" y="2036737"/>
                </a:lnTo>
                <a:cubicBezTo>
                  <a:pt x="854280" y="1989053"/>
                  <a:pt x="863948" y="1961817"/>
                  <a:pt x="867868" y="1955027"/>
                </a:cubicBezTo>
                <a:lnTo>
                  <a:pt x="1070726" y="1636658"/>
                </a:lnTo>
                <a:lnTo>
                  <a:pt x="1035740" y="1650032"/>
                </a:lnTo>
                <a:lnTo>
                  <a:pt x="1049316" y="1601205"/>
                </a:lnTo>
                <a:lnTo>
                  <a:pt x="1100232" y="1581747"/>
                </a:lnTo>
                <a:lnTo>
                  <a:pt x="1094904" y="1600906"/>
                </a:lnTo>
                <a:lnTo>
                  <a:pt x="1248144" y="1396856"/>
                </a:lnTo>
                <a:lnTo>
                  <a:pt x="1261130" y="1305693"/>
                </a:lnTo>
                <a:cubicBezTo>
                  <a:pt x="1277570" y="1190308"/>
                  <a:pt x="1285794" y="1132617"/>
                  <a:pt x="1285794" y="1132617"/>
                </a:cubicBezTo>
                <a:cubicBezTo>
                  <a:pt x="1320488" y="1080564"/>
                  <a:pt x="1386782" y="1028563"/>
                  <a:pt x="1484664" y="976601"/>
                </a:cubicBezTo>
                <a:cubicBezTo>
                  <a:pt x="1533600" y="950632"/>
                  <a:pt x="1575490" y="935228"/>
                  <a:pt x="1610328" y="930398"/>
                </a:cubicBezTo>
                <a:lnTo>
                  <a:pt x="1630062" y="934473"/>
                </a:lnTo>
                <a:lnTo>
                  <a:pt x="1664098" y="894784"/>
                </a:lnTo>
                <a:cubicBezTo>
                  <a:pt x="1776366" y="771197"/>
                  <a:pt x="1896562" y="645683"/>
                  <a:pt x="2024692" y="518238"/>
                </a:cubicBezTo>
                <a:cubicBezTo>
                  <a:pt x="2152820" y="390799"/>
                  <a:pt x="2279668" y="270823"/>
                  <a:pt x="2405238" y="158312"/>
                </a:cubicBezTo>
                <a:close/>
              </a:path>
            </a:pathLst>
          </a:custGeom>
          <a:solidFill>
            <a:schemeClr val="lt1">
              <a:alpha val="80000"/>
            </a:schemeClr>
          </a:solidFill>
          <a:ln>
            <a:noFill/>
          </a:ln>
          <a:effectLst>
            <a:outerShdw blurRad="1270000" rotWithShape="0" algn="tl" dir="2700000" dist="482600">
              <a:srgbClr val="000000">
                <a:alpha val="29803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1062175" y="1359000"/>
            <a:ext cx="414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Schedule an Appointment</a:t>
            </a:r>
            <a:endParaRPr b="1" sz="299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5" name="Google Shape;255;p22"/>
          <p:cNvGrpSpPr/>
          <p:nvPr/>
        </p:nvGrpSpPr>
        <p:grpSpPr>
          <a:xfrm>
            <a:off x="1062180" y="2541798"/>
            <a:ext cx="288800" cy="292456"/>
            <a:chOff x="5843588" y="3170238"/>
            <a:chExt cx="501650" cy="508000"/>
          </a:xfrm>
        </p:grpSpPr>
        <p:sp>
          <p:nvSpPr>
            <p:cNvPr id="256" name="Google Shape;256;p22"/>
            <p:cNvSpPr/>
            <p:nvPr/>
          </p:nvSpPr>
          <p:spPr>
            <a:xfrm>
              <a:off x="5962651" y="3302001"/>
              <a:ext cx="123825" cy="93663"/>
            </a:xfrm>
            <a:custGeom>
              <a:rect b="b" l="l" r="r" t="t"/>
              <a:pathLst>
                <a:path extrusionOk="0" h="658" w="859">
                  <a:moveTo>
                    <a:pt x="514" y="0"/>
                  </a:moveTo>
                  <a:lnTo>
                    <a:pt x="517" y="5"/>
                  </a:lnTo>
                  <a:lnTo>
                    <a:pt x="525" y="15"/>
                  </a:lnTo>
                  <a:lnTo>
                    <a:pt x="534" y="28"/>
                  </a:lnTo>
                  <a:lnTo>
                    <a:pt x="546" y="46"/>
                  </a:lnTo>
                  <a:lnTo>
                    <a:pt x="562" y="68"/>
                  </a:lnTo>
                  <a:lnTo>
                    <a:pt x="579" y="92"/>
                  </a:lnTo>
                  <a:lnTo>
                    <a:pt x="599" y="121"/>
                  </a:lnTo>
                  <a:lnTo>
                    <a:pt x="619" y="152"/>
                  </a:lnTo>
                  <a:lnTo>
                    <a:pt x="642" y="187"/>
                  </a:lnTo>
                  <a:lnTo>
                    <a:pt x="667" y="224"/>
                  </a:lnTo>
                  <a:lnTo>
                    <a:pt x="692" y="264"/>
                  </a:lnTo>
                  <a:lnTo>
                    <a:pt x="719" y="305"/>
                  </a:lnTo>
                  <a:lnTo>
                    <a:pt x="746" y="349"/>
                  </a:lnTo>
                  <a:lnTo>
                    <a:pt x="775" y="396"/>
                  </a:lnTo>
                  <a:lnTo>
                    <a:pt x="803" y="444"/>
                  </a:lnTo>
                  <a:lnTo>
                    <a:pt x="831" y="492"/>
                  </a:lnTo>
                  <a:lnTo>
                    <a:pt x="859" y="543"/>
                  </a:lnTo>
                  <a:lnTo>
                    <a:pt x="777" y="565"/>
                  </a:lnTo>
                  <a:lnTo>
                    <a:pt x="695" y="583"/>
                  </a:lnTo>
                  <a:lnTo>
                    <a:pt x="616" y="599"/>
                  </a:lnTo>
                  <a:lnTo>
                    <a:pt x="540" y="612"/>
                  </a:lnTo>
                  <a:lnTo>
                    <a:pt x="467" y="623"/>
                  </a:lnTo>
                  <a:lnTo>
                    <a:pt x="398" y="633"/>
                  </a:lnTo>
                  <a:lnTo>
                    <a:pt x="332" y="641"/>
                  </a:lnTo>
                  <a:lnTo>
                    <a:pt x="271" y="646"/>
                  </a:lnTo>
                  <a:lnTo>
                    <a:pt x="215" y="651"/>
                  </a:lnTo>
                  <a:lnTo>
                    <a:pt x="164" y="654"/>
                  </a:lnTo>
                  <a:lnTo>
                    <a:pt x="119" y="656"/>
                  </a:lnTo>
                  <a:lnTo>
                    <a:pt x="81" y="657"/>
                  </a:lnTo>
                  <a:lnTo>
                    <a:pt x="50" y="658"/>
                  </a:lnTo>
                  <a:lnTo>
                    <a:pt x="25" y="658"/>
                  </a:lnTo>
                  <a:lnTo>
                    <a:pt x="8" y="658"/>
                  </a:lnTo>
                  <a:lnTo>
                    <a:pt x="0" y="658"/>
                  </a:lnTo>
                  <a:lnTo>
                    <a:pt x="17" y="587"/>
                  </a:lnTo>
                  <a:lnTo>
                    <a:pt x="40" y="517"/>
                  </a:lnTo>
                  <a:lnTo>
                    <a:pt x="68" y="449"/>
                  </a:lnTo>
                  <a:lnTo>
                    <a:pt x="102" y="386"/>
                  </a:lnTo>
                  <a:lnTo>
                    <a:pt x="140" y="324"/>
                  </a:lnTo>
                  <a:lnTo>
                    <a:pt x="182" y="266"/>
                  </a:lnTo>
                  <a:lnTo>
                    <a:pt x="228" y="212"/>
                  </a:lnTo>
                  <a:lnTo>
                    <a:pt x="278" y="161"/>
                  </a:lnTo>
                  <a:lnTo>
                    <a:pt x="332" y="114"/>
                  </a:lnTo>
                  <a:lnTo>
                    <a:pt x="390" y="71"/>
                  </a:lnTo>
                  <a:lnTo>
                    <a:pt x="450" y="34"/>
                  </a:lnTo>
                  <a:lnTo>
                    <a:pt x="514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22"/>
            <p:cNvSpPr/>
            <p:nvPr/>
          </p:nvSpPr>
          <p:spPr>
            <a:xfrm>
              <a:off x="6061076" y="3292476"/>
              <a:ext cx="1588" cy="0"/>
            </a:xfrm>
            <a:custGeom>
              <a:rect b="b" l="l" r="r" t="t"/>
              <a:pathLst>
                <a:path extrusionOk="0" h="1" w="3">
                  <a:moveTo>
                    <a:pt x="3" y="0"/>
                  </a:moveTo>
                  <a:lnTo>
                    <a:pt x="3" y="0"/>
                  </a:ln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22"/>
            <p:cNvSpPr/>
            <p:nvPr/>
          </p:nvSpPr>
          <p:spPr>
            <a:xfrm>
              <a:off x="6062663" y="3287713"/>
              <a:ext cx="120650" cy="84138"/>
            </a:xfrm>
            <a:custGeom>
              <a:rect b="b" l="l" r="r" t="t"/>
              <a:pathLst>
                <a:path extrusionOk="0" h="578" w="835">
                  <a:moveTo>
                    <a:pt x="220" y="0"/>
                  </a:moveTo>
                  <a:lnTo>
                    <a:pt x="297" y="4"/>
                  </a:lnTo>
                  <a:lnTo>
                    <a:pt x="373" y="14"/>
                  </a:lnTo>
                  <a:lnTo>
                    <a:pt x="448" y="29"/>
                  </a:lnTo>
                  <a:lnTo>
                    <a:pt x="519" y="51"/>
                  </a:lnTo>
                  <a:lnTo>
                    <a:pt x="588" y="77"/>
                  </a:lnTo>
                  <a:lnTo>
                    <a:pt x="654" y="110"/>
                  </a:lnTo>
                  <a:lnTo>
                    <a:pt x="718" y="148"/>
                  </a:lnTo>
                  <a:lnTo>
                    <a:pt x="778" y="190"/>
                  </a:lnTo>
                  <a:lnTo>
                    <a:pt x="835" y="236"/>
                  </a:lnTo>
                  <a:lnTo>
                    <a:pt x="832" y="239"/>
                  </a:lnTo>
                  <a:lnTo>
                    <a:pt x="828" y="247"/>
                  </a:lnTo>
                  <a:lnTo>
                    <a:pt x="819" y="258"/>
                  </a:lnTo>
                  <a:lnTo>
                    <a:pt x="807" y="272"/>
                  </a:lnTo>
                  <a:lnTo>
                    <a:pt x="792" y="290"/>
                  </a:lnTo>
                  <a:lnTo>
                    <a:pt x="773" y="311"/>
                  </a:lnTo>
                  <a:lnTo>
                    <a:pt x="750" y="334"/>
                  </a:lnTo>
                  <a:lnTo>
                    <a:pt x="723" y="358"/>
                  </a:lnTo>
                  <a:lnTo>
                    <a:pt x="691" y="384"/>
                  </a:lnTo>
                  <a:lnTo>
                    <a:pt x="656" y="412"/>
                  </a:lnTo>
                  <a:lnTo>
                    <a:pt x="616" y="440"/>
                  </a:lnTo>
                  <a:lnTo>
                    <a:pt x="573" y="469"/>
                  </a:lnTo>
                  <a:lnTo>
                    <a:pt x="524" y="496"/>
                  </a:lnTo>
                  <a:lnTo>
                    <a:pt x="469" y="525"/>
                  </a:lnTo>
                  <a:lnTo>
                    <a:pt x="412" y="551"/>
                  </a:lnTo>
                  <a:lnTo>
                    <a:pt x="348" y="578"/>
                  </a:lnTo>
                  <a:lnTo>
                    <a:pt x="319" y="526"/>
                  </a:lnTo>
                  <a:lnTo>
                    <a:pt x="291" y="476"/>
                  </a:lnTo>
                  <a:lnTo>
                    <a:pt x="263" y="427"/>
                  </a:lnTo>
                  <a:lnTo>
                    <a:pt x="235" y="381"/>
                  </a:lnTo>
                  <a:lnTo>
                    <a:pt x="208" y="336"/>
                  </a:lnTo>
                  <a:lnTo>
                    <a:pt x="181" y="294"/>
                  </a:lnTo>
                  <a:lnTo>
                    <a:pt x="155" y="253"/>
                  </a:lnTo>
                  <a:lnTo>
                    <a:pt x="131" y="216"/>
                  </a:lnTo>
                  <a:lnTo>
                    <a:pt x="108" y="182"/>
                  </a:lnTo>
                  <a:lnTo>
                    <a:pt x="87" y="150"/>
                  </a:lnTo>
                  <a:lnTo>
                    <a:pt x="66" y="121"/>
                  </a:lnTo>
                  <a:lnTo>
                    <a:pt x="49" y="96"/>
                  </a:lnTo>
                  <a:lnTo>
                    <a:pt x="34" y="74"/>
                  </a:lnTo>
                  <a:lnTo>
                    <a:pt x="21" y="56"/>
                  </a:lnTo>
                  <a:lnTo>
                    <a:pt x="11" y="43"/>
                  </a:lnTo>
                  <a:lnTo>
                    <a:pt x="3" y="33"/>
                  </a:lnTo>
                  <a:lnTo>
                    <a:pt x="0" y="28"/>
                  </a:lnTo>
                  <a:lnTo>
                    <a:pt x="71" y="12"/>
                  </a:lnTo>
                  <a:lnTo>
                    <a:pt x="145" y="4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22"/>
            <p:cNvSpPr/>
            <p:nvPr/>
          </p:nvSpPr>
          <p:spPr>
            <a:xfrm>
              <a:off x="6011863" y="3446463"/>
              <a:ext cx="134938" cy="114300"/>
            </a:xfrm>
            <a:custGeom>
              <a:rect b="b" l="l" r="r" t="t"/>
              <a:pathLst>
                <a:path extrusionOk="0" h="792" w="937">
                  <a:moveTo>
                    <a:pt x="738" y="0"/>
                  </a:moveTo>
                  <a:lnTo>
                    <a:pt x="764" y="74"/>
                  </a:lnTo>
                  <a:lnTo>
                    <a:pt x="789" y="144"/>
                  </a:lnTo>
                  <a:lnTo>
                    <a:pt x="812" y="213"/>
                  </a:lnTo>
                  <a:lnTo>
                    <a:pt x="831" y="279"/>
                  </a:lnTo>
                  <a:lnTo>
                    <a:pt x="850" y="342"/>
                  </a:lnTo>
                  <a:lnTo>
                    <a:pt x="866" y="401"/>
                  </a:lnTo>
                  <a:lnTo>
                    <a:pt x="880" y="458"/>
                  </a:lnTo>
                  <a:lnTo>
                    <a:pt x="893" y="509"/>
                  </a:lnTo>
                  <a:lnTo>
                    <a:pt x="904" y="557"/>
                  </a:lnTo>
                  <a:lnTo>
                    <a:pt x="914" y="599"/>
                  </a:lnTo>
                  <a:lnTo>
                    <a:pt x="921" y="637"/>
                  </a:lnTo>
                  <a:lnTo>
                    <a:pt x="928" y="669"/>
                  </a:lnTo>
                  <a:lnTo>
                    <a:pt x="932" y="696"/>
                  </a:lnTo>
                  <a:lnTo>
                    <a:pt x="937" y="717"/>
                  </a:lnTo>
                  <a:lnTo>
                    <a:pt x="868" y="742"/>
                  </a:lnTo>
                  <a:lnTo>
                    <a:pt x="796" y="763"/>
                  </a:lnTo>
                  <a:lnTo>
                    <a:pt x="724" y="779"/>
                  </a:lnTo>
                  <a:lnTo>
                    <a:pt x="649" y="789"/>
                  </a:lnTo>
                  <a:lnTo>
                    <a:pt x="573" y="792"/>
                  </a:lnTo>
                  <a:lnTo>
                    <a:pt x="492" y="788"/>
                  </a:lnTo>
                  <a:lnTo>
                    <a:pt x="414" y="778"/>
                  </a:lnTo>
                  <a:lnTo>
                    <a:pt x="338" y="761"/>
                  </a:lnTo>
                  <a:lnTo>
                    <a:pt x="264" y="738"/>
                  </a:lnTo>
                  <a:lnTo>
                    <a:pt x="193" y="709"/>
                  </a:lnTo>
                  <a:lnTo>
                    <a:pt x="126" y="675"/>
                  </a:lnTo>
                  <a:lnTo>
                    <a:pt x="61" y="636"/>
                  </a:lnTo>
                  <a:lnTo>
                    <a:pt x="0" y="592"/>
                  </a:lnTo>
                  <a:lnTo>
                    <a:pt x="1" y="588"/>
                  </a:lnTo>
                  <a:lnTo>
                    <a:pt x="5" y="580"/>
                  </a:lnTo>
                  <a:lnTo>
                    <a:pt x="13" y="565"/>
                  </a:lnTo>
                  <a:lnTo>
                    <a:pt x="24" y="548"/>
                  </a:lnTo>
                  <a:lnTo>
                    <a:pt x="37" y="526"/>
                  </a:lnTo>
                  <a:lnTo>
                    <a:pt x="54" y="499"/>
                  </a:lnTo>
                  <a:lnTo>
                    <a:pt x="75" y="471"/>
                  </a:lnTo>
                  <a:lnTo>
                    <a:pt x="100" y="439"/>
                  </a:lnTo>
                  <a:lnTo>
                    <a:pt x="127" y="405"/>
                  </a:lnTo>
                  <a:lnTo>
                    <a:pt x="160" y="368"/>
                  </a:lnTo>
                  <a:lnTo>
                    <a:pt x="195" y="331"/>
                  </a:lnTo>
                  <a:lnTo>
                    <a:pt x="237" y="293"/>
                  </a:lnTo>
                  <a:lnTo>
                    <a:pt x="281" y="254"/>
                  </a:lnTo>
                  <a:lnTo>
                    <a:pt x="330" y="214"/>
                  </a:lnTo>
                  <a:lnTo>
                    <a:pt x="385" y="176"/>
                  </a:lnTo>
                  <a:lnTo>
                    <a:pt x="444" y="137"/>
                  </a:lnTo>
                  <a:lnTo>
                    <a:pt x="507" y="101"/>
                  </a:lnTo>
                  <a:lnTo>
                    <a:pt x="577" y="66"/>
                  </a:lnTo>
                  <a:lnTo>
                    <a:pt x="651" y="33"/>
                  </a:lnTo>
                  <a:lnTo>
                    <a:pt x="731" y="2"/>
                  </a:lnTo>
                  <a:lnTo>
                    <a:pt x="738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22"/>
            <p:cNvSpPr/>
            <p:nvPr/>
          </p:nvSpPr>
          <p:spPr>
            <a:xfrm>
              <a:off x="5959476" y="3400426"/>
              <a:ext cx="149225" cy="114300"/>
            </a:xfrm>
            <a:custGeom>
              <a:rect b="b" l="l" r="r" t="t"/>
              <a:pathLst>
                <a:path extrusionOk="0" h="795" w="1034">
                  <a:moveTo>
                    <a:pt x="238" y="795"/>
                  </a:moveTo>
                  <a:lnTo>
                    <a:pt x="239" y="795"/>
                  </a:lnTo>
                  <a:lnTo>
                    <a:pt x="238" y="795"/>
                  </a:lnTo>
                  <a:lnTo>
                    <a:pt x="238" y="795"/>
                  </a:lnTo>
                  <a:close/>
                  <a:moveTo>
                    <a:pt x="957" y="0"/>
                  </a:moveTo>
                  <a:lnTo>
                    <a:pt x="997" y="80"/>
                  </a:lnTo>
                  <a:lnTo>
                    <a:pt x="1034" y="161"/>
                  </a:lnTo>
                  <a:lnTo>
                    <a:pt x="997" y="173"/>
                  </a:lnTo>
                  <a:lnTo>
                    <a:pt x="933" y="196"/>
                  </a:lnTo>
                  <a:lnTo>
                    <a:pt x="872" y="221"/>
                  </a:lnTo>
                  <a:lnTo>
                    <a:pt x="813" y="250"/>
                  </a:lnTo>
                  <a:lnTo>
                    <a:pt x="756" y="281"/>
                  </a:lnTo>
                  <a:lnTo>
                    <a:pt x="704" y="314"/>
                  </a:lnTo>
                  <a:lnTo>
                    <a:pt x="654" y="348"/>
                  </a:lnTo>
                  <a:lnTo>
                    <a:pt x="607" y="383"/>
                  </a:lnTo>
                  <a:lnTo>
                    <a:pt x="562" y="419"/>
                  </a:lnTo>
                  <a:lnTo>
                    <a:pt x="521" y="456"/>
                  </a:lnTo>
                  <a:lnTo>
                    <a:pt x="482" y="492"/>
                  </a:lnTo>
                  <a:lnTo>
                    <a:pt x="446" y="528"/>
                  </a:lnTo>
                  <a:lnTo>
                    <a:pt x="413" y="563"/>
                  </a:lnTo>
                  <a:lnTo>
                    <a:pt x="383" y="597"/>
                  </a:lnTo>
                  <a:lnTo>
                    <a:pt x="355" y="629"/>
                  </a:lnTo>
                  <a:lnTo>
                    <a:pt x="332" y="660"/>
                  </a:lnTo>
                  <a:lnTo>
                    <a:pt x="310" y="689"/>
                  </a:lnTo>
                  <a:lnTo>
                    <a:pt x="290" y="715"/>
                  </a:lnTo>
                  <a:lnTo>
                    <a:pt x="275" y="738"/>
                  </a:lnTo>
                  <a:lnTo>
                    <a:pt x="262" y="757"/>
                  </a:lnTo>
                  <a:lnTo>
                    <a:pt x="252" y="773"/>
                  </a:lnTo>
                  <a:lnTo>
                    <a:pt x="245" y="786"/>
                  </a:lnTo>
                  <a:lnTo>
                    <a:pt x="240" y="792"/>
                  </a:lnTo>
                  <a:lnTo>
                    <a:pt x="238" y="795"/>
                  </a:lnTo>
                  <a:lnTo>
                    <a:pt x="191" y="738"/>
                  </a:lnTo>
                  <a:lnTo>
                    <a:pt x="149" y="677"/>
                  </a:lnTo>
                  <a:lnTo>
                    <a:pt x="111" y="612"/>
                  </a:lnTo>
                  <a:lnTo>
                    <a:pt x="78" y="544"/>
                  </a:lnTo>
                  <a:lnTo>
                    <a:pt x="51" y="473"/>
                  </a:lnTo>
                  <a:lnTo>
                    <a:pt x="29" y="399"/>
                  </a:lnTo>
                  <a:lnTo>
                    <a:pt x="13" y="324"/>
                  </a:lnTo>
                  <a:lnTo>
                    <a:pt x="3" y="245"/>
                  </a:lnTo>
                  <a:lnTo>
                    <a:pt x="0" y="165"/>
                  </a:lnTo>
                  <a:lnTo>
                    <a:pt x="1" y="135"/>
                  </a:lnTo>
                  <a:lnTo>
                    <a:pt x="8" y="135"/>
                  </a:lnTo>
                  <a:lnTo>
                    <a:pt x="23" y="135"/>
                  </a:lnTo>
                  <a:lnTo>
                    <a:pt x="45" y="135"/>
                  </a:lnTo>
                  <a:lnTo>
                    <a:pt x="73" y="135"/>
                  </a:lnTo>
                  <a:lnTo>
                    <a:pt x="109" y="134"/>
                  </a:lnTo>
                  <a:lnTo>
                    <a:pt x="150" y="133"/>
                  </a:lnTo>
                  <a:lnTo>
                    <a:pt x="197" y="131"/>
                  </a:lnTo>
                  <a:lnTo>
                    <a:pt x="249" y="128"/>
                  </a:lnTo>
                  <a:lnTo>
                    <a:pt x="305" y="122"/>
                  </a:lnTo>
                  <a:lnTo>
                    <a:pt x="366" y="117"/>
                  </a:lnTo>
                  <a:lnTo>
                    <a:pt x="432" y="109"/>
                  </a:lnTo>
                  <a:lnTo>
                    <a:pt x="500" y="100"/>
                  </a:lnTo>
                  <a:lnTo>
                    <a:pt x="572" y="89"/>
                  </a:lnTo>
                  <a:lnTo>
                    <a:pt x="646" y="76"/>
                  </a:lnTo>
                  <a:lnTo>
                    <a:pt x="722" y="62"/>
                  </a:lnTo>
                  <a:lnTo>
                    <a:pt x="799" y="44"/>
                  </a:lnTo>
                  <a:lnTo>
                    <a:pt x="878" y="23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22"/>
            <p:cNvSpPr/>
            <p:nvPr/>
          </p:nvSpPr>
          <p:spPr>
            <a:xfrm>
              <a:off x="5843588" y="3170238"/>
              <a:ext cx="501650" cy="508000"/>
            </a:xfrm>
            <a:custGeom>
              <a:rect b="b" l="l" r="r" t="t"/>
              <a:pathLst>
                <a:path extrusionOk="0" h="3518" w="3474">
                  <a:moveTo>
                    <a:pt x="1738" y="655"/>
                  </a:moveTo>
                  <a:lnTo>
                    <a:pt x="1664" y="657"/>
                  </a:lnTo>
                  <a:lnTo>
                    <a:pt x="1590" y="665"/>
                  </a:lnTo>
                  <a:lnTo>
                    <a:pt x="1518" y="677"/>
                  </a:lnTo>
                  <a:lnTo>
                    <a:pt x="1447" y="694"/>
                  </a:lnTo>
                  <a:lnTo>
                    <a:pt x="1379" y="715"/>
                  </a:lnTo>
                  <a:lnTo>
                    <a:pt x="1313" y="742"/>
                  </a:lnTo>
                  <a:lnTo>
                    <a:pt x="1249" y="771"/>
                  </a:lnTo>
                  <a:lnTo>
                    <a:pt x="1187" y="805"/>
                  </a:lnTo>
                  <a:lnTo>
                    <a:pt x="1127" y="843"/>
                  </a:lnTo>
                  <a:lnTo>
                    <a:pt x="1070" y="885"/>
                  </a:lnTo>
                  <a:lnTo>
                    <a:pt x="1017" y="930"/>
                  </a:lnTo>
                  <a:lnTo>
                    <a:pt x="966" y="978"/>
                  </a:lnTo>
                  <a:lnTo>
                    <a:pt x="918" y="1030"/>
                  </a:lnTo>
                  <a:lnTo>
                    <a:pt x="874" y="1085"/>
                  </a:lnTo>
                  <a:lnTo>
                    <a:pt x="832" y="1142"/>
                  </a:lnTo>
                  <a:lnTo>
                    <a:pt x="795" y="1201"/>
                  </a:lnTo>
                  <a:lnTo>
                    <a:pt x="762" y="1264"/>
                  </a:lnTo>
                  <a:lnTo>
                    <a:pt x="732" y="1329"/>
                  </a:lnTo>
                  <a:lnTo>
                    <a:pt x="706" y="1397"/>
                  </a:lnTo>
                  <a:lnTo>
                    <a:pt x="685" y="1467"/>
                  </a:lnTo>
                  <a:lnTo>
                    <a:pt x="668" y="1537"/>
                  </a:lnTo>
                  <a:lnTo>
                    <a:pt x="656" y="1610"/>
                  </a:lnTo>
                  <a:lnTo>
                    <a:pt x="649" y="1684"/>
                  </a:lnTo>
                  <a:lnTo>
                    <a:pt x="646" y="1759"/>
                  </a:lnTo>
                  <a:lnTo>
                    <a:pt x="649" y="1834"/>
                  </a:lnTo>
                  <a:lnTo>
                    <a:pt x="656" y="1909"/>
                  </a:lnTo>
                  <a:lnTo>
                    <a:pt x="668" y="1981"/>
                  </a:lnTo>
                  <a:lnTo>
                    <a:pt x="685" y="2052"/>
                  </a:lnTo>
                  <a:lnTo>
                    <a:pt x="706" y="2121"/>
                  </a:lnTo>
                  <a:lnTo>
                    <a:pt x="732" y="2189"/>
                  </a:lnTo>
                  <a:lnTo>
                    <a:pt x="762" y="2254"/>
                  </a:lnTo>
                  <a:lnTo>
                    <a:pt x="795" y="2317"/>
                  </a:lnTo>
                  <a:lnTo>
                    <a:pt x="832" y="2377"/>
                  </a:lnTo>
                  <a:lnTo>
                    <a:pt x="874" y="2435"/>
                  </a:lnTo>
                  <a:lnTo>
                    <a:pt x="918" y="2488"/>
                  </a:lnTo>
                  <a:lnTo>
                    <a:pt x="966" y="2540"/>
                  </a:lnTo>
                  <a:lnTo>
                    <a:pt x="1017" y="2589"/>
                  </a:lnTo>
                  <a:lnTo>
                    <a:pt x="1070" y="2634"/>
                  </a:lnTo>
                  <a:lnTo>
                    <a:pt x="1127" y="2675"/>
                  </a:lnTo>
                  <a:lnTo>
                    <a:pt x="1187" y="2713"/>
                  </a:lnTo>
                  <a:lnTo>
                    <a:pt x="1249" y="2747"/>
                  </a:lnTo>
                  <a:lnTo>
                    <a:pt x="1313" y="2777"/>
                  </a:lnTo>
                  <a:lnTo>
                    <a:pt x="1379" y="2803"/>
                  </a:lnTo>
                  <a:lnTo>
                    <a:pt x="1447" y="2824"/>
                  </a:lnTo>
                  <a:lnTo>
                    <a:pt x="1518" y="2842"/>
                  </a:lnTo>
                  <a:lnTo>
                    <a:pt x="1590" y="2854"/>
                  </a:lnTo>
                  <a:lnTo>
                    <a:pt x="1664" y="2861"/>
                  </a:lnTo>
                  <a:lnTo>
                    <a:pt x="1738" y="2864"/>
                  </a:lnTo>
                  <a:lnTo>
                    <a:pt x="1811" y="2861"/>
                  </a:lnTo>
                  <a:lnTo>
                    <a:pt x="1884" y="2854"/>
                  </a:lnTo>
                  <a:lnTo>
                    <a:pt x="1957" y="2842"/>
                  </a:lnTo>
                  <a:lnTo>
                    <a:pt x="2027" y="2824"/>
                  </a:lnTo>
                  <a:lnTo>
                    <a:pt x="2095" y="2803"/>
                  </a:lnTo>
                  <a:lnTo>
                    <a:pt x="2162" y="2777"/>
                  </a:lnTo>
                  <a:lnTo>
                    <a:pt x="2227" y="2747"/>
                  </a:lnTo>
                  <a:lnTo>
                    <a:pt x="2287" y="2713"/>
                  </a:lnTo>
                  <a:lnTo>
                    <a:pt x="2347" y="2675"/>
                  </a:lnTo>
                  <a:lnTo>
                    <a:pt x="2404" y="2634"/>
                  </a:lnTo>
                  <a:lnTo>
                    <a:pt x="2458" y="2589"/>
                  </a:lnTo>
                  <a:lnTo>
                    <a:pt x="2509" y="2540"/>
                  </a:lnTo>
                  <a:lnTo>
                    <a:pt x="2557" y="2488"/>
                  </a:lnTo>
                  <a:lnTo>
                    <a:pt x="2601" y="2435"/>
                  </a:lnTo>
                  <a:lnTo>
                    <a:pt x="2642" y="2377"/>
                  </a:lnTo>
                  <a:lnTo>
                    <a:pt x="2680" y="2317"/>
                  </a:lnTo>
                  <a:lnTo>
                    <a:pt x="2713" y="2254"/>
                  </a:lnTo>
                  <a:lnTo>
                    <a:pt x="2743" y="2189"/>
                  </a:lnTo>
                  <a:lnTo>
                    <a:pt x="2769" y="2121"/>
                  </a:lnTo>
                  <a:lnTo>
                    <a:pt x="2789" y="2052"/>
                  </a:lnTo>
                  <a:lnTo>
                    <a:pt x="2806" y="1981"/>
                  </a:lnTo>
                  <a:lnTo>
                    <a:pt x="2819" y="1908"/>
                  </a:lnTo>
                  <a:lnTo>
                    <a:pt x="2826" y="1834"/>
                  </a:lnTo>
                  <a:lnTo>
                    <a:pt x="2829" y="1759"/>
                  </a:lnTo>
                  <a:lnTo>
                    <a:pt x="2826" y="1684"/>
                  </a:lnTo>
                  <a:lnTo>
                    <a:pt x="2819" y="1610"/>
                  </a:lnTo>
                  <a:lnTo>
                    <a:pt x="2806" y="1537"/>
                  </a:lnTo>
                  <a:lnTo>
                    <a:pt x="2789" y="1467"/>
                  </a:lnTo>
                  <a:lnTo>
                    <a:pt x="2769" y="1397"/>
                  </a:lnTo>
                  <a:lnTo>
                    <a:pt x="2743" y="1329"/>
                  </a:lnTo>
                  <a:lnTo>
                    <a:pt x="2713" y="1264"/>
                  </a:lnTo>
                  <a:lnTo>
                    <a:pt x="2680" y="1201"/>
                  </a:lnTo>
                  <a:lnTo>
                    <a:pt x="2642" y="1142"/>
                  </a:lnTo>
                  <a:lnTo>
                    <a:pt x="2601" y="1084"/>
                  </a:lnTo>
                  <a:lnTo>
                    <a:pt x="2557" y="1030"/>
                  </a:lnTo>
                  <a:lnTo>
                    <a:pt x="2509" y="978"/>
                  </a:lnTo>
                  <a:lnTo>
                    <a:pt x="2458" y="930"/>
                  </a:lnTo>
                  <a:lnTo>
                    <a:pt x="2404" y="885"/>
                  </a:lnTo>
                  <a:lnTo>
                    <a:pt x="2347" y="843"/>
                  </a:lnTo>
                  <a:lnTo>
                    <a:pt x="2287" y="805"/>
                  </a:lnTo>
                  <a:lnTo>
                    <a:pt x="2227" y="771"/>
                  </a:lnTo>
                  <a:lnTo>
                    <a:pt x="2162" y="742"/>
                  </a:lnTo>
                  <a:lnTo>
                    <a:pt x="2095" y="715"/>
                  </a:lnTo>
                  <a:lnTo>
                    <a:pt x="2027" y="694"/>
                  </a:lnTo>
                  <a:lnTo>
                    <a:pt x="1957" y="677"/>
                  </a:lnTo>
                  <a:lnTo>
                    <a:pt x="1884" y="665"/>
                  </a:lnTo>
                  <a:lnTo>
                    <a:pt x="1811" y="657"/>
                  </a:lnTo>
                  <a:lnTo>
                    <a:pt x="1738" y="655"/>
                  </a:lnTo>
                  <a:close/>
                  <a:moveTo>
                    <a:pt x="1738" y="0"/>
                  </a:moveTo>
                  <a:lnTo>
                    <a:pt x="1847" y="5"/>
                  </a:lnTo>
                  <a:lnTo>
                    <a:pt x="1955" y="15"/>
                  </a:lnTo>
                  <a:lnTo>
                    <a:pt x="2060" y="31"/>
                  </a:lnTo>
                  <a:lnTo>
                    <a:pt x="2165" y="54"/>
                  </a:lnTo>
                  <a:lnTo>
                    <a:pt x="2266" y="84"/>
                  </a:lnTo>
                  <a:lnTo>
                    <a:pt x="2365" y="119"/>
                  </a:lnTo>
                  <a:lnTo>
                    <a:pt x="2460" y="161"/>
                  </a:lnTo>
                  <a:lnTo>
                    <a:pt x="2554" y="207"/>
                  </a:lnTo>
                  <a:lnTo>
                    <a:pt x="2643" y="259"/>
                  </a:lnTo>
                  <a:lnTo>
                    <a:pt x="2729" y="316"/>
                  </a:lnTo>
                  <a:lnTo>
                    <a:pt x="2811" y="379"/>
                  </a:lnTo>
                  <a:lnTo>
                    <a:pt x="2890" y="445"/>
                  </a:lnTo>
                  <a:lnTo>
                    <a:pt x="2965" y="516"/>
                  </a:lnTo>
                  <a:lnTo>
                    <a:pt x="3035" y="592"/>
                  </a:lnTo>
                  <a:lnTo>
                    <a:pt x="3101" y="671"/>
                  </a:lnTo>
                  <a:lnTo>
                    <a:pt x="3163" y="755"/>
                  </a:lnTo>
                  <a:lnTo>
                    <a:pt x="3220" y="843"/>
                  </a:lnTo>
                  <a:lnTo>
                    <a:pt x="3271" y="933"/>
                  </a:lnTo>
                  <a:lnTo>
                    <a:pt x="3316" y="1028"/>
                  </a:lnTo>
                  <a:lnTo>
                    <a:pt x="3358" y="1124"/>
                  </a:lnTo>
                  <a:lnTo>
                    <a:pt x="3393" y="1225"/>
                  </a:lnTo>
                  <a:lnTo>
                    <a:pt x="3422" y="1327"/>
                  </a:lnTo>
                  <a:lnTo>
                    <a:pt x="3445" y="1431"/>
                  </a:lnTo>
                  <a:lnTo>
                    <a:pt x="3461" y="1539"/>
                  </a:lnTo>
                  <a:lnTo>
                    <a:pt x="3471" y="1648"/>
                  </a:lnTo>
                  <a:lnTo>
                    <a:pt x="3474" y="1759"/>
                  </a:lnTo>
                  <a:lnTo>
                    <a:pt x="3471" y="1870"/>
                  </a:lnTo>
                  <a:lnTo>
                    <a:pt x="3461" y="1979"/>
                  </a:lnTo>
                  <a:lnTo>
                    <a:pt x="3445" y="2087"/>
                  </a:lnTo>
                  <a:lnTo>
                    <a:pt x="3422" y="2191"/>
                  </a:lnTo>
                  <a:lnTo>
                    <a:pt x="3393" y="2294"/>
                  </a:lnTo>
                  <a:lnTo>
                    <a:pt x="3358" y="2394"/>
                  </a:lnTo>
                  <a:lnTo>
                    <a:pt x="3316" y="2491"/>
                  </a:lnTo>
                  <a:lnTo>
                    <a:pt x="3271" y="2585"/>
                  </a:lnTo>
                  <a:lnTo>
                    <a:pt x="3220" y="2675"/>
                  </a:lnTo>
                  <a:lnTo>
                    <a:pt x="3163" y="2763"/>
                  </a:lnTo>
                  <a:lnTo>
                    <a:pt x="3101" y="2847"/>
                  </a:lnTo>
                  <a:lnTo>
                    <a:pt x="3035" y="2926"/>
                  </a:lnTo>
                  <a:lnTo>
                    <a:pt x="2965" y="3002"/>
                  </a:lnTo>
                  <a:lnTo>
                    <a:pt x="2890" y="3074"/>
                  </a:lnTo>
                  <a:lnTo>
                    <a:pt x="2811" y="3140"/>
                  </a:lnTo>
                  <a:lnTo>
                    <a:pt x="2729" y="3202"/>
                  </a:lnTo>
                  <a:lnTo>
                    <a:pt x="2643" y="3260"/>
                  </a:lnTo>
                  <a:lnTo>
                    <a:pt x="2554" y="3311"/>
                  </a:lnTo>
                  <a:lnTo>
                    <a:pt x="2460" y="3357"/>
                  </a:lnTo>
                  <a:lnTo>
                    <a:pt x="2365" y="3399"/>
                  </a:lnTo>
                  <a:lnTo>
                    <a:pt x="2266" y="3434"/>
                  </a:lnTo>
                  <a:lnTo>
                    <a:pt x="2165" y="3464"/>
                  </a:lnTo>
                  <a:lnTo>
                    <a:pt x="2060" y="3487"/>
                  </a:lnTo>
                  <a:lnTo>
                    <a:pt x="1955" y="3504"/>
                  </a:lnTo>
                  <a:lnTo>
                    <a:pt x="1847" y="3514"/>
                  </a:lnTo>
                  <a:lnTo>
                    <a:pt x="1738" y="3518"/>
                  </a:lnTo>
                  <a:lnTo>
                    <a:pt x="1628" y="3514"/>
                  </a:lnTo>
                  <a:lnTo>
                    <a:pt x="1519" y="3504"/>
                  </a:lnTo>
                  <a:lnTo>
                    <a:pt x="1414" y="3487"/>
                  </a:lnTo>
                  <a:lnTo>
                    <a:pt x="1310" y="3464"/>
                  </a:lnTo>
                  <a:lnTo>
                    <a:pt x="1208" y="3434"/>
                  </a:lnTo>
                  <a:lnTo>
                    <a:pt x="1110" y="3399"/>
                  </a:lnTo>
                  <a:lnTo>
                    <a:pt x="1014" y="3357"/>
                  </a:lnTo>
                  <a:lnTo>
                    <a:pt x="921" y="3311"/>
                  </a:lnTo>
                  <a:lnTo>
                    <a:pt x="831" y="3260"/>
                  </a:lnTo>
                  <a:lnTo>
                    <a:pt x="745" y="3202"/>
                  </a:lnTo>
                  <a:lnTo>
                    <a:pt x="663" y="3140"/>
                  </a:lnTo>
                  <a:lnTo>
                    <a:pt x="585" y="3074"/>
                  </a:lnTo>
                  <a:lnTo>
                    <a:pt x="510" y="3002"/>
                  </a:lnTo>
                  <a:lnTo>
                    <a:pt x="439" y="2926"/>
                  </a:lnTo>
                  <a:lnTo>
                    <a:pt x="373" y="2847"/>
                  </a:lnTo>
                  <a:lnTo>
                    <a:pt x="312" y="2763"/>
                  </a:lnTo>
                  <a:lnTo>
                    <a:pt x="255" y="2675"/>
                  </a:lnTo>
                  <a:lnTo>
                    <a:pt x="204" y="2585"/>
                  </a:lnTo>
                  <a:lnTo>
                    <a:pt x="157" y="2491"/>
                  </a:lnTo>
                  <a:lnTo>
                    <a:pt x="117" y="2394"/>
                  </a:lnTo>
                  <a:lnTo>
                    <a:pt x="83" y="2294"/>
                  </a:lnTo>
                  <a:lnTo>
                    <a:pt x="53" y="2191"/>
                  </a:lnTo>
                  <a:lnTo>
                    <a:pt x="30" y="2087"/>
                  </a:lnTo>
                  <a:lnTo>
                    <a:pt x="14" y="1979"/>
                  </a:lnTo>
                  <a:lnTo>
                    <a:pt x="3" y="1870"/>
                  </a:lnTo>
                  <a:lnTo>
                    <a:pt x="0" y="1759"/>
                  </a:lnTo>
                  <a:lnTo>
                    <a:pt x="3" y="1648"/>
                  </a:lnTo>
                  <a:lnTo>
                    <a:pt x="14" y="1539"/>
                  </a:lnTo>
                  <a:lnTo>
                    <a:pt x="30" y="1431"/>
                  </a:lnTo>
                  <a:lnTo>
                    <a:pt x="53" y="1327"/>
                  </a:lnTo>
                  <a:lnTo>
                    <a:pt x="83" y="1225"/>
                  </a:lnTo>
                  <a:lnTo>
                    <a:pt x="117" y="1124"/>
                  </a:lnTo>
                  <a:lnTo>
                    <a:pt x="157" y="1028"/>
                  </a:lnTo>
                  <a:lnTo>
                    <a:pt x="204" y="933"/>
                  </a:lnTo>
                  <a:lnTo>
                    <a:pt x="255" y="843"/>
                  </a:lnTo>
                  <a:lnTo>
                    <a:pt x="312" y="755"/>
                  </a:lnTo>
                  <a:lnTo>
                    <a:pt x="373" y="671"/>
                  </a:lnTo>
                  <a:lnTo>
                    <a:pt x="439" y="592"/>
                  </a:lnTo>
                  <a:lnTo>
                    <a:pt x="510" y="516"/>
                  </a:lnTo>
                  <a:lnTo>
                    <a:pt x="585" y="445"/>
                  </a:lnTo>
                  <a:lnTo>
                    <a:pt x="663" y="379"/>
                  </a:lnTo>
                  <a:lnTo>
                    <a:pt x="745" y="316"/>
                  </a:lnTo>
                  <a:lnTo>
                    <a:pt x="831" y="259"/>
                  </a:lnTo>
                  <a:lnTo>
                    <a:pt x="921" y="207"/>
                  </a:lnTo>
                  <a:lnTo>
                    <a:pt x="1014" y="161"/>
                  </a:lnTo>
                  <a:lnTo>
                    <a:pt x="1110" y="119"/>
                  </a:lnTo>
                  <a:lnTo>
                    <a:pt x="1208" y="84"/>
                  </a:lnTo>
                  <a:lnTo>
                    <a:pt x="1310" y="54"/>
                  </a:lnTo>
                  <a:lnTo>
                    <a:pt x="1414" y="31"/>
                  </a:lnTo>
                  <a:lnTo>
                    <a:pt x="1519" y="15"/>
                  </a:lnTo>
                  <a:lnTo>
                    <a:pt x="1628" y="5"/>
                  </a:lnTo>
                  <a:lnTo>
                    <a:pt x="1738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22"/>
            <p:cNvSpPr/>
            <p:nvPr/>
          </p:nvSpPr>
          <p:spPr>
            <a:xfrm>
              <a:off x="6143626" y="3438526"/>
              <a:ext cx="82550" cy="98425"/>
            </a:xfrm>
            <a:custGeom>
              <a:rect b="b" l="l" r="r" t="t"/>
              <a:pathLst>
                <a:path extrusionOk="0" h="688" w="580">
                  <a:moveTo>
                    <a:pt x="173" y="0"/>
                  </a:moveTo>
                  <a:lnTo>
                    <a:pt x="228" y="0"/>
                  </a:lnTo>
                  <a:lnTo>
                    <a:pt x="280" y="3"/>
                  </a:lnTo>
                  <a:lnTo>
                    <a:pt x="329" y="6"/>
                  </a:lnTo>
                  <a:lnTo>
                    <a:pt x="374" y="12"/>
                  </a:lnTo>
                  <a:lnTo>
                    <a:pt x="416" y="18"/>
                  </a:lnTo>
                  <a:lnTo>
                    <a:pt x="454" y="25"/>
                  </a:lnTo>
                  <a:lnTo>
                    <a:pt x="489" y="32"/>
                  </a:lnTo>
                  <a:lnTo>
                    <a:pt x="517" y="38"/>
                  </a:lnTo>
                  <a:lnTo>
                    <a:pt x="542" y="45"/>
                  </a:lnTo>
                  <a:lnTo>
                    <a:pt x="560" y="50"/>
                  </a:lnTo>
                  <a:lnTo>
                    <a:pt x="573" y="54"/>
                  </a:lnTo>
                  <a:lnTo>
                    <a:pt x="580" y="56"/>
                  </a:lnTo>
                  <a:lnTo>
                    <a:pt x="565" y="134"/>
                  </a:lnTo>
                  <a:lnTo>
                    <a:pt x="543" y="209"/>
                  </a:lnTo>
                  <a:lnTo>
                    <a:pt x="516" y="281"/>
                  </a:lnTo>
                  <a:lnTo>
                    <a:pt x="482" y="351"/>
                  </a:lnTo>
                  <a:lnTo>
                    <a:pt x="444" y="418"/>
                  </a:lnTo>
                  <a:lnTo>
                    <a:pt x="399" y="480"/>
                  </a:lnTo>
                  <a:lnTo>
                    <a:pt x="352" y="539"/>
                  </a:lnTo>
                  <a:lnTo>
                    <a:pt x="298" y="593"/>
                  </a:lnTo>
                  <a:lnTo>
                    <a:pt x="242" y="643"/>
                  </a:lnTo>
                  <a:lnTo>
                    <a:pt x="181" y="688"/>
                  </a:lnTo>
                  <a:lnTo>
                    <a:pt x="178" y="673"/>
                  </a:lnTo>
                  <a:lnTo>
                    <a:pt x="174" y="651"/>
                  </a:lnTo>
                  <a:lnTo>
                    <a:pt x="169" y="623"/>
                  </a:lnTo>
                  <a:lnTo>
                    <a:pt x="163" y="589"/>
                  </a:lnTo>
                  <a:lnTo>
                    <a:pt x="154" y="551"/>
                  </a:lnTo>
                  <a:lnTo>
                    <a:pt x="144" y="507"/>
                  </a:lnTo>
                  <a:lnTo>
                    <a:pt x="132" y="458"/>
                  </a:lnTo>
                  <a:lnTo>
                    <a:pt x="119" y="404"/>
                  </a:lnTo>
                  <a:lnTo>
                    <a:pt x="104" y="348"/>
                  </a:lnTo>
                  <a:lnTo>
                    <a:pt x="88" y="287"/>
                  </a:lnTo>
                  <a:lnTo>
                    <a:pt x="69" y="223"/>
                  </a:lnTo>
                  <a:lnTo>
                    <a:pt x="47" y="156"/>
                  </a:lnTo>
                  <a:lnTo>
                    <a:pt x="25" y="87"/>
                  </a:lnTo>
                  <a:lnTo>
                    <a:pt x="0" y="15"/>
                  </a:lnTo>
                  <a:lnTo>
                    <a:pt x="59" y="7"/>
                  </a:lnTo>
                  <a:lnTo>
                    <a:pt x="117" y="2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22"/>
            <p:cNvSpPr/>
            <p:nvPr/>
          </p:nvSpPr>
          <p:spPr>
            <a:xfrm>
              <a:off x="6122988" y="3338513"/>
              <a:ext cx="106363" cy="84138"/>
            </a:xfrm>
            <a:custGeom>
              <a:rect b="b" l="l" r="r" t="t"/>
              <a:pathLst>
                <a:path extrusionOk="0" h="589" w="732">
                  <a:moveTo>
                    <a:pt x="520" y="0"/>
                  </a:moveTo>
                  <a:lnTo>
                    <a:pt x="561" y="55"/>
                  </a:lnTo>
                  <a:lnTo>
                    <a:pt x="599" y="113"/>
                  </a:lnTo>
                  <a:lnTo>
                    <a:pt x="633" y="175"/>
                  </a:lnTo>
                  <a:lnTo>
                    <a:pt x="661" y="238"/>
                  </a:lnTo>
                  <a:lnTo>
                    <a:pt x="686" y="304"/>
                  </a:lnTo>
                  <a:lnTo>
                    <a:pt x="705" y="373"/>
                  </a:lnTo>
                  <a:lnTo>
                    <a:pt x="720" y="443"/>
                  </a:lnTo>
                  <a:lnTo>
                    <a:pt x="729" y="516"/>
                  </a:lnTo>
                  <a:lnTo>
                    <a:pt x="732" y="589"/>
                  </a:lnTo>
                  <a:lnTo>
                    <a:pt x="726" y="588"/>
                  </a:lnTo>
                  <a:lnTo>
                    <a:pt x="713" y="586"/>
                  </a:lnTo>
                  <a:lnTo>
                    <a:pt x="695" y="583"/>
                  </a:lnTo>
                  <a:lnTo>
                    <a:pt x="670" y="578"/>
                  </a:lnTo>
                  <a:lnTo>
                    <a:pt x="639" y="573"/>
                  </a:lnTo>
                  <a:lnTo>
                    <a:pt x="605" y="568"/>
                  </a:lnTo>
                  <a:lnTo>
                    <a:pt x="566" y="563"/>
                  </a:lnTo>
                  <a:lnTo>
                    <a:pt x="522" y="558"/>
                  </a:lnTo>
                  <a:lnTo>
                    <a:pt x="475" y="554"/>
                  </a:lnTo>
                  <a:lnTo>
                    <a:pt x="425" y="550"/>
                  </a:lnTo>
                  <a:lnTo>
                    <a:pt x="372" y="547"/>
                  </a:lnTo>
                  <a:lnTo>
                    <a:pt x="318" y="546"/>
                  </a:lnTo>
                  <a:lnTo>
                    <a:pt x="260" y="546"/>
                  </a:lnTo>
                  <a:lnTo>
                    <a:pt x="201" y="549"/>
                  </a:lnTo>
                  <a:lnTo>
                    <a:pt x="143" y="553"/>
                  </a:lnTo>
                  <a:lnTo>
                    <a:pt x="83" y="558"/>
                  </a:lnTo>
                  <a:lnTo>
                    <a:pt x="62" y="510"/>
                  </a:lnTo>
                  <a:lnTo>
                    <a:pt x="33" y="441"/>
                  </a:lnTo>
                  <a:lnTo>
                    <a:pt x="0" y="374"/>
                  </a:lnTo>
                  <a:lnTo>
                    <a:pt x="67" y="344"/>
                  </a:lnTo>
                  <a:lnTo>
                    <a:pt x="129" y="313"/>
                  </a:lnTo>
                  <a:lnTo>
                    <a:pt x="185" y="282"/>
                  </a:lnTo>
                  <a:lnTo>
                    <a:pt x="237" y="252"/>
                  </a:lnTo>
                  <a:lnTo>
                    <a:pt x="284" y="220"/>
                  </a:lnTo>
                  <a:lnTo>
                    <a:pt x="326" y="189"/>
                  </a:lnTo>
                  <a:lnTo>
                    <a:pt x="364" y="159"/>
                  </a:lnTo>
                  <a:lnTo>
                    <a:pt x="398" y="131"/>
                  </a:lnTo>
                  <a:lnTo>
                    <a:pt x="426" y="104"/>
                  </a:lnTo>
                  <a:lnTo>
                    <a:pt x="451" y="79"/>
                  </a:lnTo>
                  <a:lnTo>
                    <a:pt x="473" y="57"/>
                  </a:lnTo>
                  <a:lnTo>
                    <a:pt x="489" y="38"/>
                  </a:lnTo>
                  <a:lnTo>
                    <a:pt x="502" y="23"/>
                  </a:lnTo>
                  <a:lnTo>
                    <a:pt x="512" y="11"/>
                  </a:lnTo>
                  <a:lnTo>
                    <a:pt x="518" y="3"/>
                  </a:lnTo>
                  <a:lnTo>
                    <a:pt x="520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p22"/>
          <p:cNvGrpSpPr/>
          <p:nvPr/>
        </p:nvGrpSpPr>
        <p:grpSpPr>
          <a:xfrm>
            <a:off x="2261733" y="2540380"/>
            <a:ext cx="291856" cy="295298"/>
            <a:chOff x="5843588" y="3176588"/>
            <a:chExt cx="1346200" cy="1362075"/>
          </a:xfrm>
        </p:grpSpPr>
        <p:sp>
          <p:nvSpPr>
            <p:cNvPr id="265" name="Google Shape;265;p22"/>
            <p:cNvSpPr/>
            <p:nvPr/>
          </p:nvSpPr>
          <p:spPr>
            <a:xfrm>
              <a:off x="5843588" y="3176588"/>
              <a:ext cx="1346200" cy="1362075"/>
            </a:xfrm>
            <a:custGeom>
              <a:rect b="b" l="l" r="r" t="t"/>
              <a:pathLst>
                <a:path extrusionOk="0" h="3433" w="3393">
                  <a:moveTo>
                    <a:pt x="1697" y="984"/>
                  </a:moveTo>
                  <a:lnTo>
                    <a:pt x="1616" y="987"/>
                  </a:lnTo>
                  <a:lnTo>
                    <a:pt x="1538" y="995"/>
                  </a:lnTo>
                  <a:lnTo>
                    <a:pt x="1462" y="1007"/>
                  </a:lnTo>
                  <a:lnTo>
                    <a:pt x="1389" y="1023"/>
                  </a:lnTo>
                  <a:lnTo>
                    <a:pt x="1319" y="1043"/>
                  </a:lnTo>
                  <a:lnTo>
                    <a:pt x="1252" y="1067"/>
                  </a:lnTo>
                  <a:lnTo>
                    <a:pt x="1187" y="1094"/>
                  </a:lnTo>
                  <a:lnTo>
                    <a:pt x="1125" y="1124"/>
                  </a:lnTo>
                  <a:lnTo>
                    <a:pt x="1066" y="1156"/>
                  </a:lnTo>
                  <a:lnTo>
                    <a:pt x="1009" y="1191"/>
                  </a:lnTo>
                  <a:lnTo>
                    <a:pt x="956" y="1226"/>
                  </a:lnTo>
                  <a:lnTo>
                    <a:pt x="905" y="1263"/>
                  </a:lnTo>
                  <a:lnTo>
                    <a:pt x="856" y="1301"/>
                  </a:lnTo>
                  <a:lnTo>
                    <a:pt x="811" y="1340"/>
                  </a:lnTo>
                  <a:lnTo>
                    <a:pt x="768" y="1379"/>
                  </a:lnTo>
                  <a:lnTo>
                    <a:pt x="729" y="1416"/>
                  </a:lnTo>
                  <a:lnTo>
                    <a:pt x="692" y="1455"/>
                  </a:lnTo>
                  <a:lnTo>
                    <a:pt x="658" y="1491"/>
                  </a:lnTo>
                  <a:lnTo>
                    <a:pt x="626" y="1528"/>
                  </a:lnTo>
                  <a:lnTo>
                    <a:pt x="598" y="1561"/>
                  </a:lnTo>
                  <a:lnTo>
                    <a:pt x="573" y="1593"/>
                  </a:lnTo>
                  <a:lnTo>
                    <a:pt x="551" y="1623"/>
                  </a:lnTo>
                  <a:lnTo>
                    <a:pt x="531" y="1650"/>
                  </a:lnTo>
                  <a:lnTo>
                    <a:pt x="515" y="1674"/>
                  </a:lnTo>
                  <a:lnTo>
                    <a:pt x="501" y="1694"/>
                  </a:lnTo>
                  <a:lnTo>
                    <a:pt x="490" y="1710"/>
                  </a:lnTo>
                  <a:lnTo>
                    <a:pt x="483" y="1723"/>
                  </a:lnTo>
                  <a:lnTo>
                    <a:pt x="479" y="1731"/>
                  </a:lnTo>
                  <a:lnTo>
                    <a:pt x="476" y="1733"/>
                  </a:lnTo>
                  <a:lnTo>
                    <a:pt x="479" y="1736"/>
                  </a:lnTo>
                  <a:lnTo>
                    <a:pt x="483" y="1744"/>
                  </a:lnTo>
                  <a:lnTo>
                    <a:pt x="490" y="1756"/>
                  </a:lnTo>
                  <a:lnTo>
                    <a:pt x="501" y="1772"/>
                  </a:lnTo>
                  <a:lnTo>
                    <a:pt x="515" y="1792"/>
                  </a:lnTo>
                  <a:lnTo>
                    <a:pt x="531" y="1816"/>
                  </a:lnTo>
                  <a:lnTo>
                    <a:pt x="551" y="1843"/>
                  </a:lnTo>
                  <a:lnTo>
                    <a:pt x="573" y="1873"/>
                  </a:lnTo>
                  <a:lnTo>
                    <a:pt x="598" y="1905"/>
                  </a:lnTo>
                  <a:lnTo>
                    <a:pt x="626" y="1939"/>
                  </a:lnTo>
                  <a:lnTo>
                    <a:pt x="658" y="1975"/>
                  </a:lnTo>
                  <a:lnTo>
                    <a:pt x="692" y="2011"/>
                  </a:lnTo>
                  <a:lnTo>
                    <a:pt x="729" y="2050"/>
                  </a:lnTo>
                  <a:lnTo>
                    <a:pt x="768" y="2088"/>
                  </a:lnTo>
                  <a:lnTo>
                    <a:pt x="811" y="2127"/>
                  </a:lnTo>
                  <a:lnTo>
                    <a:pt x="856" y="2166"/>
                  </a:lnTo>
                  <a:lnTo>
                    <a:pt x="905" y="2203"/>
                  </a:lnTo>
                  <a:lnTo>
                    <a:pt x="956" y="2240"/>
                  </a:lnTo>
                  <a:lnTo>
                    <a:pt x="1009" y="2276"/>
                  </a:lnTo>
                  <a:lnTo>
                    <a:pt x="1066" y="2310"/>
                  </a:lnTo>
                  <a:lnTo>
                    <a:pt x="1125" y="2342"/>
                  </a:lnTo>
                  <a:lnTo>
                    <a:pt x="1187" y="2372"/>
                  </a:lnTo>
                  <a:lnTo>
                    <a:pt x="1252" y="2399"/>
                  </a:lnTo>
                  <a:lnTo>
                    <a:pt x="1319" y="2422"/>
                  </a:lnTo>
                  <a:lnTo>
                    <a:pt x="1389" y="2443"/>
                  </a:lnTo>
                  <a:lnTo>
                    <a:pt x="1462" y="2459"/>
                  </a:lnTo>
                  <a:lnTo>
                    <a:pt x="1538" y="2472"/>
                  </a:lnTo>
                  <a:lnTo>
                    <a:pt x="1616" y="2479"/>
                  </a:lnTo>
                  <a:lnTo>
                    <a:pt x="1697" y="2482"/>
                  </a:lnTo>
                  <a:lnTo>
                    <a:pt x="1777" y="2479"/>
                  </a:lnTo>
                  <a:lnTo>
                    <a:pt x="1855" y="2472"/>
                  </a:lnTo>
                  <a:lnTo>
                    <a:pt x="1930" y="2459"/>
                  </a:lnTo>
                  <a:lnTo>
                    <a:pt x="2003" y="2443"/>
                  </a:lnTo>
                  <a:lnTo>
                    <a:pt x="2074" y="2422"/>
                  </a:lnTo>
                  <a:lnTo>
                    <a:pt x="2141" y="2399"/>
                  </a:lnTo>
                  <a:lnTo>
                    <a:pt x="2206" y="2372"/>
                  </a:lnTo>
                  <a:lnTo>
                    <a:pt x="2268" y="2342"/>
                  </a:lnTo>
                  <a:lnTo>
                    <a:pt x="2327" y="2310"/>
                  </a:lnTo>
                  <a:lnTo>
                    <a:pt x="2383" y="2276"/>
                  </a:lnTo>
                  <a:lnTo>
                    <a:pt x="2438" y="2240"/>
                  </a:lnTo>
                  <a:lnTo>
                    <a:pt x="2488" y="2203"/>
                  </a:lnTo>
                  <a:lnTo>
                    <a:pt x="2537" y="2166"/>
                  </a:lnTo>
                  <a:lnTo>
                    <a:pt x="2582" y="2127"/>
                  </a:lnTo>
                  <a:lnTo>
                    <a:pt x="2624" y="2088"/>
                  </a:lnTo>
                  <a:lnTo>
                    <a:pt x="2665" y="2050"/>
                  </a:lnTo>
                  <a:lnTo>
                    <a:pt x="2702" y="2011"/>
                  </a:lnTo>
                  <a:lnTo>
                    <a:pt x="2736" y="1975"/>
                  </a:lnTo>
                  <a:lnTo>
                    <a:pt x="2766" y="1939"/>
                  </a:lnTo>
                  <a:lnTo>
                    <a:pt x="2795" y="1905"/>
                  </a:lnTo>
                  <a:lnTo>
                    <a:pt x="2821" y="1873"/>
                  </a:lnTo>
                  <a:lnTo>
                    <a:pt x="2843" y="1843"/>
                  </a:lnTo>
                  <a:lnTo>
                    <a:pt x="2862" y="1816"/>
                  </a:lnTo>
                  <a:lnTo>
                    <a:pt x="2879" y="1792"/>
                  </a:lnTo>
                  <a:lnTo>
                    <a:pt x="2893" y="1772"/>
                  </a:lnTo>
                  <a:lnTo>
                    <a:pt x="2903" y="1756"/>
                  </a:lnTo>
                  <a:lnTo>
                    <a:pt x="2911" y="1744"/>
                  </a:lnTo>
                  <a:lnTo>
                    <a:pt x="2915" y="1736"/>
                  </a:lnTo>
                  <a:lnTo>
                    <a:pt x="2917" y="1733"/>
                  </a:lnTo>
                  <a:lnTo>
                    <a:pt x="2915" y="1731"/>
                  </a:lnTo>
                  <a:lnTo>
                    <a:pt x="2911" y="1723"/>
                  </a:lnTo>
                  <a:lnTo>
                    <a:pt x="2903" y="1710"/>
                  </a:lnTo>
                  <a:lnTo>
                    <a:pt x="2893" y="1694"/>
                  </a:lnTo>
                  <a:lnTo>
                    <a:pt x="2879" y="1674"/>
                  </a:lnTo>
                  <a:lnTo>
                    <a:pt x="2862" y="1650"/>
                  </a:lnTo>
                  <a:lnTo>
                    <a:pt x="2843" y="1623"/>
                  </a:lnTo>
                  <a:lnTo>
                    <a:pt x="2821" y="1593"/>
                  </a:lnTo>
                  <a:lnTo>
                    <a:pt x="2795" y="1561"/>
                  </a:lnTo>
                  <a:lnTo>
                    <a:pt x="2766" y="1528"/>
                  </a:lnTo>
                  <a:lnTo>
                    <a:pt x="2736" y="1491"/>
                  </a:lnTo>
                  <a:lnTo>
                    <a:pt x="2702" y="1455"/>
                  </a:lnTo>
                  <a:lnTo>
                    <a:pt x="2665" y="1416"/>
                  </a:lnTo>
                  <a:lnTo>
                    <a:pt x="2624" y="1379"/>
                  </a:lnTo>
                  <a:lnTo>
                    <a:pt x="2582" y="1340"/>
                  </a:lnTo>
                  <a:lnTo>
                    <a:pt x="2537" y="1301"/>
                  </a:lnTo>
                  <a:lnTo>
                    <a:pt x="2488" y="1263"/>
                  </a:lnTo>
                  <a:lnTo>
                    <a:pt x="2438" y="1226"/>
                  </a:lnTo>
                  <a:lnTo>
                    <a:pt x="2383" y="1191"/>
                  </a:lnTo>
                  <a:lnTo>
                    <a:pt x="2327" y="1156"/>
                  </a:lnTo>
                  <a:lnTo>
                    <a:pt x="2268" y="1124"/>
                  </a:lnTo>
                  <a:lnTo>
                    <a:pt x="2206" y="1094"/>
                  </a:lnTo>
                  <a:lnTo>
                    <a:pt x="2141" y="1067"/>
                  </a:lnTo>
                  <a:lnTo>
                    <a:pt x="2074" y="1043"/>
                  </a:lnTo>
                  <a:lnTo>
                    <a:pt x="2003" y="1023"/>
                  </a:lnTo>
                  <a:lnTo>
                    <a:pt x="1930" y="1007"/>
                  </a:lnTo>
                  <a:lnTo>
                    <a:pt x="1855" y="995"/>
                  </a:lnTo>
                  <a:lnTo>
                    <a:pt x="1777" y="987"/>
                  </a:lnTo>
                  <a:lnTo>
                    <a:pt x="1697" y="984"/>
                  </a:lnTo>
                  <a:close/>
                  <a:moveTo>
                    <a:pt x="1697" y="0"/>
                  </a:moveTo>
                  <a:lnTo>
                    <a:pt x="1804" y="3"/>
                  </a:lnTo>
                  <a:lnTo>
                    <a:pt x="1909" y="14"/>
                  </a:lnTo>
                  <a:lnTo>
                    <a:pt x="2012" y="30"/>
                  </a:lnTo>
                  <a:lnTo>
                    <a:pt x="2114" y="52"/>
                  </a:lnTo>
                  <a:lnTo>
                    <a:pt x="2213" y="81"/>
                  </a:lnTo>
                  <a:lnTo>
                    <a:pt x="2309" y="116"/>
                  </a:lnTo>
                  <a:lnTo>
                    <a:pt x="2402" y="155"/>
                  </a:lnTo>
                  <a:lnTo>
                    <a:pt x="2494" y="202"/>
                  </a:lnTo>
                  <a:lnTo>
                    <a:pt x="2581" y="252"/>
                  </a:lnTo>
                  <a:lnTo>
                    <a:pt x="2665" y="308"/>
                  </a:lnTo>
                  <a:lnTo>
                    <a:pt x="2745" y="369"/>
                  </a:lnTo>
                  <a:lnTo>
                    <a:pt x="2823" y="433"/>
                  </a:lnTo>
                  <a:lnTo>
                    <a:pt x="2896" y="503"/>
                  </a:lnTo>
                  <a:lnTo>
                    <a:pt x="2964" y="577"/>
                  </a:lnTo>
                  <a:lnTo>
                    <a:pt x="3029" y="655"/>
                  </a:lnTo>
                  <a:lnTo>
                    <a:pt x="3089" y="736"/>
                  </a:lnTo>
                  <a:lnTo>
                    <a:pt x="3144" y="822"/>
                  </a:lnTo>
                  <a:lnTo>
                    <a:pt x="3194" y="910"/>
                  </a:lnTo>
                  <a:lnTo>
                    <a:pt x="3239" y="1003"/>
                  </a:lnTo>
                  <a:lnTo>
                    <a:pt x="3279" y="1097"/>
                  </a:lnTo>
                  <a:lnTo>
                    <a:pt x="3313" y="1195"/>
                  </a:lnTo>
                  <a:lnTo>
                    <a:pt x="3342" y="1295"/>
                  </a:lnTo>
                  <a:lnTo>
                    <a:pt x="3364" y="1397"/>
                  </a:lnTo>
                  <a:lnTo>
                    <a:pt x="3380" y="1502"/>
                  </a:lnTo>
                  <a:lnTo>
                    <a:pt x="3389" y="1608"/>
                  </a:lnTo>
                  <a:lnTo>
                    <a:pt x="3393" y="1717"/>
                  </a:lnTo>
                  <a:lnTo>
                    <a:pt x="3389" y="1825"/>
                  </a:lnTo>
                  <a:lnTo>
                    <a:pt x="3380" y="1932"/>
                  </a:lnTo>
                  <a:lnTo>
                    <a:pt x="3364" y="2037"/>
                  </a:lnTo>
                  <a:lnTo>
                    <a:pt x="3342" y="2139"/>
                  </a:lnTo>
                  <a:lnTo>
                    <a:pt x="3313" y="2239"/>
                  </a:lnTo>
                  <a:lnTo>
                    <a:pt x="3279" y="2337"/>
                  </a:lnTo>
                  <a:lnTo>
                    <a:pt x="3239" y="2431"/>
                  </a:lnTo>
                  <a:lnTo>
                    <a:pt x="3194" y="2523"/>
                  </a:lnTo>
                  <a:lnTo>
                    <a:pt x="3144" y="2611"/>
                  </a:lnTo>
                  <a:lnTo>
                    <a:pt x="3089" y="2697"/>
                  </a:lnTo>
                  <a:lnTo>
                    <a:pt x="3029" y="2779"/>
                  </a:lnTo>
                  <a:lnTo>
                    <a:pt x="2964" y="2856"/>
                  </a:lnTo>
                  <a:lnTo>
                    <a:pt x="2896" y="2930"/>
                  </a:lnTo>
                  <a:lnTo>
                    <a:pt x="2823" y="3000"/>
                  </a:lnTo>
                  <a:lnTo>
                    <a:pt x="2745" y="3065"/>
                  </a:lnTo>
                  <a:lnTo>
                    <a:pt x="2665" y="3126"/>
                  </a:lnTo>
                  <a:lnTo>
                    <a:pt x="2581" y="3182"/>
                  </a:lnTo>
                  <a:lnTo>
                    <a:pt x="2494" y="3232"/>
                  </a:lnTo>
                  <a:lnTo>
                    <a:pt x="2402" y="3277"/>
                  </a:lnTo>
                  <a:lnTo>
                    <a:pt x="2309" y="3318"/>
                  </a:lnTo>
                  <a:lnTo>
                    <a:pt x="2213" y="3352"/>
                  </a:lnTo>
                  <a:lnTo>
                    <a:pt x="2114" y="3381"/>
                  </a:lnTo>
                  <a:lnTo>
                    <a:pt x="2012" y="3404"/>
                  </a:lnTo>
                  <a:lnTo>
                    <a:pt x="1909" y="3420"/>
                  </a:lnTo>
                  <a:lnTo>
                    <a:pt x="1804" y="3430"/>
                  </a:lnTo>
                  <a:lnTo>
                    <a:pt x="1697" y="3433"/>
                  </a:lnTo>
                  <a:lnTo>
                    <a:pt x="1590" y="3430"/>
                  </a:lnTo>
                  <a:lnTo>
                    <a:pt x="1483" y="3420"/>
                  </a:lnTo>
                  <a:lnTo>
                    <a:pt x="1381" y="3404"/>
                  </a:lnTo>
                  <a:lnTo>
                    <a:pt x="1280" y="3381"/>
                  </a:lnTo>
                  <a:lnTo>
                    <a:pt x="1180" y="3352"/>
                  </a:lnTo>
                  <a:lnTo>
                    <a:pt x="1084" y="3318"/>
                  </a:lnTo>
                  <a:lnTo>
                    <a:pt x="990" y="3277"/>
                  </a:lnTo>
                  <a:lnTo>
                    <a:pt x="900" y="3232"/>
                  </a:lnTo>
                  <a:lnTo>
                    <a:pt x="812" y="3182"/>
                  </a:lnTo>
                  <a:lnTo>
                    <a:pt x="728" y="3126"/>
                  </a:lnTo>
                  <a:lnTo>
                    <a:pt x="647" y="3065"/>
                  </a:lnTo>
                  <a:lnTo>
                    <a:pt x="571" y="3000"/>
                  </a:lnTo>
                  <a:lnTo>
                    <a:pt x="498" y="2930"/>
                  </a:lnTo>
                  <a:lnTo>
                    <a:pt x="429" y="2856"/>
                  </a:lnTo>
                  <a:lnTo>
                    <a:pt x="364" y="2779"/>
                  </a:lnTo>
                  <a:lnTo>
                    <a:pt x="305" y="2697"/>
                  </a:lnTo>
                  <a:lnTo>
                    <a:pt x="249" y="2611"/>
                  </a:lnTo>
                  <a:lnTo>
                    <a:pt x="199" y="2523"/>
                  </a:lnTo>
                  <a:lnTo>
                    <a:pt x="154" y="2431"/>
                  </a:lnTo>
                  <a:lnTo>
                    <a:pt x="115" y="2337"/>
                  </a:lnTo>
                  <a:lnTo>
                    <a:pt x="81" y="2239"/>
                  </a:lnTo>
                  <a:lnTo>
                    <a:pt x="52" y="2139"/>
                  </a:lnTo>
                  <a:lnTo>
                    <a:pt x="30" y="2037"/>
                  </a:lnTo>
                  <a:lnTo>
                    <a:pt x="14" y="1932"/>
                  </a:lnTo>
                  <a:lnTo>
                    <a:pt x="3" y="1825"/>
                  </a:lnTo>
                  <a:lnTo>
                    <a:pt x="0" y="1717"/>
                  </a:lnTo>
                  <a:lnTo>
                    <a:pt x="3" y="1608"/>
                  </a:lnTo>
                  <a:lnTo>
                    <a:pt x="14" y="1502"/>
                  </a:lnTo>
                  <a:lnTo>
                    <a:pt x="30" y="1397"/>
                  </a:lnTo>
                  <a:lnTo>
                    <a:pt x="52" y="1295"/>
                  </a:lnTo>
                  <a:lnTo>
                    <a:pt x="81" y="1195"/>
                  </a:lnTo>
                  <a:lnTo>
                    <a:pt x="115" y="1097"/>
                  </a:lnTo>
                  <a:lnTo>
                    <a:pt x="154" y="1003"/>
                  </a:lnTo>
                  <a:lnTo>
                    <a:pt x="199" y="910"/>
                  </a:lnTo>
                  <a:lnTo>
                    <a:pt x="249" y="822"/>
                  </a:lnTo>
                  <a:lnTo>
                    <a:pt x="305" y="736"/>
                  </a:lnTo>
                  <a:lnTo>
                    <a:pt x="364" y="655"/>
                  </a:lnTo>
                  <a:lnTo>
                    <a:pt x="429" y="577"/>
                  </a:lnTo>
                  <a:lnTo>
                    <a:pt x="498" y="503"/>
                  </a:lnTo>
                  <a:lnTo>
                    <a:pt x="571" y="433"/>
                  </a:lnTo>
                  <a:lnTo>
                    <a:pt x="647" y="369"/>
                  </a:lnTo>
                  <a:lnTo>
                    <a:pt x="728" y="308"/>
                  </a:lnTo>
                  <a:lnTo>
                    <a:pt x="812" y="252"/>
                  </a:lnTo>
                  <a:lnTo>
                    <a:pt x="900" y="202"/>
                  </a:lnTo>
                  <a:lnTo>
                    <a:pt x="990" y="155"/>
                  </a:lnTo>
                  <a:lnTo>
                    <a:pt x="1084" y="116"/>
                  </a:lnTo>
                  <a:lnTo>
                    <a:pt x="1180" y="81"/>
                  </a:lnTo>
                  <a:lnTo>
                    <a:pt x="1280" y="52"/>
                  </a:lnTo>
                  <a:lnTo>
                    <a:pt x="1381" y="30"/>
                  </a:lnTo>
                  <a:lnTo>
                    <a:pt x="1483" y="14"/>
                  </a:lnTo>
                  <a:lnTo>
                    <a:pt x="1590" y="3"/>
                  </a:lnTo>
                  <a:lnTo>
                    <a:pt x="1697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22"/>
            <p:cNvSpPr/>
            <p:nvPr/>
          </p:nvSpPr>
          <p:spPr>
            <a:xfrm>
              <a:off x="6265863" y="3611563"/>
              <a:ext cx="501650" cy="506413"/>
            </a:xfrm>
            <a:custGeom>
              <a:rect b="b" l="l" r="r" t="t"/>
              <a:pathLst>
                <a:path extrusionOk="0" h="1277" w="1262">
                  <a:moveTo>
                    <a:pt x="632" y="207"/>
                  </a:moveTo>
                  <a:lnTo>
                    <a:pt x="578" y="211"/>
                  </a:lnTo>
                  <a:lnTo>
                    <a:pt x="527" y="220"/>
                  </a:lnTo>
                  <a:lnTo>
                    <a:pt x="478" y="236"/>
                  </a:lnTo>
                  <a:lnTo>
                    <a:pt x="431" y="258"/>
                  </a:lnTo>
                  <a:lnTo>
                    <a:pt x="389" y="285"/>
                  </a:lnTo>
                  <a:lnTo>
                    <a:pt x="348" y="316"/>
                  </a:lnTo>
                  <a:lnTo>
                    <a:pt x="313" y="352"/>
                  </a:lnTo>
                  <a:lnTo>
                    <a:pt x="283" y="392"/>
                  </a:lnTo>
                  <a:lnTo>
                    <a:pt x="256" y="436"/>
                  </a:lnTo>
                  <a:lnTo>
                    <a:pt x="235" y="482"/>
                  </a:lnTo>
                  <a:lnTo>
                    <a:pt x="219" y="532"/>
                  </a:lnTo>
                  <a:lnTo>
                    <a:pt x="209" y="584"/>
                  </a:lnTo>
                  <a:lnTo>
                    <a:pt x="206" y="638"/>
                  </a:lnTo>
                  <a:lnTo>
                    <a:pt x="209" y="692"/>
                  </a:lnTo>
                  <a:lnTo>
                    <a:pt x="219" y="744"/>
                  </a:lnTo>
                  <a:lnTo>
                    <a:pt x="235" y="794"/>
                  </a:lnTo>
                  <a:lnTo>
                    <a:pt x="256" y="841"/>
                  </a:lnTo>
                  <a:lnTo>
                    <a:pt x="282" y="884"/>
                  </a:lnTo>
                  <a:lnTo>
                    <a:pt x="313" y="924"/>
                  </a:lnTo>
                  <a:lnTo>
                    <a:pt x="348" y="960"/>
                  </a:lnTo>
                  <a:lnTo>
                    <a:pt x="389" y="991"/>
                  </a:lnTo>
                  <a:lnTo>
                    <a:pt x="431" y="1018"/>
                  </a:lnTo>
                  <a:lnTo>
                    <a:pt x="478" y="1040"/>
                  </a:lnTo>
                  <a:lnTo>
                    <a:pt x="527" y="1056"/>
                  </a:lnTo>
                  <a:lnTo>
                    <a:pt x="578" y="1065"/>
                  </a:lnTo>
                  <a:lnTo>
                    <a:pt x="632" y="1069"/>
                  </a:lnTo>
                  <a:lnTo>
                    <a:pt x="685" y="1065"/>
                  </a:lnTo>
                  <a:lnTo>
                    <a:pt x="736" y="1056"/>
                  </a:lnTo>
                  <a:lnTo>
                    <a:pt x="786" y="1040"/>
                  </a:lnTo>
                  <a:lnTo>
                    <a:pt x="831" y="1018"/>
                  </a:lnTo>
                  <a:lnTo>
                    <a:pt x="875" y="991"/>
                  </a:lnTo>
                  <a:lnTo>
                    <a:pt x="914" y="960"/>
                  </a:lnTo>
                  <a:lnTo>
                    <a:pt x="950" y="924"/>
                  </a:lnTo>
                  <a:lnTo>
                    <a:pt x="981" y="884"/>
                  </a:lnTo>
                  <a:lnTo>
                    <a:pt x="1007" y="841"/>
                  </a:lnTo>
                  <a:lnTo>
                    <a:pt x="1029" y="794"/>
                  </a:lnTo>
                  <a:lnTo>
                    <a:pt x="1045" y="744"/>
                  </a:lnTo>
                  <a:lnTo>
                    <a:pt x="1054" y="692"/>
                  </a:lnTo>
                  <a:lnTo>
                    <a:pt x="1057" y="638"/>
                  </a:lnTo>
                  <a:lnTo>
                    <a:pt x="1054" y="584"/>
                  </a:lnTo>
                  <a:lnTo>
                    <a:pt x="1045" y="533"/>
                  </a:lnTo>
                  <a:lnTo>
                    <a:pt x="1029" y="482"/>
                  </a:lnTo>
                  <a:lnTo>
                    <a:pt x="1007" y="436"/>
                  </a:lnTo>
                  <a:lnTo>
                    <a:pt x="981" y="392"/>
                  </a:lnTo>
                  <a:lnTo>
                    <a:pt x="950" y="352"/>
                  </a:lnTo>
                  <a:lnTo>
                    <a:pt x="914" y="316"/>
                  </a:lnTo>
                  <a:lnTo>
                    <a:pt x="875" y="285"/>
                  </a:lnTo>
                  <a:lnTo>
                    <a:pt x="831" y="258"/>
                  </a:lnTo>
                  <a:lnTo>
                    <a:pt x="786" y="236"/>
                  </a:lnTo>
                  <a:lnTo>
                    <a:pt x="736" y="220"/>
                  </a:lnTo>
                  <a:lnTo>
                    <a:pt x="685" y="211"/>
                  </a:lnTo>
                  <a:lnTo>
                    <a:pt x="632" y="207"/>
                  </a:lnTo>
                  <a:close/>
                  <a:moveTo>
                    <a:pt x="632" y="0"/>
                  </a:moveTo>
                  <a:lnTo>
                    <a:pt x="695" y="3"/>
                  </a:lnTo>
                  <a:lnTo>
                    <a:pt x="758" y="13"/>
                  </a:lnTo>
                  <a:lnTo>
                    <a:pt x="819" y="28"/>
                  </a:lnTo>
                  <a:lnTo>
                    <a:pt x="877" y="49"/>
                  </a:lnTo>
                  <a:lnTo>
                    <a:pt x="932" y="76"/>
                  </a:lnTo>
                  <a:lnTo>
                    <a:pt x="984" y="109"/>
                  </a:lnTo>
                  <a:lnTo>
                    <a:pt x="1033" y="146"/>
                  </a:lnTo>
                  <a:lnTo>
                    <a:pt x="1077" y="187"/>
                  </a:lnTo>
                  <a:lnTo>
                    <a:pt x="1118" y="232"/>
                  </a:lnTo>
                  <a:lnTo>
                    <a:pt x="1155" y="281"/>
                  </a:lnTo>
                  <a:lnTo>
                    <a:pt x="1186" y="334"/>
                  </a:lnTo>
                  <a:lnTo>
                    <a:pt x="1212" y="390"/>
                  </a:lnTo>
                  <a:lnTo>
                    <a:pt x="1233" y="449"/>
                  </a:lnTo>
                  <a:lnTo>
                    <a:pt x="1249" y="510"/>
                  </a:lnTo>
                  <a:lnTo>
                    <a:pt x="1259" y="572"/>
                  </a:lnTo>
                  <a:lnTo>
                    <a:pt x="1262" y="638"/>
                  </a:lnTo>
                  <a:lnTo>
                    <a:pt x="1259" y="703"/>
                  </a:lnTo>
                  <a:lnTo>
                    <a:pt x="1249" y="767"/>
                  </a:lnTo>
                  <a:lnTo>
                    <a:pt x="1233" y="828"/>
                  </a:lnTo>
                  <a:lnTo>
                    <a:pt x="1212" y="886"/>
                  </a:lnTo>
                  <a:lnTo>
                    <a:pt x="1186" y="942"/>
                  </a:lnTo>
                  <a:lnTo>
                    <a:pt x="1155" y="995"/>
                  </a:lnTo>
                  <a:lnTo>
                    <a:pt x="1118" y="1044"/>
                  </a:lnTo>
                  <a:lnTo>
                    <a:pt x="1077" y="1089"/>
                  </a:lnTo>
                  <a:lnTo>
                    <a:pt x="1033" y="1131"/>
                  </a:lnTo>
                  <a:lnTo>
                    <a:pt x="984" y="1167"/>
                  </a:lnTo>
                  <a:lnTo>
                    <a:pt x="932" y="1200"/>
                  </a:lnTo>
                  <a:lnTo>
                    <a:pt x="877" y="1226"/>
                  </a:lnTo>
                  <a:lnTo>
                    <a:pt x="819" y="1248"/>
                  </a:lnTo>
                  <a:lnTo>
                    <a:pt x="758" y="1264"/>
                  </a:lnTo>
                  <a:lnTo>
                    <a:pt x="695" y="1274"/>
                  </a:lnTo>
                  <a:lnTo>
                    <a:pt x="632" y="1277"/>
                  </a:lnTo>
                  <a:lnTo>
                    <a:pt x="567" y="1274"/>
                  </a:lnTo>
                  <a:lnTo>
                    <a:pt x="504" y="1264"/>
                  </a:lnTo>
                  <a:lnTo>
                    <a:pt x="444" y="1248"/>
                  </a:lnTo>
                  <a:lnTo>
                    <a:pt x="387" y="1226"/>
                  </a:lnTo>
                  <a:lnTo>
                    <a:pt x="331" y="1200"/>
                  </a:lnTo>
                  <a:lnTo>
                    <a:pt x="279" y="1167"/>
                  </a:lnTo>
                  <a:lnTo>
                    <a:pt x="231" y="1131"/>
                  </a:lnTo>
                  <a:lnTo>
                    <a:pt x="186" y="1089"/>
                  </a:lnTo>
                  <a:lnTo>
                    <a:pt x="145" y="1044"/>
                  </a:lnTo>
                  <a:lnTo>
                    <a:pt x="109" y="995"/>
                  </a:lnTo>
                  <a:lnTo>
                    <a:pt x="77" y="942"/>
                  </a:lnTo>
                  <a:lnTo>
                    <a:pt x="50" y="886"/>
                  </a:lnTo>
                  <a:lnTo>
                    <a:pt x="29" y="828"/>
                  </a:lnTo>
                  <a:lnTo>
                    <a:pt x="14" y="767"/>
                  </a:lnTo>
                  <a:lnTo>
                    <a:pt x="5" y="703"/>
                  </a:lnTo>
                  <a:lnTo>
                    <a:pt x="0" y="638"/>
                  </a:lnTo>
                  <a:lnTo>
                    <a:pt x="5" y="572"/>
                  </a:lnTo>
                  <a:lnTo>
                    <a:pt x="14" y="510"/>
                  </a:lnTo>
                  <a:lnTo>
                    <a:pt x="29" y="449"/>
                  </a:lnTo>
                  <a:lnTo>
                    <a:pt x="50" y="390"/>
                  </a:lnTo>
                  <a:lnTo>
                    <a:pt x="77" y="334"/>
                  </a:lnTo>
                  <a:lnTo>
                    <a:pt x="109" y="281"/>
                  </a:lnTo>
                  <a:lnTo>
                    <a:pt x="145" y="232"/>
                  </a:lnTo>
                  <a:lnTo>
                    <a:pt x="186" y="187"/>
                  </a:lnTo>
                  <a:lnTo>
                    <a:pt x="231" y="146"/>
                  </a:lnTo>
                  <a:lnTo>
                    <a:pt x="279" y="109"/>
                  </a:lnTo>
                  <a:lnTo>
                    <a:pt x="331" y="76"/>
                  </a:lnTo>
                  <a:lnTo>
                    <a:pt x="387" y="49"/>
                  </a:lnTo>
                  <a:lnTo>
                    <a:pt x="444" y="28"/>
                  </a:lnTo>
                  <a:lnTo>
                    <a:pt x="504" y="13"/>
                  </a:lnTo>
                  <a:lnTo>
                    <a:pt x="567" y="3"/>
                  </a:lnTo>
                  <a:lnTo>
                    <a:pt x="632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22"/>
            <p:cNvSpPr/>
            <p:nvPr/>
          </p:nvSpPr>
          <p:spPr>
            <a:xfrm>
              <a:off x="6394451" y="3741738"/>
              <a:ext cx="244475" cy="246063"/>
            </a:xfrm>
            <a:custGeom>
              <a:rect b="b" l="l" r="r" t="t"/>
              <a:pathLst>
                <a:path extrusionOk="0" h="620" w="614">
                  <a:moveTo>
                    <a:pt x="308" y="0"/>
                  </a:moveTo>
                  <a:lnTo>
                    <a:pt x="343" y="2"/>
                  </a:lnTo>
                  <a:lnTo>
                    <a:pt x="377" y="8"/>
                  </a:lnTo>
                  <a:lnTo>
                    <a:pt x="409" y="18"/>
                  </a:lnTo>
                  <a:lnTo>
                    <a:pt x="439" y="31"/>
                  </a:lnTo>
                  <a:lnTo>
                    <a:pt x="410" y="39"/>
                  </a:lnTo>
                  <a:lnTo>
                    <a:pt x="383" y="53"/>
                  </a:lnTo>
                  <a:lnTo>
                    <a:pt x="360" y="72"/>
                  </a:lnTo>
                  <a:lnTo>
                    <a:pt x="340" y="94"/>
                  </a:lnTo>
                  <a:lnTo>
                    <a:pt x="325" y="121"/>
                  </a:lnTo>
                  <a:lnTo>
                    <a:pt x="315" y="150"/>
                  </a:lnTo>
                  <a:lnTo>
                    <a:pt x="312" y="182"/>
                  </a:lnTo>
                  <a:lnTo>
                    <a:pt x="315" y="213"/>
                  </a:lnTo>
                  <a:lnTo>
                    <a:pt x="325" y="242"/>
                  </a:lnTo>
                  <a:lnTo>
                    <a:pt x="339" y="268"/>
                  </a:lnTo>
                  <a:lnTo>
                    <a:pt x="357" y="291"/>
                  </a:lnTo>
                  <a:lnTo>
                    <a:pt x="380" y="310"/>
                  </a:lnTo>
                  <a:lnTo>
                    <a:pt x="405" y="324"/>
                  </a:lnTo>
                  <a:lnTo>
                    <a:pt x="434" y="333"/>
                  </a:lnTo>
                  <a:lnTo>
                    <a:pt x="465" y="336"/>
                  </a:lnTo>
                  <a:lnTo>
                    <a:pt x="496" y="333"/>
                  </a:lnTo>
                  <a:lnTo>
                    <a:pt x="524" y="324"/>
                  </a:lnTo>
                  <a:lnTo>
                    <a:pt x="551" y="309"/>
                  </a:lnTo>
                  <a:lnTo>
                    <a:pt x="573" y="290"/>
                  </a:lnTo>
                  <a:lnTo>
                    <a:pt x="592" y="266"/>
                  </a:lnTo>
                  <a:lnTo>
                    <a:pt x="606" y="238"/>
                  </a:lnTo>
                  <a:lnTo>
                    <a:pt x="612" y="273"/>
                  </a:lnTo>
                  <a:lnTo>
                    <a:pt x="614" y="310"/>
                  </a:lnTo>
                  <a:lnTo>
                    <a:pt x="611" y="356"/>
                  </a:lnTo>
                  <a:lnTo>
                    <a:pt x="602" y="400"/>
                  </a:lnTo>
                  <a:lnTo>
                    <a:pt x="586" y="441"/>
                  </a:lnTo>
                  <a:lnTo>
                    <a:pt x="566" y="480"/>
                  </a:lnTo>
                  <a:lnTo>
                    <a:pt x="539" y="514"/>
                  </a:lnTo>
                  <a:lnTo>
                    <a:pt x="509" y="545"/>
                  </a:lnTo>
                  <a:lnTo>
                    <a:pt x="474" y="571"/>
                  </a:lnTo>
                  <a:lnTo>
                    <a:pt x="437" y="592"/>
                  </a:lnTo>
                  <a:lnTo>
                    <a:pt x="396" y="607"/>
                  </a:lnTo>
                  <a:lnTo>
                    <a:pt x="352" y="617"/>
                  </a:lnTo>
                  <a:lnTo>
                    <a:pt x="308" y="620"/>
                  </a:lnTo>
                  <a:lnTo>
                    <a:pt x="262" y="617"/>
                  </a:lnTo>
                  <a:lnTo>
                    <a:pt x="219" y="607"/>
                  </a:lnTo>
                  <a:lnTo>
                    <a:pt x="178" y="592"/>
                  </a:lnTo>
                  <a:lnTo>
                    <a:pt x="140" y="571"/>
                  </a:lnTo>
                  <a:lnTo>
                    <a:pt x="106" y="545"/>
                  </a:lnTo>
                  <a:lnTo>
                    <a:pt x="75" y="514"/>
                  </a:lnTo>
                  <a:lnTo>
                    <a:pt x="50" y="480"/>
                  </a:lnTo>
                  <a:lnTo>
                    <a:pt x="29" y="441"/>
                  </a:lnTo>
                  <a:lnTo>
                    <a:pt x="14" y="400"/>
                  </a:lnTo>
                  <a:lnTo>
                    <a:pt x="4" y="356"/>
                  </a:lnTo>
                  <a:lnTo>
                    <a:pt x="0" y="310"/>
                  </a:lnTo>
                  <a:lnTo>
                    <a:pt x="4" y="264"/>
                  </a:lnTo>
                  <a:lnTo>
                    <a:pt x="14" y="221"/>
                  </a:lnTo>
                  <a:lnTo>
                    <a:pt x="29" y="179"/>
                  </a:lnTo>
                  <a:lnTo>
                    <a:pt x="50" y="141"/>
                  </a:lnTo>
                  <a:lnTo>
                    <a:pt x="75" y="106"/>
                  </a:lnTo>
                  <a:lnTo>
                    <a:pt x="106" y="76"/>
                  </a:lnTo>
                  <a:lnTo>
                    <a:pt x="140" y="50"/>
                  </a:lnTo>
                  <a:lnTo>
                    <a:pt x="178" y="29"/>
                  </a:lnTo>
                  <a:lnTo>
                    <a:pt x="219" y="12"/>
                  </a:lnTo>
                  <a:lnTo>
                    <a:pt x="262" y="3"/>
                  </a:lnTo>
                  <a:lnTo>
                    <a:pt x="308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22"/>
          <p:cNvSpPr txBox="1"/>
          <p:nvPr/>
        </p:nvSpPr>
        <p:spPr>
          <a:xfrm>
            <a:off x="1062172" y="3093946"/>
            <a:ext cx="102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Available Dates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2216238" y="3093951"/>
            <a:ext cx="102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Booked Dates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 flipH="1">
            <a:off x="3141090" y="3702687"/>
            <a:ext cx="1719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 flipH="1">
            <a:off x="3313850" y="3093950"/>
            <a:ext cx="12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Selected Dates</a:t>
            </a:r>
            <a:endParaRPr b="1"/>
          </a:p>
        </p:txBody>
      </p:sp>
      <p:grpSp>
        <p:nvGrpSpPr>
          <p:cNvPr id="272" name="Google Shape;272;p22"/>
          <p:cNvGrpSpPr/>
          <p:nvPr/>
        </p:nvGrpSpPr>
        <p:grpSpPr>
          <a:xfrm>
            <a:off x="3370305" y="2541798"/>
            <a:ext cx="288802" cy="292455"/>
            <a:chOff x="5843588" y="3170238"/>
            <a:chExt cx="501654" cy="507999"/>
          </a:xfrm>
        </p:grpSpPr>
        <p:sp>
          <p:nvSpPr>
            <p:cNvPr id="273" name="Google Shape;273;p22"/>
            <p:cNvSpPr/>
            <p:nvPr/>
          </p:nvSpPr>
          <p:spPr>
            <a:xfrm>
              <a:off x="5962651" y="3302001"/>
              <a:ext cx="123825" cy="93663"/>
            </a:xfrm>
            <a:custGeom>
              <a:rect b="b" l="l" r="r" t="t"/>
              <a:pathLst>
                <a:path extrusionOk="0" h="658" w="859">
                  <a:moveTo>
                    <a:pt x="514" y="0"/>
                  </a:moveTo>
                  <a:lnTo>
                    <a:pt x="517" y="5"/>
                  </a:lnTo>
                  <a:lnTo>
                    <a:pt x="525" y="15"/>
                  </a:lnTo>
                  <a:lnTo>
                    <a:pt x="534" y="28"/>
                  </a:lnTo>
                  <a:lnTo>
                    <a:pt x="546" y="46"/>
                  </a:lnTo>
                  <a:lnTo>
                    <a:pt x="562" y="68"/>
                  </a:lnTo>
                  <a:lnTo>
                    <a:pt x="579" y="92"/>
                  </a:lnTo>
                  <a:lnTo>
                    <a:pt x="599" y="121"/>
                  </a:lnTo>
                  <a:lnTo>
                    <a:pt x="619" y="152"/>
                  </a:lnTo>
                  <a:lnTo>
                    <a:pt x="642" y="187"/>
                  </a:lnTo>
                  <a:lnTo>
                    <a:pt x="667" y="224"/>
                  </a:lnTo>
                  <a:lnTo>
                    <a:pt x="692" y="264"/>
                  </a:lnTo>
                  <a:lnTo>
                    <a:pt x="719" y="305"/>
                  </a:lnTo>
                  <a:lnTo>
                    <a:pt x="746" y="349"/>
                  </a:lnTo>
                  <a:lnTo>
                    <a:pt x="775" y="396"/>
                  </a:lnTo>
                  <a:lnTo>
                    <a:pt x="803" y="444"/>
                  </a:lnTo>
                  <a:lnTo>
                    <a:pt x="831" y="492"/>
                  </a:lnTo>
                  <a:lnTo>
                    <a:pt x="859" y="543"/>
                  </a:lnTo>
                  <a:lnTo>
                    <a:pt x="777" y="565"/>
                  </a:lnTo>
                  <a:lnTo>
                    <a:pt x="695" y="583"/>
                  </a:lnTo>
                  <a:lnTo>
                    <a:pt x="616" y="599"/>
                  </a:lnTo>
                  <a:lnTo>
                    <a:pt x="540" y="612"/>
                  </a:lnTo>
                  <a:lnTo>
                    <a:pt x="467" y="623"/>
                  </a:lnTo>
                  <a:lnTo>
                    <a:pt x="398" y="633"/>
                  </a:lnTo>
                  <a:lnTo>
                    <a:pt x="332" y="641"/>
                  </a:lnTo>
                  <a:lnTo>
                    <a:pt x="271" y="646"/>
                  </a:lnTo>
                  <a:lnTo>
                    <a:pt x="215" y="651"/>
                  </a:lnTo>
                  <a:lnTo>
                    <a:pt x="164" y="654"/>
                  </a:lnTo>
                  <a:lnTo>
                    <a:pt x="119" y="656"/>
                  </a:lnTo>
                  <a:lnTo>
                    <a:pt x="81" y="657"/>
                  </a:lnTo>
                  <a:lnTo>
                    <a:pt x="50" y="658"/>
                  </a:lnTo>
                  <a:lnTo>
                    <a:pt x="25" y="658"/>
                  </a:lnTo>
                  <a:lnTo>
                    <a:pt x="8" y="658"/>
                  </a:lnTo>
                  <a:lnTo>
                    <a:pt x="0" y="658"/>
                  </a:lnTo>
                  <a:lnTo>
                    <a:pt x="17" y="587"/>
                  </a:lnTo>
                  <a:lnTo>
                    <a:pt x="40" y="517"/>
                  </a:lnTo>
                  <a:lnTo>
                    <a:pt x="68" y="449"/>
                  </a:lnTo>
                  <a:lnTo>
                    <a:pt x="102" y="386"/>
                  </a:lnTo>
                  <a:lnTo>
                    <a:pt x="140" y="324"/>
                  </a:lnTo>
                  <a:lnTo>
                    <a:pt x="182" y="266"/>
                  </a:lnTo>
                  <a:lnTo>
                    <a:pt x="228" y="212"/>
                  </a:lnTo>
                  <a:lnTo>
                    <a:pt x="278" y="161"/>
                  </a:lnTo>
                  <a:lnTo>
                    <a:pt x="332" y="114"/>
                  </a:lnTo>
                  <a:lnTo>
                    <a:pt x="390" y="71"/>
                  </a:lnTo>
                  <a:lnTo>
                    <a:pt x="450" y="34"/>
                  </a:lnTo>
                  <a:lnTo>
                    <a:pt x="514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6061076" y="3292476"/>
              <a:ext cx="1588" cy="0"/>
            </a:xfrm>
            <a:custGeom>
              <a:rect b="b" l="l" r="r" t="t"/>
              <a:pathLst>
                <a:path extrusionOk="0" h="1" w="3">
                  <a:moveTo>
                    <a:pt x="3" y="0"/>
                  </a:moveTo>
                  <a:lnTo>
                    <a:pt x="3" y="0"/>
                  </a:ln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6062663" y="3287713"/>
              <a:ext cx="120649" cy="84138"/>
            </a:xfrm>
            <a:custGeom>
              <a:rect b="b" l="l" r="r" t="t"/>
              <a:pathLst>
                <a:path extrusionOk="0" h="578" w="835">
                  <a:moveTo>
                    <a:pt x="220" y="0"/>
                  </a:moveTo>
                  <a:lnTo>
                    <a:pt x="297" y="4"/>
                  </a:lnTo>
                  <a:lnTo>
                    <a:pt x="373" y="14"/>
                  </a:lnTo>
                  <a:lnTo>
                    <a:pt x="448" y="29"/>
                  </a:lnTo>
                  <a:lnTo>
                    <a:pt x="519" y="51"/>
                  </a:lnTo>
                  <a:lnTo>
                    <a:pt x="588" y="77"/>
                  </a:lnTo>
                  <a:lnTo>
                    <a:pt x="654" y="110"/>
                  </a:lnTo>
                  <a:lnTo>
                    <a:pt x="718" y="148"/>
                  </a:lnTo>
                  <a:lnTo>
                    <a:pt x="778" y="190"/>
                  </a:lnTo>
                  <a:lnTo>
                    <a:pt x="835" y="236"/>
                  </a:lnTo>
                  <a:lnTo>
                    <a:pt x="832" y="239"/>
                  </a:lnTo>
                  <a:lnTo>
                    <a:pt x="828" y="247"/>
                  </a:lnTo>
                  <a:lnTo>
                    <a:pt x="819" y="258"/>
                  </a:lnTo>
                  <a:lnTo>
                    <a:pt x="807" y="272"/>
                  </a:lnTo>
                  <a:lnTo>
                    <a:pt x="792" y="290"/>
                  </a:lnTo>
                  <a:lnTo>
                    <a:pt x="773" y="311"/>
                  </a:lnTo>
                  <a:lnTo>
                    <a:pt x="750" y="334"/>
                  </a:lnTo>
                  <a:lnTo>
                    <a:pt x="723" y="358"/>
                  </a:lnTo>
                  <a:lnTo>
                    <a:pt x="691" y="384"/>
                  </a:lnTo>
                  <a:lnTo>
                    <a:pt x="656" y="412"/>
                  </a:lnTo>
                  <a:lnTo>
                    <a:pt x="616" y="440"/>
                  </a:lnTo>
                  <a:lnTo>
                    <a:pt x="573" y="469"/>
                  </a:lnTo>
                  <a:lnTo>
                    <a:pt x="524" y="496"/>
                  </a:lnTo>
                  <a:lnTo>
                    <a:pt x="469" y="525"/>
                  </a:lnTo>
                  <a:lnTo>
                    <a:pt x="412" y="551"/>
                  </a:lnTo>
                  <a:lnTo>
                    <a:pt x="348" y="578"/>
                  </a:lnTo>
                  <a:lnTo>
                    <a:pt x="319" y="526"/>
                  </a:lnTo>
                  <a:lnTo>
                    <a:pt x="291" y="476"/>
                  </a:lnTo>
                  <a:lnTo>
                    <a:pt x="263" y="427"/>
                  </a:lnTo>
                  <a:lnTo>
                    <a:pt x="235" y="381"/>
                  </a:lnTo>
                  <a:lnTo>
                    <a:pt x="208" y="336"/>
                  </a:lnTo>
                  <a:lnTo>
                    <a:pt x="181" y="294"/>
                  </a:lnTo>
                  <a:lnTo>
                    <a:pt x="155" y="253"/>
                  </a:lnTo>
                  <a:lnTo>
                    <a:pt x="131" y="216"/>
                  </a:lnTo>
                  <a:lnTo>
                    <a:pt x="108" y="182"/>
                  </a:lnTo>
                  <a:lnTo>
                    <a:pt x="87" y="150"/>
                  </a:lnTo>
                  <a:lnTo>
                    <a:pt x="66" y="121"/>
                  </a:lnTo>
                  <a:lnTo>
                    <a:pt x="49" y="96"/>
                  </a:lnTo>
                  <a:lnTo>
                    <a:pt x="34" y="74"/>
                  </a:lnTo>
                  <a:lnTo>
                    <a:pt x="21" y="56"/>
                  </a:lnTo>
                  <a:lnTo>
                    <a:pt x="11" y="43"/>
                  </a:lnTo>
                  <a:lnTo>
                    <a:pt x="3" y="33"/>
                  </a:lnTo>
                  <a:lnTo>
                    <a:pt x="0" y="28"/>
                  </a:lnTo>
                  <a:lnTo>
                    <a:pt x="71" y="12"/>
                  </a:lnTo>
                  <a:lnTo>
                    <a:pt x="145" y="4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6011863" y="3446463"/>
              <a:ext cx="134937" cy="114299"/>
            </a:xfrm>
            <a:custGeom>
              <a:rect b="b" l="l" r="r" t="t"/>
              <a:pathLst>
                <a:path extrusionOk="0" h="792" w="937">
                  <a:moveTo>
                    <a:pt x="738" y="0"/>
                  </a:moveTo>
                  <a:lnTo>
                    <a:pt x="764" y="74"/>
                  </a:lnTo>
                  <a:lnTo>
                    <a:pt x="789" y="144"/>
                  </a:lnTo>
                  <a:lnTo>
                    <a:pt x="812" y="213"/>
                  </a:lnTo>
                  <a:lnTo>
                    <a:pt x="831" y="279"/>
                  </a:lnTo>
                  <a:lnTo>
                    <a:pt x="850" y="342"/>
                  </a:lnTo>
                  <a:lnTo>
                    <a:pt x="866" y="401"/>
                  </a:lnTo>
                  <a:lnTo>
                    <a:pt x="880" y="458"/>
                  </a:lnTo>
                  <a:lnTo>
                    <a:pt x="893" y="509"/>
                  </a:lnTo>
                  <a:lnTo>
                    <a:pt x="904" y="557"/>
                  </a:lnTo>
                  <a:lnTo>
                    <a:pt x="914" y="599"/>
                  </a:lnTo>
                  <a:lnTo>
                    <a:pt x="921" y="637"/>
                  </a:lnTo>
                  <a:lnTo>
                    <a:pt x="928" y="669"/>
                  </a:lnTo>
                  <a:lnTo>
                    <a:pt x="932" y="696"/>
                  </a:lnTo>
                  <a:lnTo>
                    <a:pt x="937" y="717"/>
                  </a:lnTo>
                  <a:lnTo>
                    <a:pt x="868" y="742"/>
                  </a:lnTo>
                  <a:lnTo>
                    <a:pt x="796" y="763"/>
                  </a:lnTo>
                  <a:lnTo>
                    <a:pt x="724" y="779"/>
                  </a:lnTo>
                  <a:lnTo>
                    <a:pt x="649" y="789"/>
                  </a:lnTo>
                  <a:lnTo>
                    <a:pt x="573" y="792"/>
                  </a:lnTo>
                  <a:lnTo>
                    <a:pt x="492" y="788"/>
                  </a:lnTo>
                  <a:lnTo>
                    <a:pt x="414" y="778"/>
                  </a:lnTo>
                  <a:lnTo>
                    <a:pt x="338" y="761"/>
                  </a:lnTo>
                  <a:lnTo>
                    <a:pt x="264" y="738"/>
                  </a:lnTo>
                  <a:lnTo>
                    <a:pt x="193" y="709"/>
                  </a:lnTo>
                  <a:lnTo>
                    <a:pt x="126" y="675"/>
                  </a:lnTo>
                  <a:lnTo>
                    <a:pt x="61" y="636"/>
                  </a:lnTo>
                  <a:lnTo>
                    <a:pt x="0" y="592"/>
                  </a:lnTo>
                  <a:lnTo>
                    <a:pt x="1" y="588"/>
                  </a:lnTo>
                  <a:lnTo>
                    <a:pt x="5" y="580"/>
                  </a:lnTo>
                  <a:lnTo>
                    <a:pt x="13" y="565"/>
                  </a:lnTo>
                  <a:lnTo>
                    <a:pt x="24" y="548"/>
                  </a:lnTo>
                  <a:lnTo>
                    <a:pt x="37" y="526"/>
                  </a:lnTo>
                  <a:lnTo>
                    <a:pt x="54" y="499"/>
                  </a:lnTo>
                  <a:lnTo>
                    <a:pt x="75" y="471"/>
                  </a:lnTo>
                  <a:lnTo>
                    <a:pt x="100" y="439"/>
                  </a:lnTo>
                  <a:lnTo>
                    <a:pt x="127" y="405"/>
                  </a:lnTo>
                  <a:lnTo>
                    <a:pt x="160" y="368"/>
                  </a:lnTo>
                  <a:lnTo>
                    <a:pt x="195" y="331"/>
                  </a:lnTo>
                  <a:lnTo>
                    <a:pt x="237" y="293"/>
                  </a:lnTo>
                  <a:lnTo>
                    <a:pt x="281" y="254"/>
                  </a:lnTo>
                  <a:lnTo>
                    <a:pt x="330" y="214"/>
                  </a:lnTo>
                  <a:lnTo>
                    <a:pt x="385" y="176"/>
                  </a:lnTo>
                  <a:lnTo>
                    <a:pt x="444" y="137"/>
                  </a:lnTo>
                  <a:lnTo>
                    <a:pt x="507" y="101"/>
                  </a:lnTo>
                  <a:lnTo>
                    <a:pt x="577" y="66"/>
                  </a:lnTo>
                  <a:lnTo>
                    <a:pt x="651" y="33"/>
                  </a:lnTo>
                  <a:lnTo>
                    <a:pt x="731" y="2"/>
                  </a:lnTo>
                  <a:lnTo>
                    <a:pt x="738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5959476" y="3400426"/>
              <a:ext cx="149224" cy="114299"/>
            </a:xfrm>
            <a:custGeom>
              <a:rect b="b" l="l" r="r" t="t"/>
              <a:pathLst>
                <a:path extrusionOk="0" h="795" w="1034">
                  <a:moveTo>
                    <a:pt x="238" y="795"/>
                  </a:moveTo>
                  <a:lnTo>
                    <a:pt x="239" y="795"/>
                  </a:lnTo>
                  <a:lnTo>
                    <a:pt x="238" y="795"/>
                  </a:lnTo>
                  <a:lnTo>
                    <a:pt x="238" y="795"/>
                  </a:lnTo>
                  <a:close/>
                  <a:moveTo>
                    <a:pt x="957" y="0"/>
                  </a:moveTo>
                  <a:lnTo>
                    <a:pt x="997" y="80"/>
                  </a:lnTo>
                  <a:lnTo>
                    <a:pt x="1034" y="161"/>
                  </a:lnTo>
                  <a:lnTo>
                    <a:pt x="997" y="173"/>
                  </a:lnTo>
                  <a:lnTo>
                    <a:pt x="933" y="196"/>
                  </a:lnTo>
                  <a:lnTo>
                    <a:pt x="872" y="221"/>
                  </a:lnTo>
                  <a:lnTo>
                    <a:pt x="813" y="250"/>
                  </a:lnTo>
                  <a:lnTo>
                    <a:pt x="756" y="281"/>
                  </a:lnTo>
                  <a:lnTo>
                    <a:pt x="704" y="314"/>
                  </a:lnTo>
                  <a:lnTo>
                    <a:pt x="654" y="348"/>
                  </a:lnTo>
                  <a:lnTo>
                    <a:pt x="607" y="383"/>
                  </a:lnTo>
                  <a:lnTo>
                    <a:pt x="562" y="419"/>
                  </a:lnTo>
                  <a:lnTo>
                    <a:pt x="521" y="456"/>
                  </a:lnTo>
                  <a:lnTo>
                    <a:pt x="482" y="492"/>
                  </a:lnTo>
                  <a:lnTo>
                    <a:pt x="446" y="528"/>
                  </a:lnTo>
                  <a:lnTo>
                    <a:pt x="413" y="563"/>
                  </a:lnTo>
                  <a:lnTo>
                    <a:pt x="383" y="597"/>
                  </a:lnTo>
                  <a:lnTo>
                    <a:pt x="355" y="629"/>
                  </a:lnTo>
                  <a:lnTo>
                    <a:pt x="332" y="660"/>
                  </a:lnTo>
                  <a:lnTo>
                    <a:pt x="310" y="689"/>
                  </a:lnTo>
                  <a:lnTo>
                    <a:pt x="290" y="715"/>
                  </a:lnTo>
                  <a:lnTo>
                    <a:pt x="275" y="738"/>
                  </a:lnTo>
                  <a:lnTo>
                    <a:pt x="262" y="757"/>
                  </a:lnTo>
                  <a:lnTo>
                    <a:pt x="252" y="773"/>
                  </a:lnTo>
                  <a:lnTo>
                    <a:pt x="245" y="786"/>
                  </a:lnTo>
                  <a:lnTo>
                    <a:pt x="240" y="792"/>
                  </a:lnTo>
                  <a:lnTo>
                    <a:pt x="238" y="795"/>
                  </a:lnTo>
                  <a:lnTo>
                    <a:pt x="191" y="738"/>
                  </a:lnTo>
                  <a:lnTo>
                    <a:pt x="149" y="677"/>
                  </a:lnTo>
                  <a:lnTo>
                    <a:pt x="111" y="612"/>
                  </a:lnTo>
                  <a:lnTo>
                    <a:pt x="78" y="544"/>
                  </a:lnTo>
                  <a:lnTo>
                    <a:pt x="51" y="473"/>
                  </a:lnTo>
                  <a:lnTo>
                    <a:pt x="29" y="399"/>
                  </a:lnTo>
                  <a:lnTo>
                    <a:pt x="13" y="324"/>
                  </a:lnTo>
                  <a:lnTo>
                    <a:pt x="3" y="245"/>
                  </a:lnTo>
                  <a:lnTo>
                    <a:pt x="0" y="165"/>
                  </a:lnTo>
                  <a:lnTo>
                    <a:pt x="1" y="135"/>
                  </a:lnTo>
                  <a:lnTo>
                    <a:pt x="8" y="135"/>
                  </a:lnTo>
                  <a:lnTo>
                    <a:pt x="23" y="135"/>
                  </a:lnTo>
                  <a:lnTo>
                    <a:pt x="45" y="135"/>
                  </a:lnTo>
                  <a:lnTo>
                    <a:pt x="73" y="135"/>
                  </a:lnTo>
                  <a:lnTo>
                    <a:pt x="109" y="134"/>
                  </a:lnTo>
                  <a:lnTo>
                    <a:pt x="150" y="133"/>
                  </a:lnTo>
                  <a:lnTo>
                    <a:pt x="197" y="131"/>
                  </a:lnTo>
                  <a:lnTo>
                    <a:pt x="249" y="128"/>
                  </a:lnTo>
                  <a:lnTo>
                    <a:pt x="305" y="122"/>
                  </a:lnTo>
                  <a:lnTo>
                    <a:pt x="366" y="117"/>
                  </a:lnTo>
                  <a:lnTo>
                    <a:pt x="432" y="109"/>
                  </a:lnTo>
                  <a:lnTo>
                    <a:pt x="500" y="100"/>
                  </a:lnTo>
                  <a:lnTo>
                    <a:pt x="572" y="89"/>
                  </a:lnTo>
                  <a:lnTo>
                    <a:pt x="646" y="76"/>
                  </a:lnTo>
                  <a:lnTo>
                    <a:pt x="722" y="62"/>
                  </a:lnTo>
                  <a:lnTo>
                    <a:pt x="799" y="44"/>
                  </a:lnTo>
                  <a:lnTo>
                    <a:pt x="878" y="23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5843588" y="3170238"/>
              <a:ext cx="501654" cy="507999"/>
            </a:xfrm>
            <a:custGeom>
              <a:rect b="b" l="l" r="r" t="t"/>
              <a:pathLst>
                <a:path extrusionOk="0" h="3518" w="3474">
                  <a:moveTo>
                    <a:pt x="1738" y="655"/>
                  </a:moveTo>
                  <a:lnTo>
                    <a:pt x="1664" y="657"/>
                  </a:lnTo>
                  <a:lnTo>
                    <a:pt x="1590" y="665"/>
                  </a:lnTo>
                  <a:lnTo>
                    <a:pt x="1518" y="677"/>
                  </a:lnTo>
                  <a:lnTo>
                    <a:pt x="1447" y="694"/>
                  </a:lnTo>
                  <a:lnTo>
                    <a:pt x="1379" y="715"/>
                  </a:lnTo>
                  <a:lnTo>
                    <a:pt x="1313" y="742"/>
                  </a:lnTo>
                  <a:lnTo>
                    <a:pt x="1249" y="771"/>
                  </a:lnTo>
                  <a:lnTo>
                    <a:pt x="1187" y="805"/>
                  </a:lnTo>
                  <a:lnTo>
                    <a:pt x="1127" y="843"/>
                  </a:lnTo>
                  <a:lnTo>
                    <a:pt x="1070" y="885"/>
                  </a:lnTo>
                  <a:lnTo>
                    <a:pt x="1017" y="930"/>
                  </a:lnTo>
                  <a:lnTo>
                    <a:pt x="966" y="978"/>
                  </a:lnTo>
                  <a:lnTo>
                    <a:pt x="918" y="1030"/>
                  </a:lnTo>
                  <a:lnTo>
                    <a:pt x="874" y="1085"/>
                  </a:lnTo>
                  <a:lnTo>
                    <a:pt x="832" y="1142"/>
                  </a:lnTo>
                  <a:lnTo>
                    <a:pt x="795" y="1201"/>
                  </a:lnTo>
                  <a:lnTo>
                    <a:pt x="762" y="1264"/>
                  </a:lnTo>
                  <a:lnTo>
                    <a:pt x="732" y="1329"/>
                  </a:lnTo>
                  <a:lnTo>
                    <a:pt x="706" y="1397"/>
                  </a:lnTo>
                  <a:lnTo>
                    <a:pt x="685" y="1467"/>
                  </a:lnTo>
                  <a:lnTo>
                    <a:pt x="668" y="1537"/>
                  </a:lnTo>
                  <a:lnTo>
                    <a:pt x="656" y="1610"/>
                  </a:lnTo>
                  <a:lnTo>
                    <a:pt x="649" y="1684"/>
                  </a:lnTo>
                  <a:lnTo>
                    <a:pt x="646" y="1759"/>
                  </a:lnTo>
                  <a:lnTo>
                    <a:pt x="649" y="1834"/>
                  </a:lnTo>
                  <a:lnTo>
                    <a:pt x="656" y="1909"/>
                  </a:lnTo>
                  <a:lnTo>
                    <a:pt x="668" y="1981"/>
                  </a:lnTo>
                  <a:lnTo>
                    <a:pt x="685" y="2052"/>
                  </a:lnTo>
                  <a:lnTo>
                    <a:pt x="706" y="2121"/>
                  </a:lnTo>
                  <a:lnTo>
                    <a:pt x="732" y="2189"/>
                  </a:lnTo>
                  <a:lnTo>
                    <a:pt x="762" y="2254"/>
                  </a:lnTo>
                  <a:lnTo>
                    <a:pt x="795" y="2317"/>
                  </a:lnTo>
                  <a:lnTo>
                    <a:pt x="832" y="2377"/>
                  </a:lnTo>
                  <a:lnTo>
                    <a:pt x="874" y="2435"/>
                  </a:lnTo>
                  <a:lnTo>
                    <a:pt x="918" y="2488"/>
                  </a:lnTo>
                  <a:lnTo>
                    <a:pt x="966" y="2540"/>
                  </a:lnTo>
                  <a:lnTo>
                    <a:pt x="1017" y="2589"/>
                  </a:lnTo>
                  <a:lnTo>
                    <a:pt x="1070" y="2634"/>
                  </a:lnTo>
                  <a:lnTo>
                    <a:pt x="1127" y="2675"/>
                  </a:lnTo>
                  <a:lnTo>
                    <a:pt x="1187" y="2713"/>
                  </a:lnTo>
                  <a:lnTo>
                    <a:pt x="1249" y="2747"/>
                  </a:lnTo>
                  <a:lnTo>
                    <a:pt x="1313" y="2777"/>
                  </a:lnTo>
                  <a:lnTo>
                    <a:pt x="1379" y="2803"/>
                  </a:lnTo>
                  <a:lnTo>
                    <a:pt x="1447" y="2824"/>
                  </a:lnTo>
                  <a:lnTo>
                    <a:pt x="1518" y="2842"/>
                  </a:lnTo>
                  <a:lnTo>
                    <a:pt x="1590" y="2854"/>
                  </a:lnTo>
                  <a:lnTo>
                    <a:pt x="1664" y="2861"/>
                  </a:lnTo>
                  <a:lnTo>
                    <a:pt x="1738" y="2864"/>
                  </a:lnTo>
                  <a:lnTo>
                    <a:pt x="1811" y="2861"/>
                  </a:lnTo>
                  <a:lnTo>
                    <a:pt x="1884" y="2854"/>
                  </a:lnTo>
                  <a:lnTo>
                    <a:pt x="1957" y="2842"/>
                  </a:lnTo>
                  <a:lnTo>
                    <a:pt x="2027" y="2824"/>
                  </a:lnTo>
                  <a:lnTo>
                    <a:pt x="2095" y="2803"/>
                  </a:lnTo>
                  <a:lnTo>
                    <a:pt x="2162" y="2777"/>
                  </a:lnTo>
                  <a:lnTo>
                    <a:pt x="2227" y="2747"/>
                  </a:lnTo>
                  <a:lnTo>
                    <a:pt x="2287" y="2713"/>
                  </a:lnTo>
                  <a:lnTo>
                    <a:pt x="2347" y="2675"/>
                  </a:lnTo>
                  <a:lnTo>
                    <a:pt x="2404" y="2634"/>
                  </a:lnTo>
                  <a:lnTo>
                    <a:pt x="2458" y="2589"/>
                  </a:lnTo>
                  <a:lnTo>
                    <a:pt x="2509" y="2540"/>
                  </a:lnTo>
                  <a:lnTo>
                    <a:pt x="2557" y="2488"/>
                  </a:lnTo>
                  <a:lnTo>
                    <a:pt x="2601" y="2435"/>
                  </a:lnTo>
                  <a:lnTo>
                    <a:pt x="2642" y="2377"/>
                  </a:lnTo>
                  <a:lnTo>
                    <a:pt x="2680" y="2317"/>
                  </a:lnTo>
                  <a:lnTo>
                    <a:pt x="2713" y="2254"/>
                  </a:lnTo>
                  <a:lnTo>
                    <a:pt x="2743" y="2189"/>
                  </a:lnTo>
                  <a:lnTo>
                    <a:pt x="2769" y="2121"/>
                  </a:lnTo>
                  <a:lnTo>
                    <a:pt x="2789" y="2052"/>
                  </a:lnTo>
                  <a:lnTo>
                    <a:pt x="2806" y="1981"/>
                  </a:lnTo>
                  <a:lnTo>
                    <a:pt x="2819" y="1908"/>
                  </a:lnTo>
                  <a:lnTo>
                    <a:pt x="2826" y="1834"/>
                  </a:lnTo>
                  <a:lnTo>
                    <a:pt x="2829" y="1759"/>
                  </a:lnTo>
                  <a:lnTo>
                    <a:pt x="2826" y="1684"/>
                  </a:lnTo>
                  <a:lnTo>
                    <a:pt x="2819" y="1610"/>
                  </a:lnTo>
                  <a:lnTo>
                    <a:pt x="2806" y="1537"/>
                  </a:lnTo>
                  <a:lnTo>
                    <a:pt x="2789" y="1467"/>
                  </a:lnTo>
                  <a:lnTo>
                    <a:pt x="2769" y="1397"/>
                  </a:lnTo>
                  <a:lnTo>
                    <a:pt x="2743" y="1329"/>
                  </a:lnTo>
                  <a:lnTo>
                    <a:pt x="2713" y="1264"/>
                  </a:lnTo>
                  <a:lnTo>
                    <a:pt x="2680" y="1201"/>
                  </a:lnTo>
                  <a:lnTo>
                    <a:pt x="2642" y="1142"/>
                  </a:lnTo>
                  <a:lnTo>
                    <a:pt x="2601" y="1084"/>
                  </a:lnTo>
                  <a:lnTo>
                    <a:pt x="2557" y="1030"/>
                  </a:lnTo>
                  <a:lnTo>
                    <a:pt x="2509" y="978"/>
                  </a:lnTo>
                  <a:lnTo>
                    <a:pt x="2458" y="930"/>
                  </a:lnTo>
                  <a:lnTo>
                    <a:pt x="2404" y="885"/>
                  </a:lnTo>
                  <a:lnTo>
                    <a:pt x="2347" y="843"/>
                  </a:lnTo>
                  <a:lnTo>
                    <a:pt x="2287" y="805"/>
                  </a:lnTo>
                  <a:lnTo>
                    <a:pt x="2227" y="771"/>
                  </a:lnTo>
                  <a:lnTo>
                    <a:pt x="2162" y="742"/>
                  </a:lnTo>
                  <a:lnTo>
                    <a:pt x="2095" y="715"/>
                  </a:lnTo>
                  <a:lnTo>
                    <a:pt x="2027" y="694"/>
                  </a:lnTo>
                  <a:lnTo>
                    <a:pt x="1957" y="677"/>
                  </a:lnTo>
                  <a:lnTo>
                    <a:pt x="1884" y="665"/>
                  </a:lnTo>
                  <a:lnTo>
                    <a:pt x="1811" y="657"/>
                  </a:lnTo>
                  <a:lnTo>
                    <a:pt x="1738" y="655"/>
                  </a:lnTo>
                  <a:close/>
                  <a:moveTo>
                    <a:pt x="1738" y="0"/>
                  </a:moveTo>
                  <a:lnTo>
                    <a:pt x="1847" y="5"/>
                  </a:lnTo>
                  <a:lnTo>
                    <a:pt x="1955" y="15"/>
                  </a:lnTo>
                  <a:lnTo>
                    <a:pt x="2060" y="31"/>
                  </a:lnTo>
                  <a:lnTo>
                    <a:pt x="2165" y="54"/>
                  </a:lnTo>
                  <a:lnTo>
                    <a:pt x="2266" y="84"/>
                  </a:lnTo>
                  <a:lnTo>
                    <a:pt x="2365" y="119"/>
                  </a:lnTo>
                  <a:lnTo>
                    <a:pt x="2460" y="161"/>
                  </a:lnTo>
                  <a:lnTo>
                    <a:pt x="2554" y="207"/>
                  </a:lnTo>
                  <a:lnTo>
                    <a:pt x="2643" y="259"/>
                  </a:lnTo>
                  <a:lnTo>
                    <a:pt x="2729" y="316"/>
                  </a:lnTo>
                  <a:lnTo>
                    <a:pt x="2811" y="379"/>
                  </a:lnTo>
                  <a:lnTo>
                    <a:pt x="2890" y="445"/>
                  </a:lnTo>
                  <a:lnTo>
                    <a:pt x="2965" y="516"/>
                  </a:lnTo>
                  <a:lnTo>
                    <a:pt x="3035" y="592"/>
                  </a:lnTo>
                  <a:lnTo>
                    <a:pt x="3101" y="671"/>
                  </a:lnTo>
                  <a:lnTo>
                    <a:pt x="3163" y="755"/>
                  </a:lnTo>
                  <a:lnTo>
                    <a:pt x="3220" y="843"/>
                  </a:lnTo>
                  <a:lnTo>
                    <a:pt x="3271" y="933"/>
                  </a:lnTo>
                  <a:lnTo>
                    <a:pt x="3316" y="1028"/>
                  </a:lnTo>
                  <a:lnTo>
                    <a:pt x="3358" y="1124"/>
                  </a:lnTo>
                  <a:lnTo>
                    <a:pt x="3393" y="1225"/>
                  </a:lnTo>
                  <a:lnTo>
                    <a:pt x="3422" y="1327"/>
                  </a:lnTo>
                  <a:lnTo>
                    <a:pt x="3445" y="1431"/>
                  </a:lnTo>
                  <a:lnTo>
                    <a:pt x="3461" y="1539"/>
                  </a:lnTo>
                  <a:lnTo>
                    <a:pt x="3471" y="1648"/>
                  </a:lnTo>
                  <a:lnTo>
                    <a:pt x="3474" y="1759"/>
                  </a:lnTo>
                  <a:lnTo>
                    <a:pt x="3471" y="1870"/>
                  </a:lnTo>
                  <a:lnTo>
                    <a:pt x="3461" y="1979"/>
                  </a:lnTo>
                  <a:lnTo>
                    <a:pt x="3445" y="2087"/>
                  </a:lnTo>
                  <a:lnTo>
                    <a:pt x="3422" y="2191"/>
                  </a:lnTo>
                  <a:lnTo>
                    <a:pt x="3393" y="2294"/>
                  </a:lnTo>
                  <a:lnTo>
                    <a:pt x="3358" y="2394"/>
                  </a:lnTo>
                  <a:lnTo>
                    <a:pt x="3316" y="2491"/>
                  </a:lnTo>
                  <a:lnTo>
                    <a:pt x="3271" y="2585"/>
                  </a:lnTo>
                  <a:lnTo>
                    <a:pt x="3220" y="2675"/>
                  </a:lnTo>
                  <a:lnTo>
                    <a:pt x="3163" y="2763"/>
                  </a:lnTo>
                  <a:lnTo>
                    <a:pt x="3101" y="2847"/>
                  </a:lnTo>
                  <a:lnTo>
                    <a:pt x="3035" y="2926"/>
                  </a:lnTo>
                  <a:lnTo>
                    <a:pt x="2965" y="3002"/>
                  </a:lnTo>
                  <a:lnTo>
                    <a:pt x="2890" y="3074"/>
                  </a:lnTo>
                  <a:lnTo>
                    <a:pt x="2811" y="3140"/>
                  </a:lnTo>
                  <a:lnTo>
                    <a:pt x="2729" y="3202"/>
                  </a:lnTo>
                  <a:lnTo>
                    <a:pt x="2643" y="3260"/>
                  </a:lnTo>
                  <a:lnTo>
                    <a:pt x="2554" y="3311"/>
                  </a:lnTo>
                  <a:lnTo>
                    <a:pt x="2460" y="3357"/>
                  </a:lnTo>
                  <a:lnTo>
                    <a:pt x="2365" y="3399"/>
                  </a:lnTo>
                  <a:lnTo>
                    <a:pt x="2266" y="3434"/>
                  </a:lnTo>
                  <a:lnTo>
                    <a:pt x="2165" y="3464"/>
                  </a:lnTo>
                  <a:lnTo>
                    <a:pt x="2060" y="3487"/>
                  </a:lnTo>
                  <a:lnTo>
                    <a:pt x="1955" y="3504"/>
                  </a:lnTo>
                  <a:lnTo>
                    <a:pt x="1847" y="3514"/>
                  </a:lnTo>
                  <a:lnTo>
                    <a:pt x="1738" y="3518"/>
                  </a:lnTo>
                  <a:lnTo>
                    <a:pt x="1628" y="3514"/>
                  </a:lnTo>
                  <a:lnTo>
                    <a:pt x="1519" y="3504"/>
                  </a:lnTo>
                  <a:lnTo>
                    <a:pt x="1414" y="3487"/>
                  </a:lnTo>
                  <a:lnTo>
                    <a:pt x="1310" y="3464"/>
                  </a:lnTo>
                  <a:lnTo>
                    <a:pt x="1208" y="3434"/>
                  </a:lnTo>
                  <a:lnTo>
                    <a:pt x="1110" y="3399"/>
                  </a:lnTo>
                  <a:lnTo>
                    <a:pt x="1014" y="3357"/>
                  </a:lnTo>
                  <a:lnTo>
                    <a:pt x="921" y="3311"/>
                  </a:lnTo>
                  <a:lnTo>
                    <a:pt x="831" y="3260"/>
                  </a:lnTo>
                  <a:lnTo>
                    <a:pt x="745" y="3202"/>
                  </a:lnTo>
                  <a:lnTo>
                    <a:pt x="663" y="3140"/>
                  </a:lnTo>
                  <a:lnTo>
                    <a:pt x="585" y="3074"/>
                  </a:lnTo>
                  <a:lnTo>
                    <a:pt x="510" y="3002"/>
                  </a:lnTo>
                  <a:lnTo>
                    <a:pt x="439" y="2926"/>
                  </a:lnTo>
                  <a:lnTo>
                    <a:pt x="373" y="2847"/>
                  </a:lnTo>
                  <a:lnTo>
                    <a:pt x="312" y="2763"/>
                  </a:lnTo>
                  <a:lnTo>
                    <a:pt x="255" y="2675"/>
                  </a:lnTo>
                  <a:lnTo>
                    <a:pt x="204" y="2585"/>
                  </a:lnTo>
                  <a:lnTo>
                    <a:pt x="157" y="2491"/>
                  </a:lnTo>
                  <a:lnTo>
                    <a:pt x="117" y="2394"/>
                  </a:lnTo>
                  <a:lnTo>
                    <a:pt x="83" y="2294"/>
                  </a:lnTo>
                  <a:lnTo>
                    <a:pt x="53" y="2191"/>
                  </a:lnTo>
                  <a:lnTo>
                    <a:pt x="30" y="2087"/>
                  </a:lnTo>
                  <a:lnTo>
                    <a:pt x="14" y="1979"/>
                  </a:lnTo>
                  <a:lnTo>
                    <a:pt x="3" y="1870"/>
                  </a:lnTo>
                  <a:lnTo>
                    <a:pt x="0" y="1759"/>
                  </a:lnTo>
                  <a:lnTo>
                    <a:pt x="3" y="1648"/>
                  </a:lnTo>
                  <a:lnTo>
                    <a:pt x="14" y="1539"/>
                  </a:lnTo>
                  <a:lnTo>
                    <a:pt x="30" y="1431"/>
                  </a:lnTo>
                  <a:lnTo>
                    <a:pt x="53" y="1327"/>
                  </a:lnTo>
                  <a:lnTo>
                    <a:pt x="83" y="1225"/>
                  </a:lnTo>
                  <a:lnTo>
                    <a:pt x="117" y="1124"/>
                  </a:lnTo>
                  <a:lnTo>
                    <a:pt x="157" y="1028"/>
                  </a:lnTo>
                  <a:lnTo>
                    <a:pt x="204" y="933"/>
                  </a:lnTo>
                  <a:lnTo>
                    <a:pt x="255" y="843"/>
                  </a:lnTo>
                  <a:lnTo>
                    <a:pt x="312" y="755"/>
                  </a:lnTo>
                  <a:lnTo>
                    <a:pt x="373" y="671"/>
                  </a:lnTo>
                  <a:lnTo>
                    <a:pt x="439" y="592"/>
                  </a:lnTo>
                  <a:lnTo>
                    <a:pt x="510" y="516"/>
                  </a:lnTo>
                  <a:lnTo>
                    <a:pt x="585" y="445"/>
                  </a:lnTo>
                  <a:lnTo>
                    <a:pt x="663" y="379"/>
                  </a:lnTo>
                  <a:lnTo>
                    <a:pt x="745" y="316"/>
                  </a:lnTo>
                  <a:lnTo>
                    <a:pt x="831" y="259"/>
                  </a:lnTo>
                  <a:lnTo>
                    <a:pt x="921" y="207"/>
                  </a:lnTo>
                  <a:lnTo>
                    <a:pt x="1014" y="161"/>
                  </a:lnTo>
                  <a:lnTo>
                    <a:pt x="1110" y="119"/>
                  </a:lnTo>
                  <a:lnTo>
                    <a:pt x="1208" y="84"/>
                  </a:lnTo>
                  <a:lnTo>
                    <a:pt x="1310" y="54"/>
                  </a:lnTo>
                  <a:lnTo>
                    <a:pt x="1414" y="31"/>
                  </a:lnTo>
                  <a:lnTo>
                    <a:pt x="1519" y="15"/>
                  </a:lnTo>
                  <a:lnTo>
                    <a:pt x="1628" y="5"/>
                  </a:lnTo>
                  <a:lnTo>
                    <a:pt x="1738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6143626" y="3438526"/>
              <a:ext cx="82550" cy="98425"/>
            </a:xfrm>
            <a:custGeom>
              <a:rect b="b" l="l" r="r" t="t"/>
              <a:pathLst>
                <a:path extrusionOk="0" h="688" w="580">
                  <a:moveTo>
                    <a:pt x="173" y="0"/>
                  </a:moveTo>
                  <a:lnTo>
                    <a:pt x="228" y="0"/>
                  </a:lnTo>
                  <a:lnTo>
                    <a:pt x="280" y="3"/>
                  </a:lnTo>
                  <a:lnTo>
                    <a:pt x="329" y="6"/>
                  </a:lnTo>
                  <a:lnTo>
                    <a:pt x="374" y="12"/>
                  </a:lnTo>
                  <a:lnTo>
                    <a:pt x="416" y="18"/>
                  </a:lnTo>
                  <a:lnTo>
                    <a:pt x="454" y="25"/>
                  </a:lnTo>
                  <a:lnTo>
                    <a:pt x="489" y="32"/>
                  </a:lnTo>
                  <a:lnTo>
                    <a:pt x="517" y="38"/>
                  </a:lnTo>
                  <a:lnTo>
                    <a:pt x="542" y="45"/>
                  </a:lnTo>
                  <a:lnTo>
                    <a:pt x="560" y="50"/>
                  </a:lnTo>
                  <a:lnTo>
                    <a:pt x="573" y="54"/>
                  </a:lnTo>
                  <a:lnTo>
                    <a:pt x="580" y="56"/>
                  </a:lnTo>
                  <a:lnTo>
                    <a:pt x="565" y="134"/>
                  </a:lnTo>
                  <a:lnTo>
                    <a:pt x="543" y="209"/>
                  </a:lnTo>
                  <a:lnTo>
                    <a:pt x="516" y="281"/>
                  </a:lnTo>
                  <a:lnTo>
                    <a:pt x="482" y="351"/>
                  </a:lnTo>
                  <a:lnTo>
                    <a:pt x="444" y="418"/>
                  </a:lnTo>
                  <a:lnTo>
                    <a:pt x="399" y="480"/>
                  </a:lnTo>
                  <a:lnTo>
                    <a:pt x="352" y="539"/>
                  </a:lnTo>
                  <a:lnTo>
                    <a:pt x="298" y="593"/>
                  </a:lnTo>
                  <a:lnTo>
                    <a:pt x="242" y="643"/>
                  </a:lnTo>
                  <a:lnTo>
                    <a:pt x="181" y="688"/>
                  </a:lnTo>
                  <a:lnTo>
                    <a:pt x="178" y="673"/>
                  </a:lnTo>
                  <a:lnTo>
                    <a:pt x="174" y="651"/>
                  </a:lnTo>
                  <a:lnTo>
                    <a:pt x="169" y="623"/>
                  </a:lnTo>
                  <a:lnTo>
                    <a:pt x="163" y="589"/>
                  </a:lnTo>
                  <a:lnTo>
                    <a:pt x="154" y="551"/>
                  </a:lnTo>
                  <a:lnTo>
                    <a:pt x="144" y="507"/>
                  </a:lnTo>
                  <a:lnTo>
                    <a:pt x="132" y="458"/>
                  </a:lnTo>
                  <a:lnTo>
                    <a:pt x="119" y="404"/>
                  </a:lnTo>
                  <a:lnTo>
                    <a:pt x="104" y="348"/>
                  </a:lnTo>
                  <a:lnTo>
                    <a:pt x="88" y="287"/>
                  </a:lnTo>
                  <a:lnTo>
                    <a:pt x="69" y="223"/>
                  </a:lnTo>
                  <a:lnTo>
                    <a:pt x="47" y="156"/>
                  </a:lnTo>
                  <a:lnTo>
                    <a:pt x="25" y="87"/>
                  </a:lnTo>
                  <a:lnTo>
                    <a:pt x="0" y="15"/>
                  </a:lnTo>
                  <a:lnTo>
                    <a:pt x="59" y="7"/>
                  </a:lnTo>
                  <a:lnTo>
                    <a:pt x="117" y="2"/>
                  </a:lnTo>
                  <a:lnTo>
                    <a:pt x="173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6122988" y="3338513"/>
              <a:ext cx="106363" cy="84139"/>
            </a:xfrm>
            <a:custGeom>
              <a:rect b="b" l="l" r="r" t="t"/>
              <a:pathLst>
                <a:path extrusionOk="0" h="589" w="732">
                  <a:moveTo>
                    <a:pt x="520" y="0"/>
                  </a:moveTo>
                  <a:lnTo>
                    <a:pt x="561" y="55"/>
                  </a:lnTo>
                  <a:lnTo>
                    <a:pt x="599" y="113"/>
                  </a:lnTo>
                  <a:lnTo>
                    <a:pt x="633" y="175"/>
                  </a:lnTo>
                  <a:lnTo>
                    <a:pt x="661" y="238"/>
                  </a:lnTo>
                  <a:lnTo>
                    <a:pt x="686" y="304"/>
                  </a:lnTo>
                  <a:lnTo>
                    <a:pt x="705" y="373"/>
                  </a:lnTo>
                  <a:lnTo>
                    <a:pt x="720" y="443"/>
                  </a:lnTo>
                  <a:lnTo>
                    <a:pt x="729" y="516"/>
                  </a:lnTo>
                  <a:lnTo>
                    <a:pt x="732" y="589"/>
                  </a:lnTo>
                  <a:lnTo>
                    <a:pt x="726" y="588"/>
                  </a:lnTo>
                  <a:lnTo>
                    <a:pt x="713" y="586"/>
                  </a:lnTo>
                  <a:lnTo>
                    <a:pt x="695" y="583"/>
                  </a:lnTo>
                  <a:lnTo>
                    <a:pt x="670" y="578"/>
                  </a:lnTo>
                  <a:lnTo>
                    <a:pt x="639" y="573"/>
                  </a:lnTo>
                  <a:lnTo>
                    <a:pt x="605" y="568"/>
                  </a:lnTo>
                  <a:lnTo>
                    <a:pt x="566" y="563"/>
                  </a:lnTo>
                  <a:lnTo>
                    <a:pt x="522" y="558"/>
                  </a:lnTo>
                  <a:lnTo>
                    <a:pt x="475" y="554"/>
                  </a:lnTo>
                  <a:lnTo>
                    <a:pt x="425" y="550"/>
                  </a:lnTo>
                  <a:lnTo>
                    <a:pt x="372" y="547"/>
                  </a:lnTo>
                  <a:lnTo>
                    <a:pt x="318" y="546"/>
                  </a:lnTo>
                  <a:lnTo>
                    <a:pt x="260" y="546"/>
                  </a:lnTo>
                  <a:lnTo>
                    <a:pt x="201" y="549"/>
                  </a:lnTo>
                  <a:lnTo>
                    <a:pt x="143" y="553"/>
                  </a:lnTo>
                  <a:lnTo>
                    <a:pt x="83" y="558"/>
                  </a:lnTo>
                  <a:lnTo>
                    <a:pt x="62" y="510"/>
                  </a:lnTo>
                  <a:lnTo>
                    <a:pt x="33" y="441"/>
                  </a:lnTo>
                  <a:lnTo>
                    <a:pt x="0" y="374"/>
                  </a:lnTo>
                  <a:lnTo>
                    <a:pt x="67" y="344"/>
                  </a:lnTo>
                  <a:lnTo>
                    <a:pt x="129" y="313"/>
                  </a:lnTo>
                  <a:lnTo>
                    <a:pt x="185" y="282"/>
                  </a:lnTo>
                  <a:lnTo>
                    <a:pt x="237" y="252"/>
                  </a:lnTo>
                  <a:lnTo>
                    <a:pt x="284" y="220"/>
                  </a:lnTo>
                  <a:lnTo>
                    <a:pt x="326" y="189"/>
                  </a:lnTo>
                  <a:lnTo>
                    <a:pt x="364" y="159"/>
                  </a:lnTo>
                  <a:lnTo>
                    <a:pt x="398" y="131"/>
                  </a:lnTo>
                  <a:lnTo>
                    <a:pt x="426" y="104"/>
                  </a:lnTo>
                  <a:lnTo>
                    <a:pt x="451" y="79"/>
                  </a:lnTo>
                  <a:lnTo>
                    <a:pt x="473" y="57"/>
                  </a:lnTo>
                  <a:lnTo>
                    <a:pt x="489" y="38"/>
                  </a:lnTo>
                  <a:lnTo>
                    <a:pt x="502" y="23"/>
                  </a:lnTo>
                  <a:lnTo>
                    <a:pt x="512" y="11"/>
                  </a:lnTo>
                  <a:lnTo>
                    <a:pt x="518" y="3"/>
                  </a:lnTo>
                  <a:lnTo>
                    <a:pt x="520" y="0"/>
                  </a:lnTo>
                  <a:close/>
                </a:path>
              </a:pathLst>
            </a:custGeom>
            <a:solidFill>
              <a:srgbClr val="3A38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1" name="Google Shape;281;p22"/>
          <p:cNvPicPr preferRelativeResize="0"/>
          <p:nvPr/>
        </p:nvPicPr>
        <p:blipFill rotWithShape="1">
          <a:blip r:embed="rId4">
            <a:alphaModFix/>
          </a:blip>
          <a:srcRect b="0" l="0" r="12188" t="0"/>
          <a:stretch/>
        </p:blipFill>
        <p:spPr>
          <a:xfrm>
            <a:off x="817450" y="3749267"/>
            <a:ext cx="4043250" cy="2543958"/>
          </a:xfrm>
          <a:prstGeom prst="rect">
            <a:avLst/>
          </a:prstGeom>
          <a:noFill/>
          <a:ln>
            <a:noFill/>
          </a:ln>
          <a:effectLst>
            <a:outerShdw blurRad="1270000" rotWithShape="0" algn="tl" dir="2700000" dist="482600">
              <a:srgbClr val="000000">
                <a:alpha val="298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426189" y="459174"/>
            <a:ext cx="11339623" cy="5939652"/>
          </a:xfrm>
          <a:prstGeom prst="rect">
            <a:avLst/>
          </a:prstGeom>
          <a:solidFill>
            <a:srgbClr val="E5E5E5"/>
          </a:solidFill>
          <a:ln>
            <a:noFill/>
          </a:ln>
          <a:effectLst>
            <a:outerShdw blurRad="1270000" rotWithShape="0" algn="tl" dir="1500000" dist="508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2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715" l="0" r="0" t="10715"/>
          <a:stretch/>
        </p:blipFill>
        <p:spPr>
          <a:xfrm>
            <a:off x="426189" y="459163"/>
            <a:ext cx="11339700" cy="594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/>
          <p:nvPr/>
        </p:nvSpPr>
        <p:spPr>
          <a:xfrm>
            <a:off x="425439" y="459174"/>
            <a:ext cx="7206232" cy="5940425"/>
          </a:xfrm>
          <a:custGeom>
            <a:rect b="b" l="l" r="r" t="t"/>
            <a:pathLst>
              <a:path extrusionOk="0" h="11880850" w="13532830">
                <a:moveTo>
                  <a:pt x="9491822" y="10261211"/>
                </a:moveTo>
                <a:cubicBezTo>
                  <a:pt x="9383341" y="10261211"/>
                  <a:pt x="9295042" y="10353795"/>
                  <a:pt x="9295042" y="10470885"/>
                </a:cubicBezTo>
                <a:cubicBezTo>
                  <a:pt x="9295042" y="10587976"/>
                  <a:pt x="9383341" y="10683282"/>
                  <a:pt x="9491822" y="10683282"/>
                </a:cubicBezTo>
                <a:cubicBezTo>
                  <a:pt x="9491822" y="10683282"/>
                  <a:pt x="9491822" y="10683282"/>
                  <a:pt x="11008039" y="10683282"/>
                </a:cubicBezTo>
                <a:cubicBezTo>
                  <a:pt x="11116520" y="10683282"/>
                  <a:pt x="11204819" y="10587976"/>
                  <a:pt x="11204819" y="10470885"/>
                </a:cubicBezTo>
                <a:cubicBezTo>
                  <a:pt x="11204819" y="10353795"/>
                  <a:pt x="11116520" y="10261211"/>
                  <a:pt x="11008039" y="10261211"/>
                </a:cubicBezTo>
                <a:cubicBezTo>
                  <a:pt x="11008039" y="10261211"/>
                  <a:pt x="11008039" y="10261211"/>
                  <a:pt x="9491822" y="10261211"/>
                </a:cubicBezTo>
                <a:close/>
                <a:moveTo>
                  <a:pt x="11729244" y="1197569"/>
                </a:moveTo>
                <a:cubicBezTo>
                  <a:pt x="13245461" y="1197569"/>
                  <a:pt x="13245461" y="1197569"/>
                  <a:pt x="13245461" y="1197569"/>
                </a:cubicBezTo>
                <a:cubicBezTo>
                  <a:pt x="13353942" y="1197569"/>
                  <a:pt x="13442241" y="1292875"/>
                  <a:pt x="13442241" y="1409966"/>
                </a:cubicBezTo>
                <a:cubicBezTo>
                  <a:pt x="13442241" y="1527056"/>
                  <a:pt x="13353942" y="1619640"/>
                  <a:pt x="13245461" y="1619640"/>
                </a:cubicBezTo>
                <a:cubicBezTo>
                  <a:pt x="11729244" y="1619640"/>
                  <a:pt x="11729244" y="1619640"/>
                  <a:pt x="11729244" y="1619640"/>
                </a:cubicBezTo>
                <a:cubicBezTo>
                  <a:pt x="11620763" y="1619640"/>
                  <a:pt x="11532464" y="1527056"/>
                  <a:pt x="11532464" y="1409966"/>
                </a:cubicBezTo>
                <a:cubicBezTo>
                  <a:pt x="11532464" y="1292875"/>
                  <a:pt x="11620763" y="1197569"/>
                  <a:pt x="11729244" y="1197569"/>
                </a:cubicBezTo>
                <a:close/>
                <a:moveTo>
                  <a:pt x="0" y="0"/>
                </a:moveTo>
                <a:lnTo>
                  <a:pt x="11341100" y="0"/>
                </a:lnTo>
                <a:lnTo>
                  <a:pt x="11341100" y="1848592"/>
                </a:lnTo>
                <a:lnTo>
                  <a:pt x="11518244" y="1848592"/>
                </a:lnTo>
                <a:cubicBezTo>
                  <a:pt x="11708678" y="1848592"/>
                  <a:pt x="11911808" y="1848592"/>
                  <a:pt x="12128480" y="1848592"/>
                </a:cubicBezTo>
                <a:cubicBezTo>
                  <a:pt x="12231853" y="1848592"/>
                  <a:pt x="12315055" y="1938304"/>
                  <a:pt x="12315055" y="2049763"/>
                </a:cubicBezTo>
                <a:cubicBezTo>
                  <a:pt x="12315055" y="2161222"/>
                  <a:pt x="12231853" y="2253651"/>
                  <a:pt x="12128480" y="2253651"/>
                </a:cubicBezTo>
                <a:cubicBezTo>
                  <a:pt x="12128480" y="2253651"/>
                  <a:pt x="12128480" y="2253651"/>
                  <a:pt x="12151172" y="2253651"/>
                </a:cubicBezTo>
                <a:cubicBezTo>
                  <a:pt x="12047800" y="2253651"/>
                  <a:pt x="11964598" y="2343362"/>
                  <a:pt x="11964598" y="2454821"/>
                </a:cubicBezTo>
                <a:cubicBezTo>
                  <a:pt x="11964598" y="2566281"/>
                  <a:pt x="12047800" y="2655991"/>
                  <a:pt x="12151172" y="2655991"/>
                </a:cubicBezTo>
                <a:cubicBezTo>
                  <a:pt x="12151172" y="2655991"/>
                  <a:pt x="12151172" y="2655991"/>
                  <a:pt x="12226810" y="2655991"/>
                </a:cubicBezTo>
                <a:cubicBezTo>
                  <a:pt x="12330182" y="2655991"/>
                  <a:pt x="12413384" y="2748421"/>
                  <a:pt x="12413384" y="2859880"/>
                </a:cubicBezTo>
                <a:cubicBezTo>
                  <a:pt x="12413384" y="2971339"/>
                  <a:pt x="12330182" y="3061051"/>
                  <a:pt x="12226810" y="3061051"/>
                </a:cubicBezTo>
                <a:cubicBezTo>
                  <a:pt x="12226810" y="3061051"/>
                  <a:pt x="12226810" y="3061051"/>
                  <a:pt x="12267151" y="3061051"/>
                </a:cubicBezTo>
                <a:cubicBezTo>
                  <a:pt x="12163778" y="3061051"/>
                  <a:pt x="12080576" y="3150761"/>
                  <a:pt x="12080576" y="3262220"/>
                </a:cubicBezTo>
                <a:cubicBezTo>
                  <a:pt x="12080576" y="3373681"/>
                  <a:pt x="12163778" y="3466109"/>
                  <a:pt x="12267151" y="3466109"/>
                </a:cubicBezTo>
                <a:cubicBezTo>
                  <a:pt x="12267151" y="3466109"/>
                  <a:pt x="12267151" y="3466109"/>
                  <a:pt x="13346256" y="3466109"/>
                </a:cubicBezTo>
                <a:cubicBezTo>
                  <a:pt x="13449628" y="3466109"/>
                  <a:pt x="13532830" y="3555821"/>
                  <a:pt x="13532830" y="3667280"/>
                </a:cubicBezTo>
                <a:cubicBezTo>
                  <a:pt x="13532830" y="3778739"/>
                  <a:pt x="13449628" y="3868450"/>
                  <a:pt x="13346256" y="3868450"/>
                </a:cubicBezTo>
                <a:cubicBezTo>
                  <a:pt x="13346256" y="3868450"/>
                  <a:pt x="13346256" y="3868450"/>
                  <a:pt x="12035193" y="3868450"/>
                </a:cubicBezTo>
                <a:cubicBezTo>
                  <a:pt x="11931821" y="3868450"/>
                  <a:pt x="11846098" y="3960879"/>
                  <a:pt x="11846098" y="4072338"/>
                </a:cubicBezTo>
                <a:cubicBezTo>
                  <a:pt x="11846098" y="4183798"/>
                  <a:pt x="11931821" y="4273509"/>
                  <a:pt x="12035193" y="4273509"/>
                </a:cubicBezTo>
                <a:cubicBezTo>
                  <a:pt x="12035193" y="4273509"/>
                  <a:pt x="12035193" y="4273509"/>
                  <a:pt x="12597437" y="4273509"/>
                </a:cubicBezTo>
                <a:cubicBezTo>
                  <a:pt x="12700810" y="4273509"/>
                  <a:pt x="12784012" y="4363220"/>
                  <a:pt x="12784012" y="4474680"/>
                </a:cubicBezTo>
                <a:cubicBezTo>
                  <a:pt x="12784012" y="4586139"/>
                  <a:pt x="12700810" y="4678569"/>
                  <a:pt x="12597437" y="4678569"/>
                </a:cubicBezTo>
                <a:cubicBezTo>
                  <a:pt x="12597437" y="4678569"/>
                  <a:pt x="12597437" y="4678569"/>
                  <a:pt x="11964598" y="4678569"/>
                </a:cubicBezTo>
                <a:cubicBezTo>
                  <a:pt x="11861225" y="4678569"/>
                  <a:pt x="11775502" y="4768279"/>
                  <a:pt x="11775502" y="4879738"/>
                </a:cubicBezTo>
                <a:cubicBezTo>
                  <a:pt x="11775502" y="4991197"/>
                  <a:pt x="11861225" y="5080908"/>
                  <a:pt x="11964598" y="5080908"/>
                </a:cubicBezTo>
                <a:cubicBezTo>
                  <a:pt x="11964598" y="5080908"/>
                  <a:pt x="11964598" y="5080908"/>
                  <a:pt x="12267151" y="5080908"/>
                </a:cubicBezTo>
                <a:cubicBezTo>
                  <a:pt x="12373044" y="5080908"/>
                  <a:pt x="12456246" y="5173337"/>
                  <a:pt x="12456246" y="5284797"/>
                </a:cubicBezTo>
                <a:cubicBezTo>
                  <a:pt x="12456246" y="5396255"/>
                  <a:pt x="12373044" y="5485967"/>
                  <a:pt x="12267151" y="5485967"/>
                </a:cubicBezTo>
                <a:cubicBezTo>
                  <a:pt x="12267151" y="5485967"/>
                  <a:pt x="12267151" y="5485967"/>
                  <a:pt x="11420776" y="5485967"/>
                </a:cubicBezTo>
                <a:lnTo>
                  <a:pt x="11341100" y="5485967"/>
                </a:lnTo>
                <a:lnTo>
                  <a:pt x="11341100" y="6394884"/>
                </a:lnTo>
                <a:lnTo>
                  <a:pt x="11316507" y="6394884"/>
                </a:lnTo>
                <a:cubicBezTo>
                  <a:pt x="10470132" y="6394884"/>
                  <a:pt x="10470132" y="6394884"/>
                  <a:pt x="10470132" y="6394884"/>
                </a:cubicBezTo>
                <a:cubicBezTo>
                  <a:pt x="10364239" y="6394884"/>
                  <a:pt x="10281037" y="6484596"/>
                  <a:pt x="10281037" y="6596054"/>
                </a:cubicBezTo>
                <a:cubicBezTo>
                  <a:pt x="10281037" y="6707514"/>
                  <a:pt x="10364239" y="6799943"/>
                  <a:pt x="10470132" y="6799943"/>
                </a:cubicBezTo>
                <a:cubicBezTo>
                  <a:pt x="10772685" y="6799943"/>
                  <a:pt x="10772685" y="6799943"/>
                  <a:pt x="10772685" y="6799943"/>
                </a:cubicBezTo>
                <a:cubicBezTo>
                  <a:pt x="10876058" y="6799943"/>
                  <a:pt x="10961781" y="6889654"/>
                  <a:pt x="10961781" y="7001113"/>
                </a:cubicBezTo>
                <a:cubicBezTo>
                  <a:pt x="10961781" y="7112573"/>
                  <a:pt x="10876058" y="7202283"/>
                  <a:pt x="10772685" y="7202283"/>
                </a:cubicBezTo>
                <a:cubicBezTo>
                  <a:pt x="10139846" y="7202283"/>
                  <a:pt x="10139846" y="7202283"/>
                  <a:pt x="10139846" y="7202283"/>
                </a:cubicBezTo>
                <a:cubicBezTo>
                  <a:pt x="10036473" y="7202283"/>
                  <a:pt x="9953271" y="7294713"/>
                  <a:pt x="9953271" y="7406172"/>
                </a:cubicBezTo>
                <a:cubicBezTo>
                  <a:pt x="9953271" y="7517631"/>
                  <a:pt x="10036473" y="7607342"/>
                  <a:pt x="10139846" y="7607342"/>
                </a:cubicBezTo>
                <a:cubicBezTo>
                  <a:pt x="10702090" y="7607342"/>
                  <a:pt x="10702090" y="7607342"/>
                  <a:pt x="10702090" y="7607342"/>
                </a:cubicBezTo>
                <a:cubicBezTo>
                  <a:pt x="10805462" y="7607342"/>
                  <a:pt x="10891185" y="7697053"/>
                  <a:pt x="10891185" y="7808513"/>
                </a:cubicBezTo>
                <a:cubicBezTo>
                  <a:pt x="10891185" y="7919972"/>
                  <a:pt x="10805462" y="8012401"/>
                  <a:pt x="10702090" y="8012401"/>
                </a:cubicBezTo>
                <a:cubicBezTo>
                  <a:pt x="9391027" y="8012401"/>
                  <a:pt x="9391027" y="8012401"/>
                  <a:pt x="9391027" y="8012401"/>
                </a:cubicBezTo>
                <a:cubicBezTo>
                  <a:pt x="9287655" y="8012401"/>
                  <a:pt x="9204453" y="8102112"/>
                  <a:pt x="9204453" y="8213571"/>
                </a:cubicBezTo>
                <a:cubicBezTo>
                  <a:pt x="9204453" y="8325030"/>
                  <a:pt x="9287655" y="8414742"/>
                  <a:pt x="9391027" y="8414742"/>
                </a:cubicBezTo>
                <a:cubicBezTo>
                  <a:pt x="10470132" y="8414742"/>
                  <a:pt x="10470132" y="8414742"/>
                  <a:pt x="10470132" y="8414742"/>
                </a:cubicBezTo>
                <a:cubicBezTo>
                  <a:pt x="10573505" y="8414742"/>
                  <a:pt x="10656707" y="8507171"/>
                  <a:pt x="10656707" y="8618631"/>
                </a:cubicBezTo>
                <a:cubicBezTo>
                  <a:pt x="10656707" y="8730090"/>
                  <a:pt x="10573505" y="8819800"/>
                  <a:pt x="10470132" y="8819800"/>
                </a:cubicBezTo>
                <a:cubicBezTo>
                  <a:pt x="10510473" y="8819800"/>
                  <a:pt x="10510473" y="8819800"/>
                  <a:pt x="10510473" y="8819800"/>
                </a:cubicBezTo>
                <a:cubicBezTo>
                  <a:pt x="10407101" y="8819800"/>
                  <a:pt x="10323899" y="8909512"/>
                  <a:pt x="10323899" y="9020971"/>
                </a:cubicBezTo>
                <a:cubicBezTo>
                  <a:pt x="10323899" y="9132430"/>
                  <a:pt x="10407101" y="9224860"/>
                  <a:pt x="10510473" y="9224860"/>
                </a:cubicBezTo>
                <a:cubicBezTo>
                  <a:pt x="10586111" y="9224860"/>
                  <a:pt x="10586111" y="9224860"/>
                  <a:pt x="10586111" y="9224860"/>
                </a:cubicBezTo>
                <a:cubicBezTo>
                  <a:pt x="10689483" y="9224860"/>
                  <a:pt x="10772685" y="9314570"/>
                  <a:pt x="10772685" y="9426030"/>
                </a:cubicBezTo>
                <a:cubicBezTo>
                  <a:pt x="10772685" y="9537489"/>
                  <a:pt x="10689483" y="9627200"/>
                  <a:pt x="10586111" y="9627200"/>
                </a:cubicBezTo>
                <a:cubicBezTo>
                  <a:pt x="10608803" y="9627200"/>
                  <a:pt x="10608803" y="9627200"/>
                  <a:pt x="10608803" y="9627200"/>
                </a:cubicBezTo>
                <a:cubicBezTo>
                  <a:pt x="10505430" y="9627200"/>
                  <a:pt x="10422228" y="9719629"/>
                  <a:pt x="10422228" y="9831088"/>
                </a:cubicBezTo>
                <a:cubicBezTo>
                  <a:pt x="10422228" y="9942547"/>
                  <a:pt x="10505430" y="10032259"/>
                  <a:pt x="10608803" y="10032259"/>
                </a:cubicBezTo>
                <a:cubicBezTo>
                  <a:pt x="10825475" y="10032259"/>
                  <a:pt x="11028605" y="10032259"/>
                  <a:pt x="11219039" y="10032259"/>
                </a:cubicBezTo>
                <a:lnTo>
                  <a:pt x="11341100" y="10032259"/>
                </a:lnTo>
                <a:lnTo>
                  <a:pt x="11341100" y="11880850"/>
                </a:lnTo>
                <a:lnTo>
                  <a:pt x="0" y="11880850"/>
                </a:lnTo>
                <a:close/>
              </a:path>
            </a:pathLst>
          </a:custGeom>
          <a:solidFill>
            <a:schemeClr val="lt1">
              <a:alpha val="80000"/>
            </a:schemeClr>
          </a:solidFill>
          <a:ln>
            <a:noFill/>
          </a:ln>
          <a:effectLst>
            <a:outerShdw blurRad="1270000" rotWithShape="0" algn="tl" dir="1500000" dist="508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-1306115" y="1829008"/>
            <a:ext cx="18473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 txBox="1"/>
          <p:nvPr/>
        </p:nvSpPr>
        <p:spPr>
          <a:xfrm>
            <a:off x="918538" y="798470"/>
            <a:ext cx="4218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Recaptcha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999225" y="3103050"/>
            <a:ext cx="3405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user 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registration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successful captcha validation</a:t>
            </a:r>
            <a:r>
              <a:rPr b="1"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 txBox="1"/>
          <p:nvPr/>
        </p:nvSpPr>
        <p:spPr>
          <a:xfrm>
            <a:off x="918538" y="3534150"/>
            <a:ext cx="409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3" name="Google Shape;293;p23"/>
          <p:cNvPicPr preferRelativeResize="0"/>
          <p:nvPr/>
        </p:nvPicPr>
        <p:blipFill rotWithShape="1">
          <a:blip r:embed="rId4">
            <a:alphaModFix/>
          </a:blip>
          <a:srcRect b="0" l="8533" r="0" t="0"/>
          <a:stretch/>
        </p:blipFill>
        <p:spPr>
          <a:xfrm>
            <a:off x="4868225" y="1383475"/>
            <a:ext cx="3187975" cy="4726826"/>
          </a:xfrm>
          <a:prstGeom prst="rect">
            <a:avLst/>
          </a:prstGeom>
          <a:noFill/>
          <a:ln>
            <a:noFill/>
          </a:ln>
          <a:effectLst>
            <a:outerShdw blurRad="1270000" rotWithShape="0" algn="tl" dir="1500000" dist="508000">
              <a:srgbClr val="000000">
                <a:alpha val="96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715" l="0" r="0" t="10715"/>
          <a:stretch/>
        </p:blipFill>
        <p:spPr>
          <a:xfrm>
            <a:off x="426189" y="458788"/>
            <a:ext cx="11339623" cy="594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4"/>
          <p:cNvSpPr/>
          <p:nvPr/>
        </p:nvSpPr>
        <p:spPr>
          <a:xfrm>
            <a:off x="426189" y="459174"/>
            <a:ext cx="11339623" cy="5939652"/>
          </a:xfrm>
          <a:custGeom>
            <a:rect b="b" l="l" r="r" t="t"/>
            <a:pathLst>
              <a:path extrusionOk="0" h="11880850" w="22682200">
                <a:moveTo>
                  <a:pt x="3285334" y="9414529"/>
                </a:moveTo>
                <a:cubicBezTo>
                  <a:pt x="3366133" y="9429553"/>
                  <a:pt x="3484671" y="9544485"/>
                  <a:pt x="3499341" y="9599233"/>
                </a:cubicBezTo>
                <a:cubicBezTo>
                  <a:pt x="3465692" y="9764726"/>
                  <a:pt x="3339716" y="9876717"/>
                  <a:pt x="3485251" y="9837721"/>
                </a:cubicBezTo>
                <a:cubicBezTo>
                  <a:pt x="3703553" y="9779227"/>
                  <a:pt x="3703553" y="9779227"/>
                  <a:pt x="3902296" y="9647738"/>
                </a:cubicBezTo>
                <a:cubicBezTo>
                  <a:pt x="3975064" y="9628240"/>
                  <a:pt x="4106508" y="9827730"/>
                  <a:pt x="4126068" y="9900727"/>
                </a:cubicBezTo>
                <a:cubicBezTo>
                  <a:pt x="4126068" y="9900727"/>
                  <a:pt x="4165187" y="10046722"/>
                  <a:pt x="4218395" y="9954226"/>
                </a:cubicBezTo>
                <a:cubicBezTo>
                  <a:pt x="4218395" y="9954226"/>
                  <a:pt x="4363929" y="9915230"/>
                  <a:pt x="4383489" y="9988228"/>
                </a:cubicBezTo>
                <a:cubicBezTo>
                  <a:pt x="4403049" y="10061225"/>
                  <a:pt x="4277073" y="10173216"/>
                  <a:pt x="4369400" y="10226716"/>
                </a:cubicBezTo>
                <a:cubicBezTo>
                  <a:pt x="4481286" y="10353210"/>
                  <a:pt x="4467197" y="10591698"/>
                  <a:pt x="4413989" y="10684194"/>
                </a:cubicBezTo>
                <a:cubicBezTo>
                  <a:pt x="4380340" y="10849683"/>
                  <a:pt x="4254365" y="10961676"/>
                  <a:pt x="4201157" y="11054172"/>
                </a:cubicBezTo>
                <a:cubicBezTo>
                  <a:pt x="4218271" y="11118043"/>
                  <a:pt x="4295287" y="11405468"/>
                  <a:pt x="4252421" y="11440486"/>
                </a:cubicBezTo>
                <a:lnTo>
                  <a:pt x="4243222" y="11443362"/>
                </a:lnTo>
                <a:lnTo>
                  <a:pt x="4226186" y="11438652"/>
                </a:lnTo>
                <a:cubicBezTo>
                  <a:pt x="4231956" y="11441996"/>
                  <a:pt x="4236984" y="11443705"/>
                  <a:pt x="4241335" y="11443952"/>
                </a:cubicBezTo>
                <a:lnTo>
                  <a:pt x="4243222" y="11443362"/>
                </a:lnTo>
                <a:lnTo>
                  <a:pt x="4246710" y="11444327"/>
                </a:lnTo>
                <a:cubicBezTo>
                  <a:pt x="4364715" y="11451961"/>
                  <a:pt x="4703432" y="11164080"/>
                  <a:pt x="4808326" y="11282668"/>
                </a:cubicBezTo>
                <a:cubicBezTo>
                  <a:pt x="4808326" y="11282668"/>
                  <a:pt x="4682350" y="11394662"/>
                  <a:pt x="4794236" y="11521156"/>
                </a:cubicBezTo>
                <a:cubicBezTo>
                  <a:pt x="4906123" y="11647653"/>
                  <a:pt x="5124426" y="11589159"/>
                  <a:pt x="5071216" y="11681652"/>
                </a:cubicBezTo>
                <a:cubicBezTo>
                  <a:pt x="5080996" y="11718150"/>
                  <a:pt x="5077474" y="11777772"/>
                  <a:pt x="5073952" y="11837394"/>
                </a:cubicBezTo>
                <a:lnTo>
                  <a:pt x="5072134" y="11880850"/>
                </a:lnTo>
                <a:lnTo>
                  <a:pt x="0" y="11880850"/>
                </a:lnTo>
                <a:lnTo>
                  <a:pt x="0" y="10825175"/>
                </a:lnTo>
                <a:lnTo>
                  <a:pt x="7079" y="10828373"/>
                </a:lnTo>
                <a:cubicBezTo>
                  <a:pt x="53242" y="10855122"/>
                  <a:pt x="104295" y="10900120"/>
                  <a:pt x="177063" y="10880622"/>
                </a:cubicBezTo>
                <a:cubicBezTo>
                  <a:pt x="249831" y="10861124"/>
                  <a:pt x="230272" y="10788129"/>
                  <a:pt x="303038" y="10768631"/>
                </a:cubicBezTo>
                <a:cubicBezTo>
                  <a:pt x="375806" y="10749133"/>
                  <a:pt x="395364" y="10822128"/>
                  <a:pt x="487692" y="10875627"/>
                </a:cubicBezTo>
                <a:cubicBezTo>
                  <a:pt x="633226" y="10836631"/>
                  <a:pt x="778762" y="10797635"/>
                  <a:pt x="904738" y="10685642"/>
                </a:cubicBezTo>
                <a:cubicBezTo>
                  <a:pt x="1103483" y="10554152"/>
                  <a:pt x="997066" y="10739140"/>
                  <a:pt x="1089393" y="10792639"/>
                </a:cubicBezTo>
                <a:cubicBezTo>
                  <a:pt x="1089393" y="10792639"/>
                  <a:pt x="1176249" y="10534655"/>
                  <a:pt x="1249018" y="10515156"/>
                </a:cubicBezTo>
                <a:cubicBezTo>
                  <a:pt x="1302223" y="10422661"/>
                  <a:pt x="1447758" y="10383665"/>
                  <a:pt x="1540086" y="10437165"/>
                </a:cubicBezTo>
                <a:cubicBezTo>
                  <a:pt x="1724739" y="10544161"/>
                  <a:pt x="1831156" y="10359173"/>
                  <a:pt x="1996250" y="10393172"/>
                </a:cubicBezTo>
                <a:cubicBezTo>
                  <a:pt x="2161346" y="10427172"/>
                  <a:pt x="2267763" y="10242185"/>
                  <a:pt x="2301412" y="10076694"/>
                </a:cubicBezTo>
                <a:cubicBezTo>
                  <a:pt x="2374178" y="10057196"/>
                  <a:pt x="2354619" y="9984199"/>
                  <a:pt x="2427386" y="9964701"/>
                </a:cubicBezTo>
                <a:cubicBezTo>
                  <a:pt x="2480594" y="9872205"/>
                  <a:pt x="2572921" y="9925705"/>
                  <a:pt x="2626129" y="9833209"/>
                </a:cubicBezTo>
                <a:cubicBezTo>
                  <a:pt x="2679337" y="9740714"/>
                  <a:pt x="2712986" y="9575223"/>
                  <a:pt x="2878082" y="9609225"/>
                </a:cubicBezTo>
                <a:cubicBezTo>
                  <a:pt x="3043174" y="9643224"/>
                  <a:pt x="3043174" y="9643224"/>
                  <a:pt x="3222359" y="9438737"/>
                </a:cubicBezTo>
                <a:cubicBezTo>
                  <a:pt x="3235661" y="9415614"/>
                  <a:pt x="3258401" y="9409521"/>
                  <a:pt x="3285334" y="9414529"/>
                </a:cubicBezTo>
                <a:close/>
                <a:moveTo>
                  <a:pt x="11907055" y="6778611"/>
                </a:moveTo>
                <a:lnTo>
                  <a:pt x="11876220" y="6806992"/>
                </a:lnTo>
                <a:cubicBezTo>
                  <a:pt x="11882872" y="6795430"/>
                  <a:pt x="11890439" y="6787289"/>
                  <a:pt x="11898694" y="6781717"/>
                </a:cubicBezTo>
                <a:close/>
                <a:moveTo>
                  <a:pt x="11805639" y="6023971"/>
                </a:moveTo>
                <a:lnTo>
                  <a:pt x="11824540" y="6036919"/>
                </a:lnTo>
                <a:lnTo>
                  <a:pt x="11799400" y="6042756"/>
                </a:lnTo>
                <a:cubicBezTo>
                  <a:pt x="11754446" y="6052357"/>
                  <a:pt x="11700922" y="6061809"/>
                  <a:pt x="11648451" y="6066089"/>
                </a:cubicBezTo>
                <a:lnTo>
                  <a:pt x="11647452" y="6066036"/>
                </a:lnTo>
                <a:lnTo>
                  <a:pt x="11763201" y="6030451"/>
                </a:lnTo>
                <a:cubicBezTo>
                  <a:pt x="11780255" y="6025881"/>
                  <a:pt x="11794773" y="6023215"/>
                  <a:pt x="11805639" y="6023971"/>
                </a:cubicBezTo>
                <a:close/>
                <a:moveTo>
                  <a:pt x="11423206" y="5989526"/>
                </a:moveTo>
                <a:cubicBezTo>
                  <a:pt x="11432986" y="6026025"/>
                  <a:pt x="11463059" y="6047306"/>
                  <a:pt x="11503808" y="6058391"/>
                </a:cubicBezTo>
                <a:lnTo>
                  <a:pt x="11647452" y="6066036"/>
                </a:lnTo>
                <a:lnTo>
                  <a:pt x="11639353" y="6068527"/>
                </a:lnTo>
                <a:cubicBezTo>
                  <a:pt x="11548394" y="6092897"/>
                  <a:pt x="11452545" y="6099022"/>
                  <a:pt x="11423206" y="5989526"/>
                </a:cubicBezTo>
                <a:close/>
                <a:moveTo>
                  <a:pt x="14370712" y="0"/>
                </a:moveTo>
                <a:lnTo>
                  <a:pt x="22682200" y="0"/>
                </a:lnTo>
                <a:lnTo>
                  <a:pt x="22682200" y="11880850"/>
                </a:lnTo>
                <a:lnTo>
                  <a:pt x="6067925" y="11880850"/>
                </a:lnTo>
                <a:lnTo>
                  <a:pt x="6059314" y="11859558"/>
                </a:lnTo>
                <a:cubicBezTo>
                  <a:pt x="6051547" y="11840341"/>
                  <a:pt x="6045282" y="11824065"/>
                  <a:pt x="6042226" y="11812660"/>
                </a:cubicBezTo>
                <a:cubicBezTo>
                  <a:pt x="5818453" y="11559669"/>
                  <a:pt x="6003107" y="11666665"/>
                  <a:pt x="6109523" y="11481677"/>
                </a:cubicBezTo>
                <a:cubicBezTo>
                  <a:pt x="6235499" y="11369684"/>
                  <a:pt x="6182291" y="11462178"/>
                  <a:pt x="6347386" y="11496180"/>
                </a:cubicBezTo>
                <a:cubicBezTo>
                  <a:pt x="6347386" y="11496180"/>
                  <a:pt x="6473361" y="11384186"/>
                  <a:pt x="6473361" y="11384186"/>
                </a:cubicBezTo>
                <a:cubicBezTo>
                  <a:pt x="6492921" y="11457184"/>
                  <a:pt x="6599337" y="11272193"/>
                  <a:pt x="6618896" y="11345190"/>
                </a:cubicBezTo>
                <a:cubicBezTo>
                  <a:pt x="6711224" y="11398690"/>
                  <a:pt x="6730783" y="11471685"/>
                  <a:pt x="6837197" y="11286697"/>
                </a:cubicBezTo>
                <a:cubicBezTo>
                  <a:pt x="6890406" y="11194202"/>
                  <a:pt x="6909966" y="11267199"/>
                  <a:pt x="6963173" y="11174704"/>
                </a:cubicBezTo>
                <a:cubicBezTo>
                  <a:pt x="7016382" y="11082211"/>
                  <a:pt x="6977263" y="10936216"/>
                  <a:pt x="7122798" y="10897220"/>
                </a:cubicBezTo>
                <a:cubicBezTo>
                  <a:pt x="7195566" y="10877722"/>
                  <a:pt x="7307451" y="11004219"/>
                  <a:pt x="7452985" y="10965223"/>
                </a:cubicBezTo>
                <a:cubicBezTo>
                  <a:pt x="7452985" y="10965223"/>
                  <a:pt x="7763614" y="10960226"/>
                  <a:pt x="7763614" y="10960226"/>
                </a:cubicBezTo>
                <a:cubicBezTo>
                  <a:pt x="7783174" y="11033223"/>
                  <a:pt x="7657198" y="11145217"/>
                  <a:pt x="7676756" y="11218212"/>
                </a:cubicBezTo>
                <a:cubicBezTo>
                  <a:pt x="7769084" y="11271711"/>
                  <a:pt x="7934178" y="11305713"/>
                  <a:pt x="8026506" y="11359210"/>
                </a:cubicBezTo>
                <a:cubicBezTo>
                  <a:pt x="8191600" y="11393211"/>
                  <a:pt x="8502230" y="11388217"/>
                  <a:pt x="8516319" y="11149729"/>
                </a:cubicBezTo>
                <a:cubicBezTo>
                  <a:pt x="8516319" y="11149729"/>
                  <a:pt x="8700971" y="11256725"/>
                  <a:pt x="8700971" y="11256725"/>
                </a:cubicBezTo>
                <a:cubicBezTo>
                  <a:pt x="8793299" y="11310225"/>
                  <a:pt x="8826947" y="11144732"/>
                  <a:pt x="8992042" y="11178733"/>
                </a:cubicBezTo>
                <a:cubicBezTo>
                  <a:pt x="9015123" y="11192108"/>
                  <a:pt x="9024563" y="11209138"/>
                  <a:pt x="9026041" y="11228302"/>
                </a:cubicBezTo>
                <a:lnTo>
                  <a:pt x="9012990" y="11287473"/>
                </a:lnTo>
                <a:lnTo>
                  <a:pt x="9260937" y="11221036"/>
                </a:lnTo>
                <a:lnTo>
                  <a:pt x="9272315" y="11201432"/>
                </a:lnTo>
                <a:cubicBezTo>
                  <a:pt x="9359207" y="11075463"/>
                  <a:pt x="9478333" y="11028872"/>
                  <a:pt x="9627391" y="10930254"/>
                </a:cubicBezTo>
                <a:cubicBezTo>
                  <a:pt x="9753367" y="10818263"/>
                  <a:pt x="9898900" y="10779267"/>
                  <a:pt x="10044436" y="10740271"/>
                </a:cubicBezTo>
                <a:cubicBezTo>
                  <a:pt x="10117204" y="10720773"/>
                  <a:pt x="10078084" y="10574778"/>
                  <a:pt x="10150852" y="10555280"/>
                </a:cubicBezTo>
                <a:cubicBezTo>
                  <a:pt x="10296387" y="10516284"/>
                  <a:pt x="10204062" y="10462787"/>
                  <a:pt x="10184503" y="10389789"/>
                </a:cubicBezTo>
                <a:cubicBezTo>
                  <a:pt x="10204062" y="10462787"/>
                  <a:pt x="10475571" y="10311797"/>
                  <a:pt x="10475571" y="10311797"/>
                </a:cubicBezTo>
                <a:cubicBezTo>
                  <a:pt x="10601547" y="10199804"/>
                  <a:pt x="10766642" y="10233805"/>
                  <a:pt x="10912177" y="10194809"/>
                </a:cubicBezTo>
                <a:cubicBezTo>
                  <a:pt x="11057711" y="10155813"/>
                  <a:pt x="11110919" y="10063319"/>
                  <a:pt x="11236895" y="9951328"/>
                </a:cubicBezTo>
                <a:cubicBezTo>
                  <a:pt x="11309663" y="9931829"/>
                  <a:pt x="11250985" y="9712840"/>
                  <a:pt x="11323752" y="9693342"/>
                </a:cubicBezTo>
                <a:cubicBezTo>
                  <a:pt x="11469287" y="9654346"/>
                  <a:pt x="11522495" y="9561851"/>
                  <a:pt x="11575704" y="9469355"/>
                </a:cubicBezTo>
                <a:cubicBezTo>
                  <a:pt x="11648471" y="9449857"/>
                  <a:pt x="11701679" y="9357362"/>
                  <a:pt x="11682120" y="9284367"/>
                </a:cubicBezTo>
                <a:cubicBezTo>
                  <a:pt x="11609352" y="9303865"/>
                  <a:pt x="11880863" y="9152875"/>
                  <a:pt x="11880863" y="9152875"/>
                </a:cubicBezTo>
                <a:cubicBezTo>
                  <a:pt x="11934072" y="9060379"/>
                  <a:pt x="11967721" y="8894889"/>
                  <a:pt x="12020927" y="8802394"/>
                </a:cubicBezTo>
                <a:cubicBezTo>
                  <a:pt x="12074135" y="8709901"/>
                  <a:pt x="12074135" y="8709901"/>
                  <a:pt x="12054576" y="8636904"/>
                </a:cubicBezTo>
                <a:cubicBezTo>
                  <a:pt x="12088225" y="8471413"/>
                  <a:pt x="11962249" y="8583404"/>
                  <a:pt x="11942690" y="8510409"/>
                </a:cubicBezTo>
                <a:cubicBezTo>
                  <a:pt x="11942690" y="8510409"/>
                  <a:pt x="12306527" y="8412919"/>
                  <a:pt x="12049106" y="8325418"/>
                </a:cubicBezTo>
                <a:cubicBezTo>
                  <a:pt x="11956779" y="8271919"/>
                  <a:pt x="12029547" y="8252421"/>
                  <a:pt x="12102314" y="8232923"/>
                </a:cubicBezTo>
                <a:cubicBezTo>
                  <a:pt x="12175082" y="8213425"/>
                  <a:pt x="12155523" y="8140430"/>
                  <a:pt x="12208730" y="8047935"/>
                </a:cubicBezTo>
                <a:cubicBezTo>
                  <a:pt x="12261939" y="7955441"/>
                  <a:pt x="12242380" y="7882444"/>
                  <a:pt x="12295588" y="7789948"/>
                </a:cubicBezTo>
                <a:cubicBezTo>
                  <a:pt x="12295588" y="7789948"/>
                  <a:pt x="12256469" y="7643955"/>
                  <a:pt x="12256469" y="7643955"/>
                </a:cubicBezTo>
                <a:cubicBezTo>
                  <a:pt x="12309677" y="7551462"/>
                  <a:pt x="12382445" y="7531963"/>
                  <a:pt x="12435652" y="7439468"/>
                </a:cubicBezTo>
                <a:cubicBezTo>
                  <a:pt x="12488861" y="7346975"/>
                  <a:pt x="12396534" y="7293476"/>
                  <a:pt x="12396534" y="7293476"/>
                </a:cubicBezTo>
                <a:cubicBezTo>
                  <a:pt x="12376974" y="7220478"/>
                  <a:pt x="12449741" y="7200980"/>
                  <a:pt x="12449741" y="7200980"/>
                </a:cubicBezTo>
                <a:cubicBezTo>
                  <a:pt x="12522510" y="7181482"/>
                  <a:pt x="12410623" y="7054988"/>
                  <a:pt x="12410623" y="7054988"/>
                </a:cubicBezTo>
                <a:cubicBezTo>
                  <a:pt x="12410623" y="7054988"/>
                  <a:pt x="12575718" y="7088987"/>
                  <a:pt x="12556159" y="7015992"/>
                </a:cubicBezTo>
                <a:cubicBezTo>
                  <a:pt x="12682135" y="6903998"/>
                  <a:pt x="12536599" y="6942994"/>
                  <a:pt x="12444273" y="6889497"/>
                </a:cubicBezTo>
                <a:cubicBezTo>
                  <a:pt x="12444273" y="6889497"/>
                  <a:pt x="12489068" y="6838375"/>
                  <a:pt x="12533865" y="6787253"/>
                </a:cubicBezTo>
                <a:lnTo>
                  <a:pt x="12565065" y="6751647"/>
                </a:lnTo>
                <a:lnTo>
                  <a:pt x="12600267" y="6732633"/>
                </a:lnTo>
                <a:cubicBezTo>
                  <a:pt x="12611243" y="6721287"/>
                  <a:pt x="12619250" y="6705696"/>
                  <a:pt x="12623457" y="6685008"/>
                </a:cubicBezTo>
                <a:cubicBezTo>
                  <a:pt x="12623457" y="6685008"/>
                  <a:pt x="12612257" y="6697789"/>
                  <a:pt x="12595459" y="6716960"/>
                </a:cubicBezTo>
                <a:lnTo>
                  <a:pt x="12565065" y="6751647"/>
                </a:lnTo>
                <a:lnTo>
                  <a:pt x="12559282" y="6754770"/>
                </a:lnTo>
                <a:cubicBezTo>
                  <a:pt x="12462858" y="6776939"/>
                  <a:pt x="12289745" y="6676628"/>
                  <a:pt x="12220499" y="6636504"/>
                </a:cubicBezTo>
                <a:cubicBezTo>
                  <a:pt x="12220499" y="6636504"/>
                  <a:pt x="12167291" y="6728999"/>
                  <a:pt x="12094523" y="6748497"/>
                </a:cubicBezTo>
                <a:cubicBezTo>
                  <a:pt x="12054617" y="6817869"/>
                  <a:pt x="11981704" y="6764057"/>
                  <a:pt x="11925295" y="6771838"/>
                </a:cubicBezTo>
                <a:lnTo>
                  <a:pt x="11907055" y="6778611"/>
                </a:lnTo>
                <a:lnTo>
                  <a:pt x="12056090" y="6641441"/>
                </a:lnTo>
                <a:cubicBezTo>
                  <a:pt x="12109981" y="6587882"/>
                  <a:pt x="12154776" y="6536759"/>
                  <a:pt x="12181380" y="6490512"/>
                </a:cubicBezTo>
                <a:cubicBezTo>
                  <a:pt x="12234588" y="6398019"/>
                  <a:pt x="12452892" y="6339524"/>
                  <a:pt x="12268238" y="6232525"/>
                </a:cubicBezTo>
                <a:cubicBezTo>
                  <a:pt x="12103143" y="6198525"/>
                  <a:pt x="12010817" y="6145028"/>
                  <a:pt x="11826163" y="6038031"/>
                </a:cubicBezTo>
                <a:lnTo>
                  <a:pt x="11824540" y="6036919"/>
                </a:lnTo>
                <a:lnTo>
                  <a:pt x="11859201" y="6028872"/>
                </a:lnTo>
                <a:cubicBezTo>
                  <a:pt x="11876190" y="6024626"/>
                  <a:pt x="11889834" y="6020970"/>
                  <a:pt x="11898930" y="6018533"/>
                </a:cubicBezTo>
                <a:cubicBezTo>
                  <a:pt x="11971698" y="5999035"/>
                  <a:pt x="12248679" y="6159528"/>
                  <a:pt x="12282327" y="5994038"/>
                </a:cubicBezTo>
                <a:cubicBezTo>
                  <a:pt x="12315976" y="5828548"/>
                  <a:pt x="11840251" y="5799541"/>
                  <a:pt x="11801133" y="5653549"/>
                </a:cubicBezTo>
                <a:cubicBezTo>
                  <a:pt x="11689247" y="5527054"/>
                  <a:pt x="11611009" y="5235067"/>
                  <a:pt x="11445914" y="5201065"/>
                </a:cubicBezTo>
                <a:cubicBezTo>
                  <a:pt x="11334028" y="5074571"/>
                  <a:pt x="10897425" y="5191559"/>
                  <a:pt x="10984279" y="4933572"/>
                </a:cubicBezTo>
                <a:cubicBezTo>
                  <a:pt x="11017928" y="4768081"/>
                  <a:pt x="11071137" y="4675588"/>
                  <a:pt x="11124344" y="4583092"/>
                </a:cubicBezTo>
                <a:cubicBezTo>
                  <a:pt x="11230760" y="4398102"/>
                  <a:pt x="11104785" y="4510095"/>
                  <a:pt x="11157993" y="4417600"/>
                </a:cubicBezTo>
                <a:cubicBezTo>
                  <a:pt x="11138434" y="4344604"/>
                  <a:pt x="11376296" y="4359106"/>
                  <a:pt x="11376296" y="4359106"/>
                </a:cubicBezTo>
                <a:cubicBezTo>
                  <a:pt x="11429504" y="4266612"/>
                  <a:pt x="11264410" y="4232611"/>
                  <a:pt x="11390386" y="4120620"/>
                </a:cubicBezTo>
                <a:cubicBezTo>
                  <a:pt x="11535921" y="4081624"/>
                  <a:pt x="11589128" y="3989129"/>
                  <a:pt x="11642338" y="3896633"/>
                </a:cubicBezTo>
                <a:cubicBezTo>
                  <a:pt x="11715105" y="3877136"/>
                  <a:pt x="11787872" y="3857638"/>
                  <a:pt x="11787872" y="3857638"/>
                </a:cubicBezTo>
                <a:cubicBezTo>
                  <a:pt x="11860641" y="3838139"/>
                  <a:pt x="11807431" y="3930634"/>
                  <a:pt x="11880200" y="3911136"/>
                </a:cubicBezTo>
                <a:cubicBezTo>
                  <a:pt x="11972527" y="3964636"/>
                  <a:pt x="11986616" y="3726148"/>
                  <a:pt x="11967056" y="3653150"/>
                </a:cubicBezTo>
                <a:cubicBezTo>
                  <a:pt x="11782403" y="3546153"/>
                  <a:pt x="11656427" y="3658146"/>
                  <a:pt x="11583660" y="3677644"/>
                </a:cubicBezTo>
                <a:cubicBezTo>
                  <a:pt x="11438124" y="3716640"/>
                  <a:pt x="11326238" y="3590145"/>
                  <a:pt x="11200262" y="3702137"/>
                </a:cubicBezTo>
                <a:cubicBezTo>
                  <a:pt x="11127494" y="3721635"/>
                  <a:pt x="11093845" y="3887127"/>
                  <a:pt x="10948310" y="3926123"/>
                </a:cubicBezTo>
                <a:cubicBezTo>
                  <a:pt x="10895102" y="4018618"/>
                  <a:pt x="10749567" y="4057615"/>
                  <a:pt x="10657242" y="4004114"/>
                </a:cubicBezTo>
                <a:cubicBezTo>
                  <a:pt x="10564915" y="3950616"/>
                  <a:pt x="10671330" y="3765627"/>
                  <a:pt x="10579004" y="3712128"/>
                </a:cubicBezTo>
                <a:cubicBezTo>
                  <a:pt x="10413908" y="3678127"/>
                  <a:pt x="9831768" y="3834111"/>
                  <a:pt x="9952274" y="3410634"/>
                </a:cubicBezTo>
                <a:cubicBezTo>
                  <a:pt x="10005482" y="3318139"/>
                  <a:pt x="10097809" y="3371638"/>
                  <a:pt x="10243345" y="3332642"/>
                </a:cubicBezTo>
                <a:cubicBezTo>
                  <a:pt x="10316112" y="3313144"/>
                  <a:pt x="10442088" y="3201151"/>
                  <a:pt x="10495295" y="3108658"/>
                </a:cubicBezTo>
                <a:cubicBezTo>
                  <a:pt x="10582152" y="2850670"/>
                  <a:pt x="10761335" y="2646184"/>
                  <a:pt x="10940520" y="2441697"/>
                </a:cubicBezTo>
                <a:cubicBezTo>
                  <a:pt x="10974169" y="2276204"/>
                  <a:pt x="11046936" y="2256707"/>
                  <a:pt x="11192472" y="2217710"/>
                </a:cubicBezTo>
                <a:cubicBezTo>
                  <a:pt x="11212031" y="2290707"/>
                  <a:pt x="11430334" y="2232213"/>
                  <a:pt x="11449894" y="2305210"/>
                </a:cubicBezTo>
                <a:cubicBezTo>
                  <a:pt x="11396684" y="2397704"/>
                  <a:pt x="11435803" y="2543698"/>
                  <a:pt x="11382595" y="2636192"/>
                </a:cubicBezTo>
                <a:cubicBezTo>
                  <a:pt x="11309828" y="2655690"/>
                  <a:pt x="11183851" y="2767683"/>
                  <a:pt x="11203411" y="2840680"/>
                </a:cubicBezTo>
                <a:cubicBezTo>
                  <a:pt x="11222971" y="2913678"/>
                  <a:pt x="11441274" y="2855184"/>
                  <a:pt x="11441274" y="2855184"/>
                </a:cubicBezTo>
                <a:cubicBezTo>
                  <a:pt x="11441274" y="2855184"/>
                  <a:pt x="11208882" y="3152165"/>
                  <a:pt x="11281649" y="3132668"/>
                </a:cubicBezTo>
                <a:cubicBezTo>
                  <a:pt x="11373975" y="3186165"/>
                  <a:pt x="11640017" y="2723692"/>
                  <a:pt x="11712784" y="2704194"/>
                </a:cubicBezTo>
                <a:cubicBezTo>
                  <a:pt x="11838759" y="2592201"/>
                  <a:pt x="11964733" y="2480209"/>
                  <a:pt x="12110270" y="2441212"/>
                </a:cubicBezTo>
                <a:cubicBezTo>
                  <a:pt x="12255806" y="2402216"/>
                  <a:pt x="12255806" y="2402216"/>
                  <a:pt x="12289454" y="2236725"/>
                </a:cubicBezTo>
                <a:cubicBezTo>
                  <a:pt x="12415429" y="2124733"/>
                  <a:pt x="12614172" y="1993243"/>
                  <a:pt x="12720590" y="1808252"/>
                </a:cubicBezTo>
                <a:cubicBezTo>
                  <a:pt x="12773798" y="1715759"/>
                  <a:pt x="12860653" y="1457772"/>
                  <a:pt x="13006189" y="1418776"/>
                </a:cubicBezTo>
                <a:cubicBezTo>
                  <a:pt x="13059397" y="1326282"/>
                  <a:pt x="13574239" y="1501281"/>
                  <a:pt x="13515560" y="1282290"/>
                </a:cubicBezTo>
                <a:cubicBezTo>
                  <a:pt x="13496001" y="1209294"/>
                  <a:pt x="13403675" y="1155795"/>
                  <a:pt x="13456883" y="1063303"/>
                </a:cubicBezTo>
                <a:cubicBezTo>
                  <a:pt x="13529652" y="1043804"/>
                  <a:pt x="13602419" y="1024307"/>
                  <a:pt x="13675186" y="1004809"/>
                </a:cubicBezTo>
                <a:cubicBezTo>
                  <a:pt x="13820722" y="965812"/>
                  <a:pt x="13728395" y="912311"/>
                  <a:pt x="13781603" y="819817"/>
                </a:cubicBezTo>
                <a:cubicBezTo>
                  <a:pt x="13907577" y="707824"/>
                  <a:pt x="13999904" y="761323"/>
                  <a:pt x="13960785" y="615330"/>
                </a:cubicBezTo>
                <a:cubicBezTo>
                  <a:pt x="13902107" y="396341"/>
                  <a:pt x="14179088" y="556836"/>
                  <a:pt x="14271415" y="610334"/>
                </a:cubicBezTo>
                <a:cubicBezTo>
                  <a:pt x="14232296" y="464343"/>
                  <a:pt x="14450599" y="405849"/>
                  <a:pt x="14411480" y="259855"/>
                </a:cubicBezTo>
                <a:cubicBezTo>
                  <a:pt x="14401700" y="223356"/>
                  <a:pt x="14395246" y="181077"/>
                  <a:pt x="14389318" y="136212"/>
                </a:cubicBezTo>
                <a:close/>
                <a:moveTo>
                  <a:pt x="0" y="0"/>
                </a:moveTo>
                <a:lnTo>
                  <a:pt x="9200328" y="0"/>
                </a:lnTo>
                <a:lnTo>
                  <a:pt x="9125309" y="33290"/>
                </a:lnTo>
                <a:cubicBezTo>
                  <a:pt x="9002856" y="85661"/>
                  <a:pt x="8880402" y="138032"/>
                  <a:pt x="8781031" y="203777"/>
                </a:cubicBezTo>
                <a:cubicBezTo>
                  <a:pt x="8582288" y="335267"/>
                  <a:pt x="8699644" y="773248"/>
                  <a:pt x="8408575" y="851240"/>
                </a:cubicBezTo>
                <a:cubicBezTo>
                  <a:pt x="8263040" y="890236"/>
                  <a:pt x="8097945" y="856235"/>
                  <a:pt x="8064296" y="1021727"/>
                </a:cubicBezTo>
                <a:cubicBezTo>
                  <a:pt x="8011088" y="1114221"/>
                  <a:pt x="7904671" y="1299210"/>
                  <a:pt x="7759139" y="1338205"/>
                </a:cubicBezTo>
                <a:cubicBezTo>
                  <a:pt x="7521276" y="1323704"/>
                  <a:pt x="7006434" y="1148705"/>
                  <a:pt x="7051022" y="1606182"/>
                </a:cubicBezTo>
                <a:cubicBezTo>
                  <a:pt x="7090141" y="1752175"/>
                  <a:pt x="7255235" y="1786176"/>
                  <a:pt x="7274795" y="1859173"/>
                </a:cubicBezTo>
                <a:cubicBezTo>
                  <a:pt x="7313913" y="2005166"/>
                  <a:pt x="7095611" y="2063660"/>
                  <a:pt x="7042403" y="2156155"/>
                </a:cubicBezTo>
                <a:cubicBezTo>
                  <a:pt x="6882778" y="2433640"/>
                  <a:pt x="6868689" y="2672127"/>
                  <a:pt x="6577618" y="2750119"/>
                </a:cubicBezTo>
                <a:cubicBezTo>
                  <a:pt x="6213781" y="2847608"/>
                  <a:pt x="5849943" y="2945099"/>
                  <a:pt x="5505664" y="3115586"/>
                </a:cubicBezTo>
                <a:cubicBezTo>
                  <a:pt x="5379689" y="3227581"/>
                  <a:pt x="5166859" y="3597558"/>
                  <a:pt x="5074532" y="3544057"/>
                </a:cubicBezTo>
                <a:cubicBezTo>
                  <a:pt x="4928996" y="3583054"/>
                  <a:pt x="4817111" y="3456558"/>
                  <a:pt x="4744343" y="3476057"/>
                </a:cubicBezTo>
                <a:cubicBezTo>
                  <a:pt x="4598810" y="3515052"/>
                  <a:pt x="4526041" y="3534550"/>
                  <a:pt x="4380506" y="3573546"/>
                </a:cubicBezTo>
                <a:cubicBezTo>
                  <a:pt x="4215413" y="3539548"/>
                  <a:pt x="4069877" y="3578544"/>
                  <a:pt x="3885222" y="3471544"/>
                </a:cubicBezTo>
                <a:cubicBezTo>
                  <a:pt x="3720127" y="3437544"/>
                  <a:pt x="3647360" y="3457041"/>
                  <a:pt x="3555033" y="3403543"/>
                </a:cubicBezTo>
                <a:cubicBezTo>
                  <a:pt x="3263964" y="3481535"/>
                  <a:pt x="3118429" y="3520531"/>
                  <a:pt x="2827358" y="3598524"/>
                </a:cubicBezTo>
                <a:cubicBezTo>
                  <a:pt x="2609055" y="3657017"/>
                  <a:pt x="2264777" y="3827503"/>
                  <a:pt x="1954149" y="3832499"/>
                </a:cubicBezTo>
                <a:cubicBezTo>
                  <a:pt x="1881381" y="3851997"/>
                  <a:pt x="1769493" y="3725501"/>
                  <a:pt x="1749934" y="3652506"/>
                </a:cubicBezTo>
                <a:cubicBezTo>
                  <a:pt x="1565281" y="3545508"/>
                  <a:pt x="1453395" y="3419012"/>
                  <a:pt x="1268741" y="3312014"/>
                </a:cubicBezTo>
                <a:cubicBezTo>
                  <a:pt x="1011319" y="3224516"/>
                  <a:pt x="807106" y="3044522"/>
                  <a:pt x="588803" y="3103016"/>
                </a:cubicBezTo>
                <a:cubicBezTo>
                  <a:pt x="516036" y="3122514"/>
                  <a:pt x="279541" y="3185882"/>
                  <a:pt x="69651" y="3203004"/>
                </a:cubicBezTo>
                <a:lnTo>
                  <a:pt x="0" y="3204291"/>
                </a:lnTo>
                <a:close/>
              </a:path>
            </a:pathLst>
          </a:custGeom>
          <a:solidFill>
            <a:schemeClr val="lt1">
              <a:alpha val="77647"/>
            </a:schemeClr>
          </a:solidFill>
          <a:ln>
            <a:noFill/>
          </a:ln>
          <a:effectLst>
            <a:outerShdw blurRad="673100" rotWithShape="0" algn="tl" dir="9000000" dist="190500">
              <a:srgbClr val="000000">
                <a:alpha val="29803"/>
              </a:srgbClr>
            </a:outerShdw>
          </a:effectLst>
        </p:spPr>
        <p:txBody>
          <a:bodyPr anchorCtr="0" anchor="ctr" bIns="22850" lIns="45700" spcFirstLastPara="1" rIns="45700" wrap="square" tIns="2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6899975" y="3204600"/>
            <a:ext cx="4527300" cy="1077300"/>
          </a:xfrm>
          <a:prstGeom prst="roundRect">
            <a:avLst>
              <a:gd fmla="val 16667" name="adj"/>
            </a:avLst>
          </a:prstGeom>
          <a:solidFill>
            <a:schemeClr val="lt1">
              <a:alpha val="84705"/>
            </a:schemeClr>
          </a:solidFill>
          <a:ln>
            <a:noFill/>
          </a:ln>
          <a:effectLst>
            <a:outerShdw blurRad="1270000" rotWithShape="0" algn="tl" dir="2700000" dist="482600">
              <a:srgbClr val="000000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1" name="Google Shape;301;p24"/>
          <p:cNvGrpSpPr/>
          <p:nvPr/>
        </p:nvGrpSpPr>
        <p:grpSpPr>
          <a:xfrm>
            <a:off x="7962147" y="3183210"/>
            <a:ext cx="3285414" cy="422160"/>
            <a:chOff x="15926366" y="6023054"/>
            <a:chExt cx="6571684" cy="844430"/>
          </a:xfrm>
        </p:grpSpPr>
        <p:sp>
          <p:nvSpPr>
            <p:cNvPr id="302" name="Google Shape;302;p24"/>
            <p:cNvSpPr txBox="1"/>
            <p:nvPr/>
          </p:nvSpPr>
          <p:spPr>
            <a:xfrm>
              <a:off x="15926366" y="6023054"/>
              <a:ext cx="3570300" cy="4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24"/>
            <p:cNvSpPr txBox="1"/>
            <p:nvPr/>
          </p:nvSpPr>
          <p:spPr>
            <a:xfrm flipH="1">
              <a:off x="15926550" y="6559684"/>
              <a:ext cx="6571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p24"/>
          <p:cNvSpPr/>
          <p:nvPr/>
        </p:nvSpPr>
        <p:spPr>
          <a:xfrm>
            <a:off x="7961603" y="3487953"/>
            <a:ext cx="504205" cy="510591"/>
          </a:xfrm>
          <a:custGeom>
            <a:rect b="b" l="l" r="r" t="t"/>
            <a:pathLst>
              <a:path extrusionOk="0" h="3202" w="3953">
                <a:moveTo>
                  <a:pt x="2151" y="728"/>
                </a:moveTo>
                <a:lnTo>
                  <a:pt x="2094" y="729"/>
                </a:lnTo>
                <a:lnTo>
                  <a:pt x="2042" y="734"/>
                </a:lnTo>
                <a:lnTo>
                  <a:pt x="1994" y="743"/>
                </a:lnTo>
                <a:lnTo>
                  <a:pt x="1951" y="754"/>
                </a:lnTo>
                <a:lnTo>
                  <a:pt x="1910" y="767"/>
                </a:lnTo>
                <a:lnTo>
                  <a:pt x="1874" y="783"/>
                </a:lnTo>
                <a:lnTo>
                  <a:pt x="1842" y="801"/>
                </a:lnTo>
                <a:lnTo>
                  <a:pt x="1812" y="821"/>
                </a:lnTo>
                <a:lnTo>
                  <a:pt x="1786" y="842"/>
                </a:lnTo>
                <a:lnTo>
                  <a:pt x="1764" y="865"/>
                </a:lnTo>
                <a:lnTo>
                  <a:pt x="1743" y="889"/>
                </a:lnTo>
                <a:lnTo>
                  <a:pt x="1727" y="914"/>
                </a:lnTo>
                <a:lnTo>
                  <a:pt x="1712" y="940"/>
                </a:lnTo>
                <a:lnTo>
                  <a:pt x="1700" y="966"/>
                </a:lnTo>
                <a:lnTo>
                  <a:pt x="1690" y="992"/>
                </a:lnTo>
                <a:lnTo>
                  <a:pt x="1683" y="1018"/>
                </a:lnTo>
                <a:lnTo>
                  <a:pt x="1676" y="1044"/>
                </a:lnTo>
                <a:lnTo>
                  <a:pt x="1673" y="1069"/>
                </a:lnTo>
                <a:lnTo>
                  <a:pt x="1670" y="1093"/>
                </a:lnTo>
                <a:lnTo>
                  <a:pt x="1670" y="1117"/>
                </a:lnTo>
                <a:lnTo>
                  <a:pt x="1670" y="1330"/>
                </a:lnTo>
                <a:lnTo>
                  <a:pt x="1444" y="1330"/>
                </a:lnTo>
                <a:lnTo>
                  <a:pt x="1444" y="1657"/>
                </a:lnTo>
                <a:lnTo>
                  <a:pt x="1670" y="1657"/>
                </a:lnTo>
                <a:lnTo>
                  <a:pt x="1670" y="2585"/>
                </a:lnTo>
                <a:lnTo>
                  <a:pt x="2146" y="2585"/>
                </a:lnTo>
                <a:lnTo>
                  <a:pt x="2146" y="1657"/>
                </a:lnTo>
                <a:lnTo>
                  <a:pt x="2468" y="1657"/>
                </a:lnTo>
                <a:lnTo>
                  <a:pt x="2510" y="1330"/>
                </a:lnTo>
                <a:lnTo>
                  <a:pt x="2146" y="1330"/>
                </a:lnTo>
                <a:lnTo>
                  <a:pt x="2146" y="1136"/>
                </a:lnTo>
                <a:lnTo>
                  <a:pt x="2149" y="1114"/>
                </a:lnTo>
                <a:lnTo>
                  <a:pt x="2155" y="1096"/>
                </a:lnTo>
                <a:lnTo>
                  <a:pt x="2163" y="1081"/>
                </a:lnTo>
                <a:lnTo>
                  <a:pt x="2175" y="1069"/>
                </a:lnTo>
                <a:lnTo>
                  <a:pt x="2188" y="1060"/>
                </a:lnTo>
                <a:lnTo>
                  <a:pt x="2203" y="1054"/>
                </a:lnTo>
                <a:lnTo>
                  <a:pt x="2218" y="1050"/>
                </a:lnTo>
                <a:lnTo>
                  <a:pt x="2233" y="1048"/>
                </a:lnTo>
                <a:lnTo>
                  <a:pt x="2248" y="1047"/>
                </a:lnTo>
                <a:lnTo>
                  <a:pt x="2503" y="1047"/>
                </a:lnTo>
                <a:lnTo>
                  <a:pt x="2503" y="729"/>
                </a:lnTo>
                <a:lnTo>
                  <a:pt x="2151" y="728"/>
                </a:lnTo>
                <a:close/>
                <a:moveTo>
                  <a:pt x="1977" y="0"/>
                </a:moveTo>
                <a:lnTo>
                  <a:pt x="2102" y="4"/>
                </a:lnTo>
                <a:lnTo>
                  <a:pt x="2224" y="13"/>
                </a:lnTo>
                <a:lnTo>
                  <a:pt x="2344" y="28"/>
                </a:lnTo>
                <a:lnTo>
                  <a:pt x="2463" y="49"/>
                </a:lnTo>
                <a:lnTo>
                  <a:pt x="2578" y="76"/>
                </a:lnTo>
                <a:lnTo>
                  <a:pt x="2690" y="108"/>
                </a:lnTo>
                <a:lnTo>
                  <a:pt x="2799" y="146"/>
                </a:lnTo>
                <a:lnTo>
                  <a:pt x="2905" y="188"/>
                </a:lnTo>
                <a:lnTo>
                  <a:pt x="3007" y="235"/>
                </a:lnTo>
                <a:lnTo>
                  <a:pt x="3104" y="287"/>
                </a:lnTo>
                <a:lnTo>
                  <a:pt x="3198" y="344"/>
                </a:lnTo>
                <a:lnTo>
                  <a:pt x="3289" y="405"/>
                </a:lnTo>
                <a:lnTo>
                  <a:pt x="3374" y="470"/>
                </a:lnTo>
                <a:lnTo>
                  <a:pt x="3453" y="539"/>
                </a:lnTo>
                <a:lnTo>
                  <a:pt x="3528" y="611"/>
                </a:lnTo>
                <a:lnTo>
                  <a:pt x="3599" y="687"/>
                </a:lnTo>
                <a:lnTo>
                  <a:pt x="3663" y="767"/>
                </a:lnTo>
                <a:lnTo>
                  <a:pt x="3721" y="849"/>
                </a:lnTo>
                <a:lnTo>
                  <a:pt x="3773" y="935"/>
                </a:lnTo>
                <a:lnTo>
                  <a:pt x="3820" y="1023"/>
                </a:lnTo>
                <a:lnTo>
                  <a:pt x="3860" y="1114"/>
                </a:lnTo>
                <a:lnTo>
                  <a:pt x="3893" y="1207"/>
                </a:lnTo>
                <a:lnTo>
                  <a:pt x="3919" y="1303"/>
                </a:lnTo>
                <a:lnTo>
                  <a:pt x="3938" y="1401"/>
                </a:lnTo>
                <a:lnTo>
                  <a:pt x="3949" y="1500"/>
                </a:lnTo>
                <a:lnTo>
                  <a:pt x="3953" y="1601"/>
                </a:lnTo>
                <a:lnTo>
                  <a:pt x="3949" y="1702"/>
                </a:lnTo>
                <a:lnTo>
                  <a:pt x="3938" y="1801"/>
                </a:lnTo>
                <a:lnTo>
                  <a:pt x="3919" y="1899"/>
                </a:lnTo>
                <a:lnTo>
                  <a:pt x="3893" y="1994"/>
                </a:lnTo>
                <a:lnTo>
                  <a:pt x="3860" y="2088"/>
                </a:lnTo>
                <a:lnTo>
                  <a:pt x="3820" y="2179"/>
                </a:lnTo>
                <a:lnTo>
                  <a:pt x="3773" y="2267"/>
                </a:lnTo>
                <a:lnTo>
                  <a:pt x="3721" y="2353"/>
                </a:lnTo>
                <a:lnTo>
                  <a:pt x="3663" y="2435"/>
                </a:lnTo>
                <a:lnTo>
                  <a:pt x="3599" y="2515"/>
                </a:lnTo>
                <a:lnTo>
                  <a:pt x="3528" y="2591"/>
                </a:lnTo>
                <a:lnTo>
                  <a:pt x="3453" y="2663"/>
                </a:lnTo>
                <a:lnTo>
                  <a:pt x="3374" y="2732"/>
                </a:lnTo>
                <a:lnTo>
                  <a:pt x="3289" y="2797"/>
                </a:lnTo>
                <a:lnTo>
                  <a:pt x="3198" y="2857"/>
                </a:lnTo>
                <a:lnTo>
                  <a:pt x="3104" y="2915"/>
                </a:lnTo>
                <a:lnTo>
                  <a:pt x="3007" y="2967"/>
                </a:lnTo>
                <a:lnTo>
                  <a:pt x="2905" y="3014"/>
                </a:lnTo>
                <a:lnTo>
                  <a:pt x="2799" y="3056"/>
                </a:lnTo>
                <a:lnTo>
                  <a:pt x="2690" y="3094"/>
                </a:lnTo>
                <a:lnTo>
                  <a:pt x="2578" y="3126"/>
                </a:lnTo>
                <a:lnTo>
                  <a:pt x="2463" y="3153"/>
                </a:lnTo>
                <a:lnTo>
                  <a:pt x="2344" y="3174"/>
                </a:lnTo>
                <a:lnTo>
                  <a:pt x="2224" y="3189"/>
                </a:lnTo>
                <a:lnTo>
                  <a:pt x="2102" y="3198"/>
                </a:lnTo>
                <a:lnTo>
                  <a:pt x="1977" y="3202"/>
                </a:lnTo>
                <a:lnTo>
                  <a:pt x="1852" y="3198"/>
                </a:lnTo>
                <a:lnTo>
                  <a:pt x="1728" y="3189"/>
                </a:lnTo>
                <a:lnTo>
                  <a:pt x="1608" y="3174"/>
                </a:lnTo>
                <a:lnTo>
                  <a:pt x="1491" y="3153"/>
                </a:lnTo>
                <a:lnTo>
                  <a:pt x="1375" y="3126"/>
                </a:lnTo>
                <a:lnTo>
                  <a:pt x="1263" y="3094"/>
                </a:lnTo>
                <a:lnTo>
                  <a:pt x="1153" y="3056"/>
                </a:lnTo>
                <a:lnTo>
                  <a:pt x="1048" y="3014"/>
                </a:lnTo>
                <a:lnTo>
                  <a:pt x="946" y="2967"/>
                </a:lnTo>
                <a:lnTo>
                  <a:pt x="848" y="2915"/>
                </a:lnTo>
                <a:lnTo>
                  <a:pt x="754" y="2857"/>
                </a:lnTo>
                <a:lnTo>
                  <a:pt x="665" y="2797"/>
                </a:lnTo>
                <a:lnTo>
                  <a:pt x="580" y="2732"/>
                </a:lnTo>
                <a:lnTo>
                  <a:pt x="499" y="2663"/>
                </a:lnTo>
                <a:lnTo>
                  <a:pt x="424" y="2591"/>
                </a:lnTo>
                <a:lnTo>
                  <a:pt x="355" y="2515"/>
                </a:lnTo>
                <a:lnTo>
                  <a:pt x="290" y="2435"/>
                </a:lnTo>
                <a:lnTo>
                  <a:pt x="232" y="2353"/>
                </a:lnTo>
                <a:lnTo>
                  <a:pt x="179" y="2267"/>
                </a:lnTo>
                <a:lnTo>
                  <a:pt x="133" y="2179"/>
                </a:lnTo>
                <a:lnTo>
                  <a:pt x="94" y="2088"/>
                </a:lnTo>
                <a:lnTo>
                  <a:pt x="60" y="1994"/>
                </a:lnTo>
                <a:lnTo>
                  <a:pt x="34" y="1899"/>
                </a:lnTo>
                <a:lnTo>
                  <a:pt x="16" y="1801"/>
                </a:lnTo>
                <a:lnTo>
                  <a:pt x="3" y="1702"/>
                </a:lnTo>
                <a:lnTo>
                  <a:pt x="0" y="1601"/>
                </a:lnTo>
                <a:lnTo>
                  <a:pt x="3" y="1500"/>
                </a:lnTo>
                <a:lnTo>
                  <a:pt x="16" y="1401"/>
                </a:lnTo>
                <a:lnTo>
                  <a:pt x="34" y="1303"/>
                </a:lnTo>
                <a:lnTo>
                  <a:pt x="60" y="1207"/>
                </a:lnTo>
                <a:lnTo>
                  <a:pt x="94" y="1114"/>
                </a:lnTo>
                <a:lnTo>
                  <a:pt x="133" y="1023"/>
                </a:lnTo>
                <a:lnTo>
                  <a:pt x="179" y="935"/>
                </a:lnTo>
                <a:lnTo>
                  <a:pt x="232" y="849"/>
                </a:lnTo>
                <a:lnTo>
                  <a:pt x="290" y="767"/>
                </a:lnTo>
                <a:lnTo>
                  <a:pt x="355" y="687"/>
                </a:lnTo>
                <a:lnTo>
                  <a:pt x="424" y="611"/>
                </a:lnTo>
                <a:lnTo>
                  <a:pt x="499" y="539"/>
                </a:lnTo>
                <a:lnTo>
                  <a:pt x="580" y="470"/>
                </a:lnTo>
                <a:lnTo>
                  <a:pt x="665" y="405"/>
                </a:lnTo>
                <a:lnTo>
                  <a:pt x="754" y="344"/>
                </a:lnTo>
                <a:lnTo>
                  <a:pt x="848" y="287"/>
                </a:lnTo>
                <a:lnTo>
                  <a:pt x="946" y="235"/>
                </a:lnTo>
                <a:lnTo>
                  <a:pt x="1048" y="188"/>
                </a:lnTo>
                <a:lnTo>
                  <a:pt x="1153" y="146"/>
                </a:lnTo>
                <a:lnTo>
                  <a:pt x="1263" y="108"/>
                </a:lnTo>
                <a:lnTo>
                  <a:pt x="1375" y="76"/>
                </a:lnTo>
                <a:lnTo>
                  <a:pt x="1491" y="49"/>
                </a:lnTo>
                <a:lnTo>
                  <a:pt x="1608" y="28"/>
                </a:lnTo>
                <a:lnTo>
                  <a:pt x="1728" y="13"/>
                </a:lnTo>
                <a:lnTo>
                  <a:pt x="1852" y="4"/>
                </a:lnTo>
                <a:lnTo>
                  <a:pt x="1977" y="0"/>
                </a:lnTo>
                <a:close/>
              </a:path>
            </a:pathLst>
          </a:custGeom>
          <a:solidFill>
            <a:srgbClr val="3A38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7109222" y="3885432"/>
            <a:ext cx="45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4"/>
          <p:cNvSpPr txBox="1"/>
          <p:nvPr/>
        </p:nvSpPr>
        <p:spPr>
          <a:xfrm>
            <a:off x="6899965" y="2136011"/>
            <a:ext cx="4218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 Subscription &amp; social media</a:t>
            </a:r>
            <a:endParaRPr/>
          </a:p>
        </p:txBody>
      </p:sp>
      <p:sp>
        <p:nvSpPr>
          <p:cNvPr id="307" name="Google Shape;307;p24"/>
          <p:cNvSpPr/>
          <p:nvPr/>
        </p:nvSpPr>
        <p:spPr>
          <a:xfrm>
            <a:off x="9327838" y="3563448"/>
            <a:ext cx="552702" cy="359622"/>
          </a:xfrm>
          <a:custGeom>
            <a:rect b="b" l="l" r="r" t="t"/>
            <a:pathLst>
              <a:path extrusionOk="0" h="2642" w="4061">
                <a:moveTo>
                  <a:pt x="1249" y="1398"/>
                </a:moveTo>
                <a:lnTo>
                  <a:pt x="254" y="2138"/>
                </a:lnTo>
                <a:lnTo>
                  <a:pt x="258" y="2179"/>
                </a:lnTo>
                <a:lnTo>
                  <a:pt x="268" y="2218"/>
                </a:lnTo>
                <a:lnTo>
                  <a:pt x="283" y="2254"/>
                </a:lnTo>
                <a:lnTo>
                  <a:pt x="303" y="2286"/>
                </a:lnTo>
                <a:lnTo>
                  <a:pt x="329" y="2316"/>
                </a:lnTo>
                <a:lnTo>
                  <a:pt x="358" y="2341"/>
                </a:lnTo>
                <a:lnTo>
                  <a:pt x="391" y="2362"/>
                </a:lnTo>
                <a:lnTo>
                  <a:pt x="428" y="2377"/>
                </a:lnTo>
                <a:lnTo>
                  <a:pt x="466" y="2387"/>
                </a:lnTo>
                <a:lnTo>
                  <a:pt x="508" y="2389"/>
                </a:lnTo>
                <a:lnTo>
                  <a:pt x="3554" y="2389"/>
                </a:lnTo>
                <a:lnTo>
                  <a:pt x="3595" y="2387"/>
                </a:lnTo>
                <a:lnTo>
                  <a:pt x="3634" y="2377"/>
                </a:lnTo>
                <a:lnTo>
                  <a:pt x="3670" y="2362"/>
                </a:lnTo>
                <a:lnTo>
                  <a:pt x="3704" y="2341"/>
                </a:lnTo>
                <a:lnTo>
                  <a:pt x="3734" y="2316"/>
                </a:lnTo>
                <a:lnTo>
                  <a:pt x="3759" y="2286"/>
                </a:lnTo>
                <a:lnTo>
                  <a:pt x="3779" y="2254"/>
                </a:lnTo>
                <a:lnTo>
                  <a:pt x="3795" y="2218"/>
                </a:lnTo>
                <a:lnTo>
                  <a:pt x="3804" y="2179"/>
                </a:lnTo>
                <a:lnTo>
                  <a:pt x="3808" y="2138"/>
                </a:lnTo>
                <a:lnTo>
                  <a:pt x="2814" y="1398"/>
                </a:lnTo>
                <a:lnTo>
                  <a:pt x="2259" y="1812"/>
                </a:lnTo>
                <a:lnTo>
                  <a:pt x="2218" y="1838"/>
                </a:lnTo>
                <a:lnTo>
                  <a:pt x="2173" y="1859"/>
                </a:lnTo>
                <a:lnTo>
                  <a:pt x="2126" y="1874"/>
                </a:lnTo>
                <a:lnTo>
                  <a:pt x="2079" y="1884"/>
                </a:lnTo>
                <a:lnTo>
                  <a:pt x="2031" y="1886"/>
                </a:lnTo>
                <a:lnTo>
                  <a:pt x="1983" y="1884"/>
                </a:lnTo>
                <a:lnTo>
                  <a:pt x="1935" y="1874"/>
                </a:lnTo>
                <a:lnTo>
                  <a:pt x="1889" y="1859"/>
                </a:lnTo>
                <a:lnTo>
                  <a:pt x="1844" y="1838"/>
                </a:lnTo>
                <a:lnTo>
                  <a:pt x="1803" y="1812"/>
                </a:lnTo>
                <a:lnTo>
                  <a:pt x="1249" y="1398"/>
                </a:lnTo>
                <a:close/>
                <a:moveTo>
                  <a:pt x="3808" y="660"/>
                </a:moveTo>
                <a:lnTo>
                  <a:pt x="2919" y="1320"/>
                </a:lnTo>
                <a:lnTo>
                  <a:pt x="3808" y="1982"/>
                </a:lnTo>
                <a:lnTo>
                  <a:pt x="3808" y="660"/>
                </a:lnTo>
                <a:close/>
                <a:moveTo>
                  <a:pt x="254" y="660"/>
                </a:moveTo>
                <a:lnTo>
                  <a:pt x="254" y="1982"/>
                </a:lnTo>
                <a:lnTo>
                  <a:pt x="1143" y="1320"/>
                </a:lnTo>
                <a:lnTo>
                  <a:pt x="254" y="660"/>
                </a:lnTo>
                <a:close/>
                <a:moveTo>
                  <a:pt x="508" y="251"/>
                </a:moveTo>
                <a:lnTo>
                  <a:pt x="466" y="255"/>
                </a:lnTo>
                <a:lnTo>
                  <a:pt x="428" y="265"/>
                </a:lnTo>
                <a:lnTo>
                  <a:pt x="391" y="280"/>
                </a:lnTo>
                <a:lnTo>
                  <a:pt x="358" y="300"/>
                </a:lnTo>
                <a:lnTo>
                  <a:pt x="329" y="326"/>
                </a:lnTo>
                <a:lnTo>
                  <a:pt x="303" y="354"/>
                </a:lnTo>
                <a:lnTo>
                  <a:pt x="283" y="388"/>
                </a:lnTo>
                <a:lnTo>
                  <a:pt x="268" y="424"/>
                </a:lnTo>
                <a:lnTo>
                  <a:pt x="258" y="462"/>
                </a:lnTo>
                <a:lnTo>
                  <a:pt x="254" y="503"/>
                </a:lnTo>
                <a:lnTo>
                  <a:pt x="1249" y="1242"/>
                </a:lnTo>
                <a:lnTo>
                  <a:pt x="1354" y="1320"/>
                </a:lnTo>
                <a:lnTo>
                  <a:pt x="1879" y="1710"/>
                </a:lnTo>
                <a:lnTo>
                  <a:pt x="1914" y="1733"/>
                </a:lnTo>
                <a:lnTo>
                  <a:pt x="1951" y="1749"/>
                </a:lnTo>
                <a:lnTo>
                  <a:pt x="1990" y="1758"/>
                </a:lnTo>
                <a:lnTo>
                  <a:pt x="2031" y="1761"/>
                </a:lnTo>
                <a:lnTo>
                  <a:pt x="2071" y="1758"/>
                </a:lnTo>
                <a:lnTo>
                  <a:pt x="2111" y="1749"/>
                </a:lnTo>
                <a:lnTo>
                  <a:pt x="2149" y="1733"/>
                </a:lnTo>
                <a:lnTo>
                  <a:pt x="2183" y="1710"/>
                </a:lnTo>
                <a:lnTo>
                  <a:pt x="3808" y="503"/>
                </a:lnTo>
                <a:lnTo>
                  <a:pt x="3804" y="462"/>
                </a:lnTo>
                <a:lnTo>
                  <a:pt x="3795" y="424"/>
                </a:lnTo>
                <a:lnTo>
                  <a:pt x="3779" y="388"/>
                </a:lnTo>
                <a:lnTo>
                  <a:pt x="3759" y="354"/>
                </a:lnTo>
                <a:lnTo>
                  <a:pt x="3734" y="326"/>
                </a:lnTo>
                <a:lnTo>
                  <a:pt x="3704" y="300"/>
                </a:lnTo>
                <a:lnTo>
                  <a:pt x="3670" y="280"/>
                </a:lnTo>
                <a:lnTo>
                  <a:pt x="3634" y="265"/>
                </a:lnTo>
                <a:lnTo>
                  <a:pt x="3595" y="255"/>
                </a:lnTo>
                <a:lnTo>
                  <a:pt x="3554" y="251"/>
                </a:lnTo>
                <a:lnTo>
                  <a:pt x="508" y="251"/>
                </a:lnTo>
                <a:close/>
                <a:moveTo>
                  <a:pt x="508" y="0"/>
                </a:moveTo>
                <a:lnTo>
                  <a:pt x="3554" y="0"/>
                </a:lnTo>
                <a:lnTo>
                  <a:pt x="3618" y="4"/>
                </a:lnTo>
                <a:lnTo>
                  <a:pt x="3679" y="15"/>
                </a:lnTo>
                <a:lnTo>
                  <a:pt x="3738" y="33"/>
                </a:lnTo>
                <a:lnTo>
                  <a:pt x="3793" y="59"/>
                </a:lnTo>
                <a:lnTo>
                  <a:pt x="3844" y="90"/>
                </a:lnTo>
                <a:lnTo>
                  <a:pt x="3891" y="128"/>
                </a:lnTo>
                <a:lnTo>
                  <a:pt x="3934" y="170"/>
                </a:lnTo>
                <a:lnTo>
                  <a:pt x="3971" y="215"/>
                </a:lnTo>
                <a:lnTo>
                  <a:pt x="4003" y="266"/>
                </a:lnTo>
                <a:lnTo>
                  <a:pt x="4028" y="321"/>
                </a:lnTo>
                <a:lnTo>
                  <a:pt x="4046" y="379"/>
                </a:lnTo>
                <a:lnTo>
                  <a:pt x="4058" y="440"/>
                </a:lnTo>
                <a:lnTo>
                  <a:pt x="4061" y="503"/>
                </a:lnTo>
                <a:lnTo>
                  <a:pt x="4061" y="2138"/>
                </a:lnTo>
                <a:lnTo>
                  <a:pt x="4058" y="2201"/>
                </a:lnTo>
                <a:lnTo>
                  <a:pt x="4046" y="2262"/>
                </a:lnTo>
                <a:lnTo>
                  <a:pt x="4028" y="2320"/>
                </a:lnTo>
                <a:lnTo>
                  <a:pt x="4003" y="2374"/>
                </a:lnTo>
                <a:lnTo>
                  <a:pt x="3971" y="2425"/>
                </a:lnTo>
                <a:lnTo>
                  <a:pt x="3934" y="2472"/>
                </a:lnTo>
                <a:lnTo>
                  <a:pt x="3891" y="2514"/>
                </a:lnTo>
                <a:lnTo>
                  <a:pt x="3844" y="2552"/>
                </a:lnTo>
                <a:lnTo>
                  <a:pt x="3793" y="2582"/>
                </a:lnTo>
                <a:lnTo>
                  <a:pt x="3738" y="2607"/>
                </a:lnTo>
                <a:lnTo>
                  <a:pt x="3679" y="2626"/>
                </a:lnTo>
                <a:lnTo>
                  <a:pt x="3618" y="2637"/>
                </a:lnTo>
                <a:lnTo>
                  <a:pt x="3554" y="2642"/>
                </a:lnTo>
                <a:lnTo>
                  <a:pt x="508" y="2642"/>
                </a:lnTo>
                <a:lnTo>
                  <a:pt x="444" y="2637"/>
                </a:lnTo>
                <a:lnTo>
                  <a:pt x="383" y="2626"/>
                </a:lnTo>
                <a:lnTo>
                  <a:pt x="324" y="2607"/>
                </a:lnTo>
                <a:lnTo>
                  <a:pt x="269" y="2582"/>
                </a:lnTo>
                <a:lnTo>
                  <a:pt x="218" y="2552"/>
                </a:lnTo>
                <a:lnTo>
                  <a:pt x="170" y="2514"/>
                </a:lnTo>
                <a:lnTo>
                  <a:pt x="129" y="2472"/>
                </a:lnTo>
                <a:lnTo>
                  <a:pt x="91" y="2425"/>
                </a:lnTo>
                <a:lnTo>
                  <a:pt x="60" y="2374"/>
                </a:lnTo>
                <a:lnTo>
                  <a:pt x="34" y="2320"/>
                </a:lnTo>
                <a:lnTo>
                  <a:pt x="15" y="2262"/>
                </a:lnTo>
                <a:lnTo>
                  <a:pt x="4" y="2201"/>
                </a:lnTo>
                <a:lnTo>
                  <a:pt x="0" y="2138"/>
                </a:lnTo>
                <a:lnTo>
                  <a:pt x="0" y="503"/>
                </a:lnTo>
                <a:lnTo>
                  <a:pt x="4" y="440"/>
                </a:lnTo>
                <a:lnTo>
                  <a:pt x="15" y="379"/>
                </a:lnTo>
                <a:lnTo>
                  <a:pt x="34" y="321"/>
                </a:lnTo>
                <a:lnTo>
                  <a:pt x="60" y="266"/>
                </a:lnTo>
                <a:lnTo>
                  <a:pt x="91" y="215"/>
                </a:lnTo>
                <a:lnTo>
                  <a:pt x="129" y="170"/>
                </a:lnTo>
                <a:lnTo>
                  <a:pt x="170" y="128"/>
                </a:lnTo>
                <a:lnTo>
                  <a:pt x="218" y="90"/>
                </a:lnTo>
                <a:lnTo>
                  <a:pt x="269" y="59"/>
                </a:lnTo>
                <a:lnTo>
                  <a:pt x="324" y="33"/>
                </a:lnTo>
                <a:lnTo>
                  <a:pt x="383" y="15"/>
                </a:lnTo>
                <a:lnTo>
                  <a:pt x="444" y="4"/>
                </a:lnTo>
                <a:lnTo>
                  <a:pt x="508" y="0"/>
                </a:lnTo>
                <a:close/>
              </a:path>
            </a:pathLst>
          </a:custGeom>
          <a:solidFill>
            <a:srgbClr val="3A383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2539" l="0" r="0" t="32540"/>
          <a:stretch/>
        </p:blipFill>
        <p:spPr>
          <a:xfrm>
            <a:off x="426189" y="458788"/>
            <a:ext cx="11339623" cy="5940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/>
          <p:nvPr/>
        </p:nvSpPr>
        <p:spPr>
          <a:xfrm>
            <a:off x="426189" y="459174"/>
            <a:ext cx="5670550" cy="5940425"/>
          </a:xfrm>
          <a:custGeom>
            <a:rect b="b" l="l" r="r" t="t"/>
            <a:pathLst>
              <a:path extrusionOk="0" h="11880850" w="11341099">
                <a:moveTo>
                  <a:pt x="728246" y="750604"/>
                </a:moveTo>
                <a:lnTo>
                  <a:pt x="10612852" y="750604"/>
                </a:lnTo>
                <a:lnTo>
                  <a:pt x="10612852" y="11130246"/>
                </a:lnTo>
                <a:lnTo>
                  <a:pt x="728246" y="11130246"/>
                </a:lnTo>
                <a:close/>
                <a:moveTo>
                  <a:pt x="469767" y="492125"/>
                </a:moveTo>
                <a:lnTo>
                  <a:pt x="469767" y="11388725"/>
                </a:lnTo>
                <a:lnTo>
                  <a:pt x="10871331" y="11388725"/>
                </a:lnTo>
                <a:lnTo>
                  <a:pt x="10871331" y="492125"/>
                </a:lnTo>
                <a:close/>
                <a:moveTo>
                  <a:pt x="0" y="0"/>
                </a:moveTo>
                <a:lnTo>
                  <a:pt x="11341099" y="0"/>
                </a:lnTo>
                <a:lnTo>
                  <a:pt x="11341099" y="11880850"/>
                </a:lnTo>
                <a:lnTo>
                  <a:pt x="0" y="11880850"/>
                </a:lnTo>
                <a:close/>
              </a:path>
            </a:pathLst>
          </a:custGeom>
          <a:solidFill>
            <a:schemeClr val="lt1">
              <a:alpha val="80000"/>
            </a:schemeClr>
          </a:solidFill>
          <a:ln>
            <a:noFill/>
          </a:ln>
          <a:effectLst>
            <a:outerShdw blurRad="1270000" rotWithShape="0" algn="tl" dist="482600">
              <a:srgbClr val="000000">
                <a:alpha val="298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 txBox="1"/>
          <p:nvPr/>
        </p:nvSpPr>
        <p:spPr>
          <a:xfrm>
            <a:off x="1652875" y="2090338"/>
            <a:ext cx="32172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00">
                <a:latin typeface="Calibri"/>
                <a:ea typeface="Calibri"/>
                <a:cs typeface="Calibri"/>
                <a:sym typeface="Calibri"/>
              </a:rPr>
              <a:t>THANK</a:t>
            </a:r>
            <a:br>
              <a:rPr b="1" lang="en-US" sz="81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8100">
                <a:latin typeface="Calibri"/>
                <a:ea typeface="Calibri"/>
                <a:cs typeface="Calibri"/>
                <a:sym typeface="Calibri"/>
              </a:rPr>
              <a:t>YOU</a:t>
            </a:r>
            <a:endParaRPr b="1" sz="8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